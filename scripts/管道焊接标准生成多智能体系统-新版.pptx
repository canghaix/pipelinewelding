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向各位汇报我们团队的研究成果——管道焊接标准生成多智能体系统。这个系统旨在通过智能化的方式，解决传统焊接工艺文件生成过程中效率低下、易出错的问题。我们基于LangGraph框架，结合了MCP检索和WPS模板填充技术，构建了一条高效的智能化工艺文件流水线。接下来，我将详细介绍这个系统的背景、解决方案、技术亮点以及应用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一下当前业务面临的主要问题。在焊接工艺文件的编制过程中，我们发现存在三大痛点。第一，现场输入信息往往不完整，导致后续分析困难。第二，相关的标准和依据资料非常分散，整合难度大。第三，手动填充大量文档字段不仅繁琐，而且极易出错。因此，我们的目标就是构建一个系统，能够将非结构化的现场描述，转化为结构化、可审核的参考字段，从而提高效率和准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这些问题，我们提出了一个基于多智能体的解决方案。整个系统由一个核心的“证据与约束总线”驱动，它整合了用户的输入、本地模板、外部搜索资料和行业默认值。系统包含三个关键的智能体：首先是“重问智能体”，负责从用户输入中提取关键信息并进行必要的追问；其次是“标准制定智能体”，它利用LLM和外部检索来生成符合标准的字段；最后是“文档生成智能体”，负责将生成的字段填充到最终的Word文档中。最终，我们得到一个结构化的JSON文件和一份可供人工审核的标准文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看第一个智能体——缺陷重问智能体。它的核心任务是确保所有必要的信息都已收集齐全。我们定义了一系列必填字段，如焊接工艺、对象、接头形式等。该智能体具备中文自然语言处理能力，能够识别组合工艺，并对输入的合法性进行校验。它会以友好的中文形式向用户追问缺失的信息，最多支持五轮对话。最终，它会输出一个结构化的数据，作为下一个智能体的输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第二个智能体是标准制定智能体。它接收来自重问智能体的结构化数据作为输入约束，这些约束涵盖了焊接工艺、对象、接头类型等关键生产参数。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为了确保生成内容的准确性，我们引入了“证据增强”机制，它会自动读取本地WPS标准模板，并通过Tavily连接外部行业知识库进行搜索，同时内置逻辑过滤无效信息。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生成字段时，采用“规则先行”的策略：基础信息由规则固化，复杂逻辑由LLM处理，可量化的行业值自动补齐，不确定信息则统一留空。这种设计既发挥了大模型的灵活性，又通过规则引擎和人工复核保障了业务的严谨性与安全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文档生成智能体。它的任务是将前序步骤生成的字段，准确无误地填充到Word模板中。我们将模板中的内容分为“段落字段”和“表格字段”，确保不同类型的信息都能正确写入。在输出控制方面，系统会自动管理文件路径，保留原始模板的格式，并对可能出现的错误信息进行清洗，防止污染最终文档。这确保了我们输出的文档既符合规范，又保持了专业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保证系统的灵活性和可维护性，我们采用了高度配置化的工程结构。所有的模型参数、智能体配置、提示词（Prompt）都可以通过修改配置文件来调整，而无需改动代码。这种设计使得模型可以轻松切换，Prompt可以快速迭代，模板也可以方便地演进。整个项目结构清晰，便于团队协作和后续开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系统有几个显著的技术亮点。首先，我们使用LangGraph状态机来管理多轮对话，确保交互的流畅和可控。其次，通过MCP检索增强，我们能够为决策提供坚实的证据支持。第三，我们设计了规则兜底和模板安全机制，保证了输出的稳定性和专业性。最后，系统的输出是干净的JSON数据，便于下游处理，同时生成的文档也充分考虑了人工审核的便利性，绝不伪造关键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直观展示系统的工作流程，我们来看一个端到端的演示案例。用户首先输入基本信息，系统会进行追问以补全细节。然后，系统会自动生成一系列标准字段，包括焊接工艺、坡口形式、母材等级等。更进一步，系统还能生成具体的焊道参数。最终，所有信息都会被写入一个Word文档，作为人工审核和修订的基础版本，大大减轻了工程师的工作负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我们的系统带来了四重应用价值。在效率方面，它显著减少了人工沟通和填表的时间。在质量方面，它有效降低了人为错误的风险。在知识层面，它能够沉淀宝贵的工艺知识和行业经验。在治理方面，配置化的管理方式使得系统维护和扩展变得非常方便。总而言之，我们实现了从传统的经验驱动，到现代的证据增强的工艺生成模式的转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我们计划从三个层面继续增强系统。在数据层，我们将接入更多企业内部知识库，并建立专门的材料数据库。在能力层，我们将引入置信度评分和来源追踪等功能，让结果更可信。在产品层，我们将开发Web可视化工作台，并集成审批流和版本管理，使其成为一个真正的企业级应用。我们的长期定位是，让焊接工艺文件的生成变得更快、更稳、也更可解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这是我们系统生成的预焊接工艺规程（pWPS）的一个实际例子。大家可以看到，文档格式规范，关键信息完整，为后续的人工审核和正式签发提供了高质量的基础。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我的汇报到此结束。感谢各位老师的聆听，欢迎提问。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6.sv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12.sv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EE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4230" t="15007" r="3461" b="9256"/>
          <a:stretch>
            <a:fillRect/>
          </a:stretch>
        </p:blipFill>
        <p:spPr>
          <a:xfrm>
            <a:off x="1524"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EEEEEE">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84200" y="1384300"/>
            <a:ext cx="5715000" cy="15748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4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管道焊接标准生成</a:t>
            </a:r>
            <a:endParaRPr lang="en-US" sz="1100"/>
          </a:p>
          <a:p>
            <a:pPr marL="0" indent="0" algn="l">
              <a:lnSpc>
                <a:spcPct val="100000"/>
              </a:lnSpc>
            </a:pPr>
            <a:r>
              <a:rPr lang="en-US" sz="4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多智能体系统</a:t>
            </a:r>
            <a:endParaRPr lang="en-US" sz="4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nvSpPr>
        <p:spPr>
          <a:xfrm>
            <a:off x="584200" y="2921000"/>
            <a:ext cx="4064000" cy="584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100"/>
          </a:p>
        </p:txBody>
      </p:sp>
      <p:sp>
        <p:nvSpPr>
          <p:cNvPr id="6" name="AutoShape 6"/>
          <p:cNvSpPr/>
          <p:nvPr/>
        </p:nvSpPr>
        <p:spPr>
          <a:xfrm rot="5400000">
            <a:off x="4635500" y="3060700"/>
            <a:ext cx="393700" cy="317500"/>
          </a:xfrm>
          <a:prstGeom prst="triangle">
            <a:avLst>
              <a:gd name="adj" fmla="val 50000"/>
            </a:avLst>
          </a:prstGeom>
          <a:solidFill>
            <a:srgbClr val="DAAF84">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711200" y="3670300"/>
            <a:ext cx="7040880" cy="201359"/>
          </a:xfrm>
          <a:custGeom>
            <a:avLst/>
            <a:gdLst/>
            <a:ahLst/>
            <a:cxnLst/>
            <a:rect l="l" t="t" r="r" b="b"/>
            <a:pathLst>
              <a:path w="7040880" h="201359">
                <a:moveTo>
                  <a:pt x="0" y="2456"/>
                </a:moveTo>
                <a:lnTo>
                  <a:pt x="1331258" y="0"/>
                </a:lnTo>
                <a:lnTo>
                  <a:pt x="1316467" y="201358"/>
                </a:lnTo>
                <a:lnTo>
                  <a:pt x="1908138" y="9822"/>
                </a:lnTo>
                <a:lnTo>
                  <a:pt x="7040880" y="2456"/>
                </a:lnTo>
              </a:path>
            </a:pathLst>
          </a:custGeom>
          <a:noFill/>
          <a:ln w="25400" cap="rnd" cmpd="sng">
            <a:solidFill>
              <a:srgbClr val="000000">
                <a:alpha val="100000"/>
              </a:srgbClr>
            </a:solidFill>
            <a:prstDash val="solid"/>
            <a:miter lim="10000000"/>
          </a:ln>
        </p:spPr>
        <p:txBody>
          <a:bodyPr vert="horz" wrap="square" lIns="63500" tIns="63500" rIns="63500" bIns="63500" rtlCol="0" anchor="ctr"/>
          <a:lstStyle/>
          <a:p>
            <a:pPr algn="ctr">
              <a:defRPr/>
            </a:pPr>
          </a:p>
        </p:txBody>
      </p:sp>
      <p:sp>
        <p:nvSpPr>
          <p:cNvPr id="8" name="AutoShape 8"/>
          <p:cNvSpPr/>
          <p:nvPr/>
        </p:nvSpPr>
        <p:spPr>
          <a:xfrm>
            <a:off x="584200" y="3962400"/>
            <a:ext cx="2286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100"/>
          </a:p>
        </p:txBody>
      </p:sp>
      <p:sp>
        <p:nvSpPr>
          <p:cNvPr id="9" name="AutoShape 9"/>
          <p:cNvSpPr/>
          <p:nvPr/>
        </p:nvSpPr>
        <p:spPr>
          <a:xfrm>
            <a:off x="3873500" y="3962400"/>
            <a:ext cx="2921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100"/>
          </a:p>
        </p:txBody>
      </p:sp>
      <p:sp>
        <p:nvSpPr>
          <p:cNvPr id="10" name="Freeform 10"/>
          <p:cNvSpPr/>
          <p:nvPr/>
        </p:nvSpPr>
        <p:spPr>
          <a:xfrm>
            <a:off x="723900" y="6311900"/>
            <a:ext cx="1961159" cy="283160"/>
          </a:xfrm>
          <a:custGeom>
            <a:avLst/>
            <a:gdLst/>
            <a:ahLst/>
            <a:cxnLst/>
            <a:rect l="l" t="t" r="r" b="b"/>
            <a:pathLst>
              <a:path w="1961159" h="283160">
                <a:moveTo>
                  <a:pt x="419024" y="194158"/>
                </a:moveTo>
                <a:lnTo>
                  <a:pt x="437617" y="195377"/>
                </a:lnTo>
                <a:lnTo>
                  <a:pt x="437617" y="240792"/>
                </a:lnTo>
                <a:cubicBezTo>
                  <a:pt x="437617" y="246076"/>
                  <a:pt x="438531" y="249428"/>
                  <a:pt x="440360" y="250850"/>
                </a:cubicBezTo>
                <a:cubicBezTo>
                  <a:pt x="442189" y="252273"/>
                  <a:pt x="445846" y="253188"/>
                  <a:pt x="451333" y="253594"/>
                </a:cubicBezTo>
                <a:cubicBezTo>
                  <a:pt x="462102" y="254204"/>
                  <a:pt x="472973" y="254204"/>
                  <a:pt x="483946" y="253594"/>
                </a:cubicBezTo>
                <a:cubicBezTo>
                  <a:pt x="489026" y="253188"/>
                  <a:pt x="492582" y="252374"/>
                  <a:pt x="494614" y="251156"/>
                </a:cubicBezTo>
                <a:cubicBezTo>
                  <a:pt x="496646" y="249936"/>
                  <a:pt x="498069" y="247802"/>
                  <a:pt x="498881" y="244754"/>
                </a:cubicBezTo>
                <a:cubicBezTo>
                  <a:pt x="499491" y="241910"/>
                  <a:pt x="499999" y="238303"/>
                  <a:pt x="500405" y="233934"/>
                </a:cubicBezTo>
                <a:cubicBezTo>
                  <a:pt x="500812" y="229566"/>
                  <a:pt x="501117" y="225857"/>
                  <a:pt x="501320" y="222809"/>
                </a:cubicBezTo>
                <a:lnTo>
                  <a:pt x="520522" y="229210"/>
                </a:lnTo>
                <a:cubicBezTo>
                  <a:pt x="520116" y="233884"/>
                  <a:pt x="519608" y="238354"/>
                  <a:pt x="518998" y="242621"/>
                </a:cubicBezTo>
                <a:cubicBezTo>
                  <a:pt x="518389" y="246888"/>
                  <a:pt x="517474" y="251765"/>
                  <a:pt x="516255" y="257252"/>
                </a:cubicBezTo>
                <a:cubicBezTo>
                  <a:pt x="515239" y="261722"/>
                  <a:pt x="512699" y="265278"/>
                  <a:pt x="508635" y="267920"/>
                </a:cubicBezTo>
                <a:cubicBezTo>
                  <a:pt x="504571" y="270561"/>
                  <a:pt x="497662" y="272085"/>
                  <a:pt x="487909" y="272492"/>
                </a:cubicBezTo>
                <a:cubicBezTo>
                  <a:pt x="474091" y="273101"/>
                  <a:pt x="460273" y="273101"/>
                  <a:pt x="446456" y="272492"/>
                </a:cubicBezTo>
                <a:cubicBezTo>
                  <a:pt x="441782" y="272288"/>
                  <a:pt x="437718" y="271730"/>
                  <a:pt x="434264" y="270815"/>
                </a:cubicBezTo>
                <a:cubicBezTo>
                  <a:pt x="430809" y="269900"/>
                  <a:pt x="427965" y="268478"/>
                  <a:pt x="425729" y="266548"/>
                </a:cubicBezTo>
                <a:cubicBezTo>
                  <a:pt x="423494" y="264618"/>
                  <a:pt x="421818" y="262026"/>
                  <a:pt x="420700" y="258776"/>
                </a:cubicBezTo>
                <a:cubicBezTo>
                  <a:pt x="419583" y="255524"/>
                  <a:pt x="419024" y="251358"/>
                  <a:pt x="419024" y="246278"/>
                </a:cubicBezTo>
                <a:close/>
                <a:moveTo>
                  <a:pt x="533933" y="193244"/>
                </a:moveTo>
                <a:cubicBezTo>
                  <a:pt x="536778" y="196698"/>
                  <a:pt x="540131" y="200914"/>
                  <a:pt x="543992" y="205892"/>
                </a:cubicBezTo>
                <a:cubicBezTo>
                  <a:pt x="547853" y="210871"/>
                  <a:pt x="551764" y="216154"/>
                  <a:pt x="555727" y="221742"/>
                </a:cubicBezTo>
                <a:cubicBezTo>
                  <a:pt x="559689" y="227330"/>
                  <a:pt x="563448" y="232816"/>
                  <a:pt x="567004" y="238202"/>
                </a:cubicBezTo>
                <a:cubicBezTo>
                  <a:pt x="570560" y="243586"/>
                  <a:pt x="573456" y="248209"/>
                  <a:pt x="575691" y="252070"/>
                </a:cubicBezTo>
                <a:lnTo>
                  <a:pt x="559537" y="266700"/>
                </a:lnTo>
                <a:cubicBezTo>
                  <a:pt x="557301" y="262026"/>
                  <a:pt x="554457" y="256845"/>
                  <a:pt x="551002" y="251156"/>
                </a:cubicBezTo>
                <a:cubicBezTo>
                  <a:pt x="547548" y="245466"/>
                  <a:pt x="543941" y="239726"/>
                  <a:pt x="540182" y="233934"/>
                </a:cubicBezTo>
                <a:cubicBezTo>
                  <a:pt x="536423" y="228143"/>
                  <a:pt x="532613" y="222656"/>
                  <a:pt x="528752" y="217475"/>
                </a:cubicBezTo>
                <a:cubicBezTo>
                  <a:pt x="524891" y="212294"/>
                  <a:pt x="521538" y="207976"/>
                  <a:pt x="518693" y="204521"/>
                </a:cubicBezTo>
                <a:close/>
                <a:moveTo>
                  <a:pt x="391592" y="193244"/>
                </a:moveTo>
                <a:lnTo>
                  <a:pt x="409575" y="199644"/>
                </a:lnTo>
                <a:cubicBezTo>
                  <a:pt x="408153" y="204318"/>
                  <a:pt x="406222" y="209855"/>
                  <a:pt x="403784" y="216256"/>
                </a:cubicBezTo>
                <a:cubicBezTo>
                  <a:pt x="401345" y="222656"/>
                  <a:pt x="398653" y="229108"/>
                  <a:pt x="395707" y="235610"/>
                </a:cubicBezTo>
                <a:cubicBezTo>
                  <a:pt x="392760" y="242113"/>
                  <a:pt x="389814" y="248310"/>
                  <a:pt x="386867" y="254204"/>
                </a:cubicBezTo>
                <a:cubicBezTo>
                  <a:pt x="383921" y="260096"/>
                  <a:pt x="381229" y="264872"/>
                  <a:pt x="378790" y="268529"/>
                </a:cubicBezTo>
                <a:lnTo>
                  <a:pt x="360502" y="258776"/>
                </a:lnTo>
                <a:cubicBezTo>
                  <a:pt x="363347" y="255118"/>
                  <a:pt x="366344" y="250444"/>
                  <a:pt x="369494" y="244754"/>
                </a:cubicBezTo>
                <a:cubicBezTo>
                  <a:pt x="372643" y="239065"/>
                  <a:pt x="375641" y="233070"/>
                  <a:pt x="378485" y="226772"/>
                </a:cubicBezTo>
                <a:cubicBezTo>
                  <a:pt x="381330" y="220472"/>
                  <a:pt x="383921" y="214326"/>
                  <a:pt x="386258" y="208331"/>
                </a:cubicBezTo>
                <a:cubicBezTo>
                  <a:pt x="388595" y="202336"/>
                  <a:pt x="390373" y="197308"/>
                  <a:pt x="391592" y="193244"/>
                </a:cubicBezTo>
                <a:close/>
                <a:moveTo>
                  <a:pt x="463829" y="178004"/>
                </a:moveTo>
                <a:cubicBezTo>
                  <a:pt x="465861" y="180238"/>
                  <a:pt x="468351" y="183032"/>
                  <a:pt x="471297" y="186386"/>
                </a:cubicBezTo>
                <a:cubicBezTo>
                  <a:pt x="474243" y="189738"/>
                  <a:pt x="477190" y="193244"/>
                  <a:pt x="480136" y="196901"/>
                </a:cubicBezTo>
                <a:cubicBezTo>
                  <a:pt x="483083" y="200558"/>
                  <a:pt x="485927" y="204166"/>
                  <a:pt x="488671" y="207722"/>
                </a:cubicBezTo>
                <a:cubicBezTo>
                  <a:pt x="491414" y="211278"/>
                  <a:pt x="493598" y="214274"/>
                  <a:pt x="495224" y="216713"/>
                </a:cubicBezTo>
                <a:lnTo>
                  <a:pt x="479984" y="231648"/>
                </a:lnTo>
                <a:cubicBezTo>
                  <a:pt x="478358" y="228397"/>
                  <a:pt x="476275" y="224841"/>
                  <a:pt x="473735" y="220980"/>
                </a:cubicBezTo>
                <a:cubicBezTo>
                  <a:pt x="471195" y="217120"/>
                  <a:pt x="468503" y="213208"/>
                  <a:pt x="465658" y="209246"/>
                </a:cubicBezTo>
                <a:cubicBezTo>
                  <a:pt x="462813" y="205283"/>
                  <a:pt x="459918" y="201574"/>
                  <a:pt x="456971" y="198120"/>
                </a:cubicBezTo>
                <a:cubicBezTo>
                  <a:pt x="454025" y="194666"/>
                  <a:pt x="451536" y="191821"/>
                  <a:pt x="449504" y="189586"/>
                </a:cubicBezTo>
                <a:close/>
                <a:moveTo>
                  <a:pt x="907466" y="175870"/>
                </a:moveTo>
                <a:lnTo>
                  <a:pt x="927887" y="176784"/>
                </a:lnTo>
                <a:lnTo>
                  <a:pt x="927887" y="194462"/>
                </a:lnTo>
                <a:lnTo>
                  <a:pt x="972998" y="194462"/>
                </a:lnTo>
                <a:lnTo>
                  <a:pt x="972998" y="213056"/>
                </a:lnTo>
                <a:lnTo>
                  <a:pt x="927887" y="213056"/>
                </a:lnTo>
                <a:lnTo>
                  <a:pt x="927887" y="243230"/>
                </a:lnTo>
                <a:cubicBezTo>
                  <a:pt x="927887" y="249733"/>
                  <a:pt x="927329" y="255067"/>
                  <a:pt x="926211" y="259232"/>
                </a:cubicBezTo>
                <a:cubicBezTo>
                  <a:pt x="925093" y="263398"/>
                  <a:pt x="923011" y="266802"/>
                  <a:pt x="919963" y="269444"/>
                </a:cubicBezTo>
                <a:cubicBezTo>
                  <a:pt x="916915" y="272085"/>
                  <a:pt x="912647" y="274016"/>
                  <a:pt x="907161" y="275234"/>
                </a:cubicBezTo>
                <a:cubicBezTo>
                  <a:pt x="901675" y="276454"/>
                  <a:pt x="894664" y="277266"/>
                  <a:pt x="886130" y="277673"/>
                </a:cubicBezTo>
                <a:lnTo>
                  <a:pt x="869061" y="278588"/>
                </a:lnTo>
                <a:lnTo>
                  <a:pt x="862051" y="258166"/>
                </a:lnTo>
                <a:lnTo>
                  <a:pt x="883082" y="256946"/>
                </a:lnTo>
                <a:cubicBezTo>
                  <a:pt x="888365" y="256744"/>
                  <a:pt x="892581" y="256286"/>
                  <a:pt x="895731" y="255575"/>
                </a:cubicBezTo>
                <a:cubicBezTo>
                  <a:pt x="898881" y="254864"/>
                  <a:pt x="901319" y="253746"/>
                  <a:pt x="903046" y="252222"/>
                </a:cubicBezTo>
                <a:cubicBezTo>
                  <a:pt x="904773" y="250698"/>
                  <a:pt x="905942" y="248717"/>
                  <a:pt x="906551" y="246278"/>
                </a:cubicBezTo>
                <a:cubicBezTo>
                  <a:pt x="907161" y="243840"/>
                  <a:pt x="907466" y="240690"/>
                  <a:pt x="907466" y="236830"/>
                </a:cubicBezTo>
                <a:lnTo>
                  <a:pt x="907466" y="213056"/>
                </a:lnTo>
                <a:lnTo>
                  <a:pt x="818159" y="213056"/>
                </a:lnTo>
                <a:cubicBezTo>
                  <a:pt x="821004" y="215088"/>
                  <a:pt x="824255" y="217424"/>
                  <a:pt x="827913" y="220066"/>
                </a:cubicBezTo>
                <a:cubicBezTo>
                  <a:pt x="831571" y="222708"/>
                  <a:pt x="835279" y="225450"/>
                  <a:pt x="839038" y="228296"/>
                </a:cubicBezTo>
                <a:cubicBezTo>
                  <a:pt x="842797" y="231140"/>
                  <a:pt x="846353" y="233985"/>
                  <a:pt x="849706" y="236830"/>
                </a:cubicBezTo>
                <a:cubicBezTo>
                  <a:pt x="853059" y="239674"/>
                  <a:pt x="855853" y="242113"/>
                  <a:pt x="858088" y="244145"/>
                </a:cubicBezTo>
                <a:lnTo>
                  <a:pt x="845287" y="263042"/>
                </a:lnTo>
                <a:cubicBezTo>
                  <a:pt x="842848" y="260198"/>
                  <a:pt x="839800" y="257048"/>
                  <a:pt x="836143" y="253594"/>
                </a:cubicBezTo>
                <a:cubicBezTo>
                  <a:pt x="832485" y="250140"/>
                  <a:pt x="828675" y="246786"/>
                  <a:pt x="824713" y="243536"/>
                </a:cubicBezTo>
                <a:cubicBezTo>
                  <a:pt x="820750" y="240284"/>
                  <a:pt x="816889" y="237236"/>
                  <a:pt x="813130" y="234392"/>
                </a:cubicBezTo>
                <a:cubicBezTo>
                  <a:pt x="809371" y="231546"/>
                  <a:pt x="806171" y="229210"/>
                  <a:pt x="803529" y="227381"/>
                </a:cubicBezTo>
                <a:lnTo>
                  <a:pt x="814197" y="213056"/>
                </a:lnTo>
                <a:lnTo>
                  <a:pt x="770306" y="213056"/>
                </a:lnTo>
                <a:lnTo>
                  <a:pt x="770306" y="194462"/>
                </a:lnTo>
                <a:lnTo>
                  <a:pt x="907466" y="194462"/>
                </a:lnTo>
                <a:close/>
                <a:moveTo>
                  <a:pt x="377571" y="157582"/>
                </a:moveTo>
                <a:lnTo>
                  <a:pt x="562889" y="157582"/>
                </a:lnTo>
                <a:lnTo>
                  <a:pt x="562889" y="176174"/>
                </a:lnTo>
                <a:lnTo>
                  <a:pt x="377571" y="176174"/>
                </a:lnTo>
                <a:close/>
                <a:moveTo>
                  <a:pt x="82296" y="154534"/>
                </a:moveTo>
                <a:lnTo>
                  <a:pt x="254203" y="154534"/>
                </a:lnTo>
                <a:lnTo>
                  <a:pt x="254203" y="172212"/>
                </a:lnTo>
                <a:cubicBezTo>
                  <a:pt x="243027" y="177902"/>
                  <a:pt x="231699" y="183286"/>
                  <a:pt x="220218" y="188366"/>
                </a:cubicBezTo>
                <a:cubicBezTo>
                  <a:pt x="208737" y="193446"/>
                  <a:pt x="197206" y="197816"/>
                  <a:pt x="185623" y="201473"/>
                </a:cubicBezTo>
                <a:lnTo>
                  <a:pt x="277063" y="201473"/>
                </a:lnTo>
                <a:lnTo>
                  <a:pt x="277063" y="218846"/>
                </a:lnTo>
                <a:lnTo>
                  <a:pt x="182575" y="218846"/>
                </a:lnTo>
                <a:lnTo>
                  <a:pt x="182575" y="243536"/>
                </a:lnTo>
                <a:cubicBezTo>
                  <a:pt x="182575" y="249834"/>
                  <a:pt x="182067" y="254966"/>
                  <a:pt x="181051" y="258928"/>
                </a:cubicBezTo>
                <a:cubicBezTo>
                  <a:pt x="180035" y="262890"/>
                  <a:pt x="178054" y="266040"/>
                  <a:pt x="175108" y="268376"/>
                </a:cubicBezTo>
                <a:cubicBezTo>
                  <a:pt x="172161" y="270714"/>
                  <a:pt x="167945" y="272440"/>
                  <a:pt x="162458" y="273558"/>
                </a:cubicBezTo>
                <a:cubicBezTo>
                  <a:pt x="156972" y="274676"/>
                  <a:pt x="149758" y="275540"/>
                  <a:pt x="140818" y="276149"/>
                </a:cubicBezTo>
                <a:lnTo>
                  <a:pt x="123444" y="277368"/>
                </a:lnTo>
                <a:lnTo>
                  <a:pt x="114910" y="257556"/>
                </a:lnTo>
                <a:lnTo>
                  <a:pt x="136550" y="256032"/>
                </a:lnTo>
                <a:cubicBezTo>
                  <a:pt x="142037" y="255626"/>
                  <a:pt x="146304" y="255168"/>
                  <a:pt x="149352" y="254660"/>
                </a:cubicBezTo>
                <a:cubicBezTo>
                  <a:pt x="152400" y="254152"/>
                  <a:pt x="154737" y="253340"/>
                  <a:pt x="156362" y="252222"/>
                </a:cubicBezTo>
                <a:cubicBezTo>
                  <a:pt x="157988" y="251104"/>
                  <a:pt x="159004" y="249580"/>
                  <a:pt x="159410" y="247650"/>
                </a:cubicBezTo>
                <a:cubicBezTo>
                  <a:pt x="159817" y="245720"/>
                  <a:pt x="160020" y="243129"/>
                  <a:pt x="160020" y="239878"/>
                </a:cubicBezTo>
                <a:lnTo>
                  <a:pt x="160020" y="218846"/>
                </a:lnTo>
                <a:lnTo>
                  <a:pt x="61874" y="218846"/>
                </a:lnTo>
                <a:lnTo>
                  <a:pt x="61874" y="201473"/>
                </a:lnTo>
                <a:lnTo>
                  <a:pt x="160020" y="201473"/>
                </a:lnTo>
                <a:lnTo>
                  <a:pt x="160020" y="192938"/>
                </a:lnTo>
                <a:cubicBezTo>
                  <a:pt x="163271" y="191720"/>
                  <a:pt x="167030" y="190398"/>
                  <a:pt x="171298" y="188976"/>
                </a:cubicBezTo>
                <a:cubicBezTo>
                  <a:pt x="175565" y="187554"/>
                  <a:pt x="179984" y="185979"/>
                  <a:pt x="184556" y="184252"/>
                </a:cubicBezTo>
                <a:cubicBezTo>
                  <a:pt x="189128" y="182524"/>
                  <a:pt x="193751" y="180696"/>
                  <a:pt x="198425" y="178766"/>
                </a:cubicBezTo>
                <a:cubicBezTo>
                  <a:pt x="203098" y="176835"/>
                  <a:pt x="207569" y="174752"/>
                  <a:pt x="211836" y="172517"/>
                </a:cubicBezTo>
                <a:lnTo>
                  <a:pt x="82296" y="172517"/>
                </a:lnTo>
                <a:close/>
                <a:moveTo>
                  <a:pt x="1697507" y="145390"/>
                </a:moveTo>
                <a:lnTo>
                  <a:pt x="1952320" y="145390"/>
                </a:lnTo>
                <a:lnTo>
                  <a:pt x="1952320" y="164592"/>
                </a:lnTo>
                <a:lnTo>
                  <a:pt x="1838325" y="164592"/>
                </a:lnTo>
                <a:lnTo>
                  <a:pt x="1838325" y="196292"/>
                </a:lnTo>
                <a:lnTo>
                  <a:pt x="1930679" y="196292"/>
                </a:lnTo>
                <a:lnTo>
                  <a:pt x="1930679" y="214884"/>
                </a:lnTo>
                <a:lnTo>
                  <a:pt x="1838325" y="214884"/>
                </a:lnTo>
                <a:lnTo>
                  <a:pt x="1838325" y="251765"/>
                </a:lnTo>
                <a:cubicBezTo>
                  <a:pt x="1839341" y="251765"/>
                  <a:pt x="1840306" y="251816"/>
                  <a:pt x="1841221" y="251918"/>
                </a:cubicBezTo>
                <a:cubicBezTo>
                  <a:pt x="1842135" y="252019"/>
                  <a:pt x="1843100" y="252070"/>
                  <a:pt x="1844116" y="252070"/>
                </a:cubicBezTo>
                <a:cubicBezTo>
                  <a:pt x="1863217" y="252882"/>
                  <a:pt x="1882623" y="253188"/>
                  <a:pt x="1902333" y="252984"/>
                </a:cubicBezTo>
                <a:cubicBezTo>
                  <a:pt x="1922043" y="252781"/>
                  <a:pt x="1941652" y="252172"/>
                  <a:pt x="1961159" y="251156"/>
                </a:cubicBezTo>
                <a:lnTo>
                  <a:pt x="1955673" y="271577"/>
                </a:lnTo>
                <a:cubicBezTo>
                  <a:pt x="1937182" y="272390"/>
                  <a:pt x="1918691" y="272847"/>
                  <a:pt x="1900199" y="272948"/>
                </a:cubicBezTo>
                <a:cubicBezTo>
                  <a:pt x="1881708" y="273050"/>
                  <a:pt x="1863217" y="272694"/>
                  <a:pt x="1844726" y="271882"/>
                </a:cubicBezTo>
                <a:cubicBezTo>
                  <a:pt x="1833347" y="271476"/>
                  <a:pt x="1823085" y="270460"/>
                  <a:pt x="1813941" y="268834"/>
                </a:cubicBezTo>
                <a:cubicBezTo>
                  <a:pt x="1804797" y="267208"/>
                  <a:pt x="1796364" y="264820"/>
                  <a:pt x="1788643" y="261671"/>
                </a:cubicBezTo>
                <a:cubicBezTo>
                  <a:pt x="1780921" y="258522"/>
                  <a:pt x="1773911" y="254406"/>
                  <a:pt x="1767611" y="249326"/>
                </a:cubicBezTo>
                <a:cubicBezTo>
                  <a:pt x="1761312" y="244246"/>
                  <a:pt x="1755419" y="238049"/>
                  <a:pt x="1749933" y="230734"/>
                </a:cubicBezTo>
                <a:cubicBezTo>
                  <a:pt x="1745259" y="240690"/>
                  <a:pt x="1739570" y="249886"/>
                  <a:pt x="1732864" y="258318"/>
                </a:cubicBezTo>
                <a:cubicBezTo>
                  <a:pt x="1726159" y="266751"/>
                  <a:pt x="1718031" y="275032"/>
                  <a:pt x="1708480" y="283160"/>
                </a:cubicBezTo>
                <a:lnTo>
                  <a:pt x="1689887" y="268529"/>
                </a:lnTo>
                <a:cubicBezTo>
                  <a:pt x="1697812" y="261824"/>
                  <a:pt x="1704772" y="255067"/>
                  <a:pt x="1710766" y="248260"/>
                </a:cubicBezTo>
                <a:cubicBezTo>
                  <a:pt x="1716761" y="241452"/>
                  <a:pt x="1721942" y="234340"/>
                  <a:pt x="1726311" y="226924"/>
                </a:cubicBezTo>
                <a:cubicBezTo>
                  <a:pt x="1730680" y="219507"/>
                  <a:pt x="1734388" y="211582"/>
                  <a:pt x="1737436" y="203150"/>
                </a:cubicBezTo>
                <a:cubicBezTo>
                  <a:pt x="1740484" y="194716"/>
                  <a:pt x="1743024" y="185522"/>
                  <a:pt x="1745056" y="175565"/>
                </a:cubicBezTo>
                <a:lnTo>
                  <a:pt x="1767611" y="178613"/>
                </a:lnTo>
                <a:cubicBezTo>
                  <a:pt x="1766392" y="184100"/>
                  <a:pt x="1765071" y="189382"/>
                  <a:pt x="1763649" y="194462"/>
                </a:cubicBezTo>
                <a:cubicBezTo>
                  <a:pt x="1762227" y="199542"/>
                  <a:pt x="1760703" y="204420"/>
                  <a:pt x="1759077" y="209093"/>
                </a:cubicBezTo>
                <a:cubicBezTo>
                  <a:pt x="1766189" y="220472"/>
                  <a:pt x="1774317" y="229260"/>
                  <a:pt x="1783461" y="235458"/>
                </a:cubicBezTo>
                <a:cubicBezTo>
                  <a:pt x="1792605" y="241656"/>
                  <a:pt x="1803375" y="246076"/>
                  <a:pt x="1815770" y="248717"/>
                </a:cubicBezTo>
                <a:lnTo>
                  <a:pt x="1815770" y="164592"/>
                </a:lnTo>
                <a:lnTo>
                  <a:pt x="1697507" y="164592"/>
                </a:lnTo>
                <a:close/>
                <a:moveTo>
                  <a:pt x="1322756" y="128930"/>
                </a:moveTo>
                <a:cubicBezTo>
                  <a:pt x="1329665" y="128930"/>
                  <a:pt x="1334643" y="130048"/>
                  <a:pt x="1337691" y="132284"/>
                </a:cubicBezTo>
                <a:cubicBezTo>
                  <a:pt x="1340739" y="134518"/>
                  <a:pt x="1342263" y="139802"/>
                  <a:pt x="1342263" y="148133"/>
                </a:cubicBezTo>
                <a:cubicBezTo>
                  <a:pt x="1342263" y="156464"/>
                  <a:pt x="1340739" y="161748"/>
                  <a:pt x="1337691" y="163982"/>
                </a:cubicBezTo>
                <a:cubicBezTo>
                  <a:pt x="1334643" y="166218"/>
                  <a:pt x="1329665" y="167336"/>
                  <a:pt x="1322756" y="167336"/>
                </a:cubicBezTo>
                <a:cubicBezTo>
                  <a:pt x="1315644" y="167336"/>
                  <a:pt x="1310615" y="166218"/>
                  <a:pt x="1307668" y="163982"/>
                </a:cubicBezTo>
                <a:cubicBezTo>
                  <a:pt x="1304722" y="161748"/>
                  <a:pt x="1303249" y="156464"/>
                  <a:pt x="1303249" y="148133"/>
                </a:cubicBezTo>
                <a:cubicBezTo>
                  <a:pt x="1303249" y="139802"/>
                  <a:pt x="1304722" y="134518"/>
                  <a:pt x="1307668" y="132284"/>
                </a:cubicBezTo>
                <a:cubicBezTo>
                  <a:pt x="1310615" y="130048"/>
                  <a:pt x="1315644" y="128930"/>
                  <a:pt x="1322756" y="128930"/>
                </a:cubicBezTo>
                <a:close/>
                <a:moveTo>
                  <a:pt x="627431" y="128930"/>
                </a:moveTo>
                <a:cubicBezTo>
                  <a:pt x="634340" y="128930"/>
                  <a:pt x="639318" y="130048"/>
                  <a:pt x="642366" y="132284"/>
                </a:cubicBezTo>
                <a:cubicBezTo>
                  <a:pt x="645414" y="134518"/>
                  <a:pt x="646938" y="139802"/>
                  <a:pt x="646938" y="148133"/>
                </a:cubicBezTo>
                <a:cubicBezTo>
                  <a:pt x="646938" y="156464"/>
                  <a:pt x="645414" y="161748"/>
                  <a:pt x="642366" y="163982"/>
                </a:cubicBezTo>
                <a:cubicBezTo>
                  <a:pt x="639318" y="166218"/>
                  <a:pt x="634340" y="167336"/>
                  <a:pt x="627431" y="167336"/>
                </a:cubicBezTo>
                <a:cubicBezTo>
                  <a:pt x="620319" y="167336"/>
                  <a:pt x="615290" y="166218"/>
                  <a:pt x="612343" y="163982"/>
                </a:cubicBezTo>
                <a:cubicBezTo>
                  <a:pt x="609397" y="161748"/>
                  <a:pt x="607924" y="156464"/>
                  <a:pt x="607924" y="148133"/>
                </a:cubicBezTo>
                <a:cubicBezTo>
                  <a:pt x="607924" y="139802"/>
                  <a:pt x="609397" y="134518"/>
                  <a:pt x="612343" y="132284"/>
                </a:cubicBezTo>
                <a:cubicBezTo>
                  <a:pt x="615290" y="130048"/>
                  <a:pt x="620319" y="128930"/>
                  <a:pt x="627431" y="128930"/>
                </a:cubicBezTo>
                <a:close/>
                <a:moveTo>
                  <a:pt x="881558" y="128016"/>
                </a:moveTo>
                <a:lnTo>
                  <a:pt x="881558" y="148742"/>
                </a:lnTo>
                <a:lnTo>
                  <a:pt x="928802" y="148742"/>
                </a:lnTo>
                <a:lnTo>
                  <a:pt x="928802" y="128016"/>
                </a:lnTo>
                <a:close/>
                <a:moveTo>
                  <a:pt x="813892" y="128016"/>
                </a:moveTo>
                <a:lnTo>
                  <a:pt x="813892" y="148742"/>
                </a:lnTo>
                <a:lnTo>
                  <a:pt x="861746" y="148742"/>
                </a:lnTo>
                <a:lnTo>
                  <a:pt x="861746" y="128016"/>
                </a:lnTo>
                <a:close/>
                <a:moveTo>
                  <a:pt x="1049122" y="110338"/>
                </a:moveTo>
                <a:lnTo>
                  <a:pt x="1213714" y="110338"/>
                </a:lnTo>
                <a:lnTo>
                  <a:pt x="1213714" y="131369"/>
                </a:lnTo>
                <a:lnTo>
                  <a:pt x="1148182" y="173432"/>
                </a:lnTo>
                <a:lnTo>
                  <a:pt x="1148182" y="178918"/>
                </a:lnTo>
                <a:lnTo>
                  <a:pt x="1263091" y="178918"/>
                </a:lnTo>
                <a:lnTo>
                  <a:pt x="1263091" y="201168"/>
                </a:lnTo>
                <a:lnTo>
                  <a:pt x="1148182" y="201168"/>
                </a:lnTo>
                <a:lnTo>
                  <a:pt x="1148182" y="239573"/>
                </a:lnTo>
                <a:cubicBezTo>
                  <a:pt x="1148182" y="246482"/>
                  <a:pt x="1147521" y="252070"/>
                  <a:pt x="1146200" y="256337"/>
                </a:cubicBezTo>
                <a:cubicBezTo>
                  <a:pt x="1144880" y="260604"/>
                  <a:pt x="1142594" y="264008"/>
                  <a:pt x="1139342" y="266548"/>
                </a:cubicBezTo>
                <a:cubicBezTo>
                  <a:pt x="1136091" y="269088"/>
                  <a:pt x="1131824" y="270866"/>
                  <a:pt x="1126541" y="271882"/>
                </a:cubicBezTo>
                <a:cubicBezTo>
                  <a:pt x="1121258" y="272898"/>
                  <a:pt x="1114552" y="273710"/>
                  <a:pt x="1106424" y="274320"/>
                </a:cubicBezTo>
                <a:lnTo>
                  <a:pt x="1082650" y="275844"/>
                </a:lnTo>
                <a:lnTo>
                  <a:pt x="1075944" y="253898"/>
                </a:lnTo>
                <a:lnTo>
                  <a:pt x="1101242" y="252070"/>
                </a:lnTo>
                <a:cubicBezTo>
                  <a:pt x="1106119" y="251664"/>
                  <a:pt x="1110031" y="251206"/>
                  <a:pt x="1112977" y="250698"/>
                </a:cubicBezTo>
                <a:cubicBezTo>
                  <a:pt x="1115924" y="250190"/>
                  <a:pt x="1118260" y="249276"/>
                  <a:pt x="1119988" y="247955"/>
                </a:cubicBezTo>
                <a:cubicBezTo>
                  <a:pt x="1121715" y="246634"/>
                  <a:pt x="1122832" y="244806"/>
                  <a:pt x="1123340" y="242468"/>
                </a:cubicBezTo>
                <a:cubicBezTo>
                  <a:pt x="1123848" y="240132"/>
                  <a:pt x="1124102" y="236830"/>
                  <a:pt x="1124102" y="232562"/>
                </a:cubicBezTo>
                <a:lnTo>
                  <a:pt x="1124102" y="201168"/>
                </a:lnTo>
                <a:lnTo>
                  <a:pt x="999744" y="201168"/>
                </a:lnTo>
                <a:lnTo>
                  <a:pt x="999744" y="178918"/>
                </a:lnTo>
                <a:lnTo>
                  <a:pt x="1124102" y="178918"/>
                </a:lnTo>
                <a:lnTo>
                  <a:pt x="1124102" y="164288"/>
                </a:lnTo>
                <a:lnTo>
                  <a:pt x="1175004" y="132284"/>
                </a:lnTo>
                <a:lnTo>
                  <a:pt x="1049122" y="132284"/>
                </a:lnTo>
                <a:close/>
                <a:moveTo>
                  <a:pt x="107899" y="104546"/>
                </a:moveTo>
                <a:lnTo>
                  <a:pt x="107899" y="121310"/>
                </a:lnTo>
                <a:lnTo>
                  <a:pt x="229514" y="121310"/>
                </a:lnTo>
                <a:lnTo>
                  <a:pt x="229514" y="104546"/>
                </a:lnTo>
                <a:close/>
                <a:moveTo>
                  <a:pt x="881558" y="91440"/>
                </a:moveTo>
                <a:lnTo>
                  <a:pt x="881558" y="111557"/>
                </a:lnTo>
                <a:lnTo>
                  <a:pt x="928802" y="111557"/>
                </a:lnTo>
                <a:lnTo>
                  <a:pt x="928802" y="91440"/>
                </a:lnTo>
                <a:close/>
                <a:moveTo>
                  <a:pt x="813892" y="91440"/>
                </a:moveTo>
                <a:lnTo>
                  <a:pt x="813892" y="111557"/>
                </a:lnTo>
                <a:lnTo>
                  <a:pt x="861746" y="111557"/>
                </a:lnTo>
                <a:lnTo>
                  <a:pt x="861746" y="91440"/>
                </a:lnTo>
                <a:close/>
                <a:moveTo>
                  <a:pt x="502539" y="88088"/>
                </a:moveTo>
                <a:lnTo>
                  <a:pt x="502539" y="123749"/>
                </a:lnTo>
                <a:lnTo>
                  <a:pt x="530276" y="123749"/>
                </a:lnTo>
                <a:lnTo>
                  <a:pt x="530276" y="88088"/>
                </a:lnTo>
                <a:close/>
                <a:moveTo>
                  <a:pt x="453466" y="88088"/>
                </a:moveTo>
                <a:lnTo>
                  <a:pt x="453466" y="123749"/>
                </a:lnTo>
                <a:lnTo>
                  <a:pt x="483946" y="123749"/>
                </a:lnTo>
                <a:lnTo>
                  <a:pt x="483946" y="88088"/>
                </a:lnTo>
                <a:close/>
                <a:moveTo>
                  <a:pt x="407441" y="88088"/>
                </a:moveTo>
                <a:lnTo>
                  <a:pt x="407441" y="123749"/>
                </a:lnTo>
                <a:lnTo>
                  <a:pt x="435178" y="123749"/>
                </a:lnTo>
                <a:lnTo>
                  <a:pt x="435178" y="88088"/>
                </a:lnTo>
                <a:close/>
                <a:moveTo>
                  <a:pt x="1438199" y="86564"/>
                </a:moveTo>
                <a:cubicBezTo>
                  <a:pt x="1441653" y="89408"/>
                  <a:pt x="1445717" y="93116"/>
                  <a:pt x="1450391" y="97688"/>
                </a:cubicBezTo>
                <a:cubicBezTo>
                  <a:pt x="1455064" y="102260"/>
                  <a:pt x="1459789" y="107138"/>
                  <a:pt x="1464564" y="112319"/>
                </a:cubicBezTo>
                <a:cubicBezTo>
                  <a:pt x="1469339" y="117500"/>
                  <a:pt x="1473911" y="122580"/>
                  <a:pt x="1478280" y="127559"/>
                </a:cubicBezTo>
                <a:cubicBezTo>
                  <a:pt x="1482649" y="132538"/>
                  <a:pt x="1486154" y="136957"/>
                  <a:pt x="1488796" y="140818"/>
                </a:cubicBezTo>
                <a:lnTo>
                  <a:pt x="1473251" y="159106"/>
                </a:lnTo>
                <a:cubicBezTo>
                  <a:pt x="1470609" y="154636"/>
                  <a:pt x="1467155" y="149708"/>
                  <a:pt x="1462888" y="144323"/>
                </a:cubicBezTo>
                <a:cubicBezTo>
                  <a:pt x="1458620" y="138938"/>
                  <a:pt x="1454150" y="133554"/>
                  <a:pt x="1449476" y="128168"/>
                </a:cubicBezTo>
                <a:cubicBezTo>
                  <a:pt x="1444803" y="122784"/>
                  <a:pt x="1440129" y="117704"/>
                  <a:pt x="1435456" y="112928"/>
                </a:cubicBezTo>
                <a:cubicBezTo>
                  <a:pt x="1430782" y="108154"/>
                  <a:pt x="1426820" y="104242"/>
                  <a:pt x="1423568" y="101194"/>
                </a:cubicBezTo>
                <a:close/>
                <a:moveTo>
                  <a:pt x="359893" y="79553"/>
                </a:moveTo>
                <a:lnTo>
                  <a:pt x="377266" y="89612"/>
                </a:lnTo>
                <a:cubicBezTo>
                  <a:pt x="373812" y="96317"/>
                  <a:pt x="370154" y="102972"/>
                  <a:pt x="366293" y="109576"/>
                </a:cubicBezTo>
                <a:cubicBezTo>
                  <a:pt x="362433" y="116180"/>
                  <a:pt x="358267" y="122733"/>
                  <a:pt x="353797" y="129236"/>
                </a:cubicBezTo>
                <a:lnTo>
                  <a:pt x="353797" y="279806"/>
                </a:lnTo>
                <a:lnTo>
                  <a:pt x="333680" y="279806"/>
                </a:lnTo>
                <a:lnTo>
                  <a:pt x="333680" y="156668"/>
                </a:lnTo>
                <a:cubicBezTo>
                  <a:pt x="329413" y="161950"/>
                  <a:pt x="325044" y="167183"/>
                  <a:pt x="320573" y="172364"/>
                </a:cubicBezTo>
                <a:cubicBezTo>
                  <a:pt x="316103" y="177546"/>
                  <a:pt x="311531" y="182576"/>
                  <a:pt x="306857" y="187452"/>
                </a:cubicBezTo>
                <a:lnTo>
                  <a:pt x="290703" y="172212"/>
                </a:lnTo>
                <a:cubicBezTo>
                  <a:pt x="296596" y="166522"/>
                  <a:pt x="302895" y="159766"/>
                  <a:pt x="309601" y="151943"/>
                </a:cubicBezTo>
                <a:cubicBezTo>
                  <a:pt x="316306" y="144120"/>
                  <a:pt x="322758" y="136042"/>
                  <a:pt x="328955" y="127712"/>
                </a:cubicBezTo>
                <a:cubicBezTo>
                  <a:pt x="335153" y="119380"/>
                  <a:pt x="340995" y="111049"/>
                  <a:pt x="346481" y="102718"/>
                </a:cubicBezTo>
                <a:cubicBezTo>
                  <a:pt x="351968" y="94386"/>
                  <a:pt x="356438" y="86665"/>
                  <a:pt x="359893" y="79553"/>
                </a:cubicBezTo>
                <a:close/>
                <a:moveTo>
                  <a:pt x="1754505" y="79248"/>
                </a:moveTo>
                <a:lnTo>
                  <a:pt x="1754505" y="103632"/>
                </a:lnTo>
                <a:lnTo>
                  <a:pt x="1891665" y="103632"/>
                </a:lnTo>
                <a:lnTo>
                  <a:pt x="1891665" y="79248"/>
                </a:lnTo>
                <a:close/>
                <a:moveTo>
                  <a:pt x="107899" y="71628"/>
                </a:moveTo>
                <a:lnTo>
                  <a:pt x="107899" y="88392"/>
                </a:lnTo>
                <a:lnTo>
                  <a:pt x="229514" y="88392"/>
                </a:lnTo>
                <a:lnTo>
                  <a:pt x="229514" y="71628"/>
                </a:lnTo>
                <a:close/>
                <a:moveTo>
                  <a:pt x="85954" y="54864"/>
                </a:moveTo>
                <a:lnTo>
                  <a:pt x="251155" y="54864"/>
                </a:lnTo>
                <a:lnTo>
                  <a:pt x="251155" y="137770"/>
                </a:lnTo>
                <a:lnTo>
                  <a:pt x="85954" y="137770"/>
                </a:lnTo>
                <a:close/>
                <a:moveTo>
                  <a:pt x="1754505" y="36272"/>
                </a:moveTo>
                <a:lnTo>
                  <a:pt x="1754505" y="60350"/>
                </a:lnTo>
                <a:lnTo>
                  <a:pt x="1891665" y="60350"/>
                </a:lnTo>
                <a:lnTo>
                  <a:pt x="1891665" y="36272"/>
                </a:lnTo>
                <a:close/>
                <a:moveTo>
                  <a:pt x="36576" y="17984"/>
                </a:moveTo>
                <a:lnTo>
                  <a:pt x="272491" y="17984"/>
                </a:lnTo>
                <a:lnTo>
                  <a:pt x="272491" y="38100"/>
                </a:lnTo>
                <a:lnTo>
                  <a:pt x="58826" y="38100"/>
                </a:lnTo>
                <a:lnTo>
                  <a:pt x="58826" y="97536"/>
                </a:lnTo>
                <a:cubicBezTo>
                  <a:pt x="58826" y="115012"/>
                  <a:pt x="58522" y="130506"/>
                  <a:pt x="57912" y="144018"/>
                </a:cubicBezTo>
                <a:cubicBezTo>
                  <a:pt x="57302" y="157531"/>
                  <a:pt x="56337" y="169622"/>
                  <a:pt x="55016" y="180290"/>
                </a:cubicBezTo>
                <a:cubicBezTo>
                  <a:pt x="53696" y="190958"/>
                  <a:pt x="52019" y="200558"/>
                  <a:pt x="49987" y="209093"/>
                </a:cubicBezTo>
                <a:cubicBezTo>
                  <a:pt x="47955" y="217628"/>
                  <a:pt x="45517" y="225704"/>
                  <a:pt x="42672" y="233324"/>
                </a:cubicBezTo>
                <a:cubicBezTo>
                  <a:pt x="39827" y="240944"/>
                  <a:pt x="36576" y="248412"/>
                  <a:pt x="32918" y="255728"/>
                </a:cubicBezTo>
                <a:cubicBezTo>
                  <a:pt x="29261" y="263042"/>
                  <a:pt x="25095" y="270866"/>
                  <a:pt x="20422" y="279197"/>
                </a:cubicBezTo>
                <a:lnTo>
                  <a:pt x="0" y="267614"/>
                </a:lnTo>
                <a:cubicBezTo>
                  <a:pt x="4674" y="259690"/>
                  <a:pt x="8839" y="252172"/>
                  <a:pt x="12497" y="245060"/>
                </a:cubicBezTo>
                <a:cubicBezTo>
                  <a:pt x="16154" y="237948"/>
                  <a:pt x="19355" y="230784"/>
                  <a:pt x="22098" y="223571"/>
                </a:cubicBezTo>
                <a:cubicBezTo>
                  <a:pt x="24841" y="216358"/>
                  <a:pt x="27127" y="208738"/>
                  <a:pt x="28956" y="200711"/>
                </a:cubicBezTo>
                <a:cubicBezTo>
                  <a:pt x="30785" y="192684"/>
                  <a:pt x="32258" y="183794"/>
                  <a:pt x="33376" y="174041"/>
                </a:cubicBezTo>
                <a:cubicBezTo>
                  <a:pt x="34493" y="164288"/>
                  <a:pt x="35306" y="153314"/>
                  <a:pt x="35814" y="141122"/>
                </a:cubicBezTo>
                <a:cubicBezTo>
                  <a:pt x="36322" y="128930"/>
                  <a:pt x="36576" y="115012"/>
                  <a:pt x="36576" y="99365"/>
                </a:cubicBezTo>
                <a:close/>
                <a:moveTo>
                  <a:pt x="1731645" y="17678"/>
                </a:moveTo>
                <a:lnTo>
                  <a:pt x="1914525" y="17678"/>
                </a:lnTo>
                <a:lnTo>
                  <a:pt x="1914525" y="122225"/>
                </a:lnTo>
                <a:lnTo>
                  <a:pt x="1731645" y="122225"/>
                </a:lnTo>
                <a:close/>
                <a:moveTo>
                  <a:pt x="734035" y="5182"/>
                </a:moveTo>
                <a:lnTo>
                  <a:pt x="754456" y="6096"/>
                </a:lnTo>
                <a:lnTo>
                  <a:pt x="754456" y="78029"/>
                </a:lnTo>
                <a:lnTo>
                  <a:pt x="784936" y="78029"/>
                </a:lnTo>
                <a:lnTo>
                  <a:pt x="784936" y="100584"/>
                </a:lnTo>
                <a:lnTo>
                  <a:pt x="754456" y="100584"/>
                </a:lnTo>
                <a:lnTo>
                  <a:pt x="754456" y="279197"/>
                </a:lnTo>
                <a:lnTo>
                  <a:pt x="734035" y="279197"/>
                </a:lnTo>
                <a:lnTo>
                  <a:pt x="734035" y="100584"/>
                </a:lnTo>
                <a:lnTo>
                  <a:pt x="702031" y="100584"/>
                </a:lnTo>
                <a:lnTo>
                  <a:pt x="702031" y="78029"/>
                </a:lnTo>
                <a:lnTo>
                  <a:pt x="734035" y="78029"/>
                </a:lnTo>
                <a:close/>
                <a:moveTo>
                  <a:pt x="362331" y="3658"/>
                </a:moveTo>
                <a:lnTo>
                  <a:pt x="379705" y="16154"/>
                </a:lnTo>
                <a:cubicBezTo>
                  <a:pt x="375641" y="22657"/>
                  <a:pt x="370967" y="29464"/>
                  <a:pt x="365684" y="36576"/>
                </a:cubicBezTo>
                <a:cubicBezTo>
                  <a:pt x="360401" y="43688"/>
                  <a:pt x="354762" y="50851"/>
                  <a:pt x="348767" y="58064"/>
                </a:cubicBezTo>
                <a:cubicBezTo>
                  <a:pt x="342773" y="65278"/>
                  <a:pt x="336626" y="72340"/>
                  <a:pt x="330327" y="79248"/>
                </a:cubicBezTo>
                <a:cubicBezTo>
                  <a:pt x="324028" y="86157"/>
                  <a:pt x="317932" y="92558"/>
                  <a:pt x="312039" y="98450"/>
                </a:cubicBezTo>
                <a:lnTo>
                  <a:pt x="297409" y="84430"/>
                </a:lnTo>
                <a:cubicBezTo>
                  <a:pt x="303301" y="79146"/>
                  <a:pt x="309347" y="73102"/>
                  <a:pt x="315544" y="66294"/>
                </a:cubicBezTo>
                <a:cubicBezTo>
                  <a:pt x="321742" y="59487"/>
                  <a:pt x="327685" y="52426"/>
                  <a:pt x="333375" y="45110"/>
                </a:cubicBezTo>
                <a:cubicBezTo>
                  <a:pt x="339065" y="37796"/>
                  <a:pt x="344399" y="30582"/>
                  <a:pt x="349377" y="23470"/>
                </a:cubicBezTo>
                <a:cubicBezTo>
                  <a:pt x="354355" y="16358"/>
                  <a:pt x="358673" y="9754"/>
                  <a:pt x="362331" y="3658"/>
                </a:cubicBezTo>
                <a:close/>
                <a:moveTo>
                  <a:pt x="457733" y="3353"/>
                </a:moveTo>
                <a:lnTo>
                  <a:pt x="479679" y="3962"/>
                </a:lnTo>
                <a:lnTo>
                  <a:pt x="479679" y="30176"/>
                </a:lnTo>
                <a:lnTo>
                  <a:pt x="566242" y="30176"/>
                </a:lnTo>
                <a:lnTo>
                  <a:pt x="566242" y="48768"/>
                </a:lnTo>
                <a:lnTo>
                  <a:pt x="479679" y="48768"/>
                </a:lnTo>
                <a:lnTo>
                  <a:pt x="479679" y="72238"/>
                </a:lnTo>
                <a:lnTo>
                  <a:pt x="550088" y="72238"/>
                </a:lnTo>
                <a:lnTo>
                  <a:pt x="550088" y="139598"/>
                </a:lnTo>
                <a:lnTo>
                  <a:pt x="388239" y="139598"/>
                </a:lnTo>
                <a:lnTo>
                  <a:pt x="388239" y="72238"/>
                </a:lnTo>
                <a:lnTo>
                  <a:pt x="457733" y="72238"/>
                </a:lnTo>
                <a:lnTo>
                  <a:pt x="457733" y="48768"/>
                </a:lnTo>
                <a:lnTo>
                  <a:pt x="379705" y="48768"/>
                </a:lnTo>
                <a:lnTo>
                  <a:pt x="379705" y="30176"/>
                </a:lnTo>
                <a:lnTo>
                  <a:pt x="457733" y="30176"/>
                </a:lnTo>
                <a:close/>
                <a:moveTo>
                  <a:pt x="1127760" y="3048"/>
                </a:moveTo>
                <a:cubicBezTo>
                  <a:pt x="1128979" y="4877"/>
                  <a:pt x="1130605" y="8026"/>
                  <a:pt x="1132637" y="12497"/>
                </a:cubicBezTo>
                <a:cubicBezTo>
                  <a:pt x="1134669" y="16968"/>
                  <a:pt x="1136802" y="21794"/>
                  <a:pt x="1139038" y="26975"/>
                </a:cubicBezTo>
                <a:cubicBezTo>
                  <a:pt x="1141273" y="32156"/>
                  <a:pt x="1143356" y="37135"/>
                  <a:pt x="1145286" y="41910"/>
                </a:cubicBezTo>
                <a:cubicBezTo>
                  <a:pt x="1147216" y="46686"/>
                  <a:pt x="1148588" y="50292"/>
                  <a:pt x="1149401" y="52730"/>
                </a:cubicBezTo>
                <a:lnTo>
                  <a:pt x="1135075" y="57912"/>
                </a:lnTo>
                <a:lnTo>
                  <a:pt x="1176223" y="57912"/>
                </a:lnTo>
                <a:cubicBezTo>
                  <a:pt x="1178865" y="54052"/>
                  <a:pt x="1181608" y="49784"/>
                  <a:pt x="1184453" y="45110"/>
                </a:cubicBezTo>
                <a:cubicBezTo>
                  <a:pt x="1187298" y="40437"/>
                  <a:pt x="1189990" y="35712"/>
                  <a:pt x="1192530" y="30938"/>
                </a:cubicBezTo>
                <a:cubicBezTo>
                  <a:pt x="1195070" y="26162"/>
                  <a:pt x="1197458" y="21540"/>
                  <a:pt x="1199693" y="17069"/>
                </a:cubicBezTo>
                <a:cubicBezTo>
                  <a:pt x="1201928" y="12598"/>
                  <a:pt x="1203858" y="8534"/>
                  <a:pt x="1205484" y="4877"/>
                </a:cubicBezTo>
                <a:lnTo>
                  <a:pt x="1227734" y="13716"/>
                </a:lnTo>
                <a:cubicBezTo>
                  <a:pt x="1224483" y="19812"/>
                  <a:pt x="1220521" y="26975"/>
                  <a:pt x="1215847" y="35204"/>
                </a:cubicBezTo>
                <a:cubicBezTo>
                  <a:pt x="1211174" y="43434"/>
                  <a:pt x="1206703" y="51004"/>
                  <a:pt x="1202436" y="57912"/>
                </a:cubicBezTo>
                <a:lnTo>
                  <a:pt x="1253033" y="57912"/>
                </a:lnTo>
                <a:lnTo>
                  <a:pt x="1253033" y="116738"/>
                </a:lnTo>
                <a:lnTo>
                  <a:pt x="1230173" y="116738"/>
                </a:lnTo>
                <a:lnTo>
                  <a:pt x="1230173" y="79553"/>
                </a:lnTo>
                <a:lnTo>
                  <a:pt x="1032662" y="79553"/>
                </a:lnTo>
                <a:lnTo>
                  <a:pt x="1032662" y="116738"/>
                </a:lnTo>
                <a:lnTo>
                  <a:pt x="1009802" y="116738"/>
                </a:lnTo>
                <a:lnTo>
                  <a:pt x="1009802" y="57912"/>
                </a:lnTo>
                <a:lnTo>
                  <a:pt x="1057961" y="57912"/>
                </a:lnTo>
                <a:cubicBezTo>
                  <a:pt x="1056742" y="55068"/>
                  <a:pt x="1055218" y="51816"/>
                  <a:pt x="1053389" y="48158"/>
                </a:cubicBezTo>
                <a:cubicBezTo>
                  <a:pt x="1051560" y="44501"/>
                  <a:pt x="1049630" y="40792"/>
                  <a:pt x="1047598" y="37034"/>
                </a:cubicBezTo>
                <a:cubicBezTo>
                  <a:pt x="1045566" y="33274"/>
                  <a:pt x="1043483" y="29718"/>
                  <a:pt x="1041349" y="26366"/>
                </a:cubicBezTo>
                <a:cubicBezTo>
                  <a:pt x="1039216" y="23012"/>
                  <a:pt x="1037234" y="20218"/>
                  <a:pt x="1035406" y="17984"/>
                </a:cubicBezTo>
                <a:lnTo>
                  <a:pt x="1056437" y="9144"/>
                </a:lnTo>
                <a:cubicBezTo>
                  <a:pt x="1057859" y="11176"/>
                  <a:pt x="1059739" y="14072"/>
                  <a:pt x="1062076" y="17831"/>
                </a:cubicBezTo>
                <a:cubicBezTo>
                  <a:pt x="1064412" y="21590"/>
                  <a:pt x="1066800" y="25604"/>
                  <a:pt x="1069238" y="29870"/>
                </a:cubicBezTo>
                <a:cubicBezTo>
                  <a:pt x="1071677" y="34138"/>
                  <a:pt x="1073963" y="38252"/>
                  <a:pt x="1076096" y="42215"/>
                </a:cubicBezTo>
                <a:cubicBezTo>
                  <a:pt x="1078230" y="46178"/>
                  <a:pt x="1079805" y="49378"/>
                  <a:pt x="1080821" y="51816"/>
                </a:cubicBezTo>
                <a:lnTo>
                  <a:pt x="1068019" y="57912"/>
                </a:lnTo>
                <a:lnTo>
                  <a:pt x="1126846" y="57912"/>
                </a:lnTo>
                <a:cubicBezTo>
                  <a:pt x="1125830" y="54661"/>
                  <a:pt x="1124509" y="50902"/>
                  <a:pt x="1122883" y="46634"/>
                </a:cubicBezTo>
                <a:cubicBezTo>
                  <a:pt x="1121258" y="42368"/>
                  <a:pt x="1119480" y="37998"/>
                  <a:pt x="1117549" y="33528"/>
                </a:cubicBezTo>
                <a:cubicBezTo>
                  <a:pt x="1115619" y="29058"/>
                  <a:pt x="1113638" y="24740"/>
                  <a:pt x="1111606" y="20574"/>
                </a:cubicBezTo>
                <a:cubicBezTo>
                  <a:pt x="1109574" y="16408"/>
                  <a:pt x="1107846" y="12904"/>
                  <a:pt x="1106424" y="10058"/>
                </a:cubicBezTo>
                <a:close/>
                <a:moveTo>
                  <a:pt x="1584503" y="1829"/>
                </a:moveTo>
                <a:cubicBezTo>
                  <a:pt x="1587144" y="4064"/>
                  <a:pt x="1590243" y="6909"/>
                  <a:pt x="1593799" y="10364"/>
                </a:cubicBezTo>
                <a:cubicBezTo>
                  <a:pt x="1597355" y="13818"/>
                  <a:pt x="1600962" y="17424"/>
                  <a:pt x="1604620" y="21184"/>
                </a:cubicBezTo>
                <a:cubicBezTo>
                  <a:pt x="1608277" y="24943"/>
                  <a:pt x="1611732" y="28652"/>
                  <a:pt x="1614983" y="32309"/>
                </a:cubicBezTo>
                <a:cubicBezTo>
                  <a:pt x="1618234" y="35966"/>
                  <a:pt x="1620876" y="39116"/>
                  <a:pt x="1622908" y="41758"/>
                </a:cubicBezTo>
                <a:lnTo>
                  <a:pt x="1613154" y="52730"/>
                </a:lnTo>
                <a:lnTo>
                  <a:pt x="1656740" y="52730"/>
                </a:lnTo>
                <a:lnTo>
                  <a:pt x="1656740" y="74372"/>
                </a:lnTo>
                <a:lnTo>
                  <a:pt x="1543355" y="74372"/>
                </a:lnTo>
                <a:lnTo>
                  <a:pt x="1543355" y="85954"/>
                </a:lnTo>
                <a:cubicBezTo>
                  <a:pt x="1547825" y="97130"/>
                  <a:pt x="1552499" y="107594"/>
                  <a:pt x="1557376" y="117348"/>
                </a:cubicBezTo>
                <a:cubicBezTo>
                  <a:pt x="1562252" y="127102"/>
                  <a:pt x="1567637" y="136348"/>
                  <a:pt x="1573530" y="145085"/>
                </a:cubicBezTo>
                <a:cubicBezTo>
                  <a:pt x="1578204" y="141021"/>
                  <a:pt x="1583131" y="136500"/>
                  <a:pt x="1588313" y="131522"/>
                </a:cubicBezTo>
                <a:cubicBezTo>
                  <a:pt x="1593494" y="126543"/>
                  <a:pt x="1598524" y="121463"/>
                  <a:pt x="1603400" y="116282"/>
                </a:cubicBezTo>
                <a:cubicBezTo>
                  <a:pt x="1608277" y="111100"/>
                  <a:pt x="1612849" y="105918"/>
                  <a:pt x="1617116" y="100736"/>
                </a:cubicBezTo>
                <a:cubicBezTo>
                  <a:pt x="1621384" y="95555"/>
                  <a:pt x="1625041" y="90729"/>
                  <a:pt x="1628089" y="86258"/>
                </a:cubicBezTo>
                <a:lnTo>
                  <a:pt x="1645158" y="101804"/>
                </a:lnTo>
                <a:cubicBezTo>
                  <a:pt x="1641500" y="106477"/>
                  <a:pt x="1637335" y="111506"/>
                  <a:pt x="1632661" y="116891"/>
                </a:cubicBezTo>
                <a:cubicBezTo>
                  <a:pt x="1627988" y="122276"/>
                  <a:pt x="1623060" y="127660"/>
                  <a:pt x="1617878" y="133046"/>
                </a:cubicBezTo>
                <a:cubicBezTo>
                  <a:pt x="1612697" y="138430"/>
                  <a:pt x="1607363" y="143662"/>
                  <a:pt x="1601876" y="148742"/>
                </a:cubicBezTo>
                <a:cubicBezTo>
                  <a:pt x="1596390" y="153822"/>
                  <a:pt x="1591208" y="158293"/>
                  <a:pt x="1586332" y="162154"/>
                </a:cubicBezTo>
                <a:cubicBezTo>
                  <a:pt x="1597508" y="175768"/>
                  <a:pt x="1610106" y="187960"/>
                  <a:pt x="1624127" y="198730"/>
                </a:cubicBezTo>
                <a:cubicBezTo>
                  <a:pt x="1638148" y="209500"/>
                  <a:pt x="1654302" y="219456"/>
                  <a:pt x="1672590" y="228600"/>
                </a:cubicBezTo>
                <a:lnTo>
                  <a:pt x="1657655" y="250546"/>
                </a:lnTo>
                <a:cubicBezTo>
                  <a:pt x="1632864" y="235712"/>
                  <a:pt x="1610868" y="218796"/>
                  <a:pt x="1591666" y="199796"/>
                </a:cubicBezTo>
                <a:cubicBezTo>
                  <a:pt x="1572463" y="180798"/>
                  <a:pt x="1556360" y="158090"/>
                  <a:pt x="1543355" y="131674"/>
                </a:cubicBezTo>
                <a:lnTo>
                  <a:pt x="1543355" y="238354"/>
                </a:lnTo>
                <a:cubicBezTo>
                  <a:pt x="1543355" y="244856"/>
                  <a:pt x="1542745" y="250342"/>
                  <a:pt x="1541526" y="254813"/>
                </a:cubicBezTo>
                <a:cubicBezTo>
                  <a:pt x="1540307" y="259284"/>
                  <a:pt x="1538072" y="262890"/>
                  <a:pt x="1534820" y="265634"/>
                </a:cubicBezTo>
                <a:cubicBezTo>
                  <a:pt x="1531569" y="268376"/>
                  <a:pt x="1527251" y="270460"/>
                  <a:pt x="1521866" y="271882"/>
                </a:cubicBezTo>
                <a:cubicBezTo>
                  <a:pt x="1516482" y="273304"/>
                  <a:pt x="1509522" y="274218"/>
                  <a:pt x="1500988" y="274625"/>
                </a:cubicBezTo>
                <a:lnTo>
                  <a:pt x="1484224" y="275540"/>
                </a:lnTo>
                <a:lnTo>
                  <a:pt x="1476908" y="252374"/>
                </a:lnTo>
                <a:lnTo>
                  <a:pt x="1497635" y="251156"/>
                </a:lnTo>
                <a:cubicBezTo>
                  <a:pt x="1502918" y="250952"/>
                  <a:pt x="1507033" y="250495"/>
                  <a:pt x="1509979" y="249784"/>
                </a:cubicBezTo>
                <a:cubicBezTo>
                  <a:pt x="1512926" y="249072"/>
                  <a:pt x="1515161" y="247955"/>
                  <a:pt x="1516685" y="246431"/>
                </a:cubicBezTo>
                <a:cubicBezTo>
                  <a:pt x="1518209" y="244907"/>
                  <a:pt x="1519174" y="242926"/>
                  <a:pt x="1519580" y="240488"/>
                </a:cubicBezTo>
                <a:cubicBezTo>
                  <a:pt x="1519987" y="238049"/>
                  <a:pt x="1520190" y="235001"/>
                  <a:pt x="1520190" y="231344"/>
                </a:cubicBezTo>
                <a:lnTo>
                  <a:pt x="1520190" y="169469"/>
                </a:lnTo>
                <a:cubicBezTo>
                  <a:pt x="1512468" y="175362"/>
                  <a:pt x="1504086" y="181560"/>
                  <a:pt x="1495044" y="188062"/>
                </a:cubicBezTo>
                <a:cubicBezTo>
                  <a:pt x="1486002" y="194564"/>
                  <a:pt x="1476654" y="201066"/>
                  <a:pt x="1467002" y="207569"/>
                </a:cubicBezTo>
                <a:cubicBezTo>
                  <a:pt x="1457350" y="214072"/>
                  <a:pt x="1447698" y="220370"/>
                  <a:pt x="1438046" y="226466"/>
                </a:cubicBezTo>
                <a:cubicBezTo>
                  <a:pt x="1428394" y="232562"/>
                  <a:pt x="1419200" y="238150"/>
                  <a:pt x="1410462" y="243230"/>
                </a:cubicBezTo>
                <a:lnTo>
                  <a:pt x="1395527" y="222809"/>
                </a:lnTo>
                <a:cubicBezTo>
                  <a:pt x="1406093" y="217322"/>
                  <a:pt x="1417066" y="211125"/>
                  <a:pt x="1428445" y="204216"/>
                </a:cubicBezTo>
                <a:cubicBezTo>
                  <a:pt x="1439824" y="197308"/>
                  <a:pt x="1451000" y="190246"/>
                  <a:pt x="1461973" y="183032"/>
                </a:cubicBezTo>
                <a:cubicBezTo>
                  <a:pt x="1472946" y="175819"/>
                  <a:pt x="1483411" y="168656"/>
                  <a:pt x="1493368" y="161544"/>
                </a:cubicBezTo>
                <a:cubicBezTo>
                  <a:pt x="1503324" y="154432"/>
                  <a:pt x="1512265" y="147828"/>
                  <a:pt x="1520190" y="141732"/>
                </a:cubicBezTo>
                <a:lnTo>
                  <a:pt x="1520190" y="74372"/>
                </a:lnTo>
                <a:lnTo>
                  <a:pt x="1409243" y="74372"/>
                </a:lnTo>
                <a:lnTo>
                  <a:pt x="1409243" y="52730"/>
                </a:lnTo>
                <a:lnTo>
                  <a:pt x="1520190" y="52730"/>
                </a:lnTo>
                <a:lnTo>
                  <a:pt x="1520190" y="3048"/>
                </a:lnTo>
                <a:lnTo>
                  <a:pt x="1543355" y="4268"/>
                </a:lnTo>
                <a:lnTo>
                  <a:pt x="1543355" y="52730"/>
                </a:lnTo>
                <a:lnTo>
                  <a:pt x="1603400" y="52730"/>
                </a:lnTo>
                <a:cubicBezTo>
                  <a:pt x="1600962" y="49480"/>
                  <a:pt x="1598270" y="46126"/>
                  <a:pt x="1595323" y="42672"/>
                </a:cubicBezTo>
                <a:cubicBezTo>
                  <a:pt x="1592377" y="39218"/>
                  <a:pt x="1589329" y="35814"/>
                  <a:pt x="1586179" y="32462"/>
                </a:cubicBezTo>
                <a:cubicBezTo>
                  <a:pt x="1583030" y="29108"/>
                  <a:pt x="1579982" y="26010"/>
                  <a:pt x="1577035" y="23165"/>
                </a:cubicBezTo>
                <a:cubicBezTo>
                  <a:pt x="1574089" y="20320"/>
                  <a:pt x="1571498" y="17984"/>
                  <a:pt x="1569263" y="16154"/>
                </a:cubicBezTo>
                <a:close/>
                <a:moveTo>
                  <a:pt x="914781" y="0"/>
                </a:moveTo>
                <a:cubicBezTo>
                  <a:pt x="916813" y="1829"/>
                  <a:pt x="919201" y="4014"/>
                  <a:pt x="921944" y="6554"/>
                </a:cubicBezTo>
                <a:cubicBezTo>
                  <a:pt x="924687" y="9094"/>
                  <a:pt x="927481" y="11836"/>
                  <a:pt x="930326" y="14783"/>
                </a:cubicBezTo>
                <a:cubicBezTo>
                  <a:pt x="933171" y="17730"/>
                  <a:pt x="935914" y="20574"/>
                  <a:pt x="938555" y="23318"/>
                </a:cubicBezTo>
                <a:cubicBezTo>
                  <a:pt x="941197" y="26060"/>
                  <a:pt x="943331" y="28448"/>
                  <a:pt x="944956" y="30480"/>
                </a:cubicBezTo>
                <a:lnTo>
                  <a:pt x="940079" y="35662"/>
                </a:lnTo>
                <a:lnTo>
                  <a:pt x="967207" y="35662"/>
                </a:lnTo>
                <a:lnTo>
                  <a:pt x="967207" y="53645"/>
                </a:lnTo>
                <a:lnTo>
                  <a:pt x="881558" y="53645"/>
                </a:lnTo>
                <a:lnTo>
                  <a:pt x="881558" y="74676"/>
                </a:lnTo>
                <a:lnTo>
                  <a:pt x="949833" y="74676"/>
                </a:lnTo>
                <a:lnTo>
                  <a:pt x="949833" y="182270"/>
                </a:lnTo>
                <a:lnTo>
                  <a:pt x="928802" y="182270"/>
                </a:lnTo>
                <a:lnTo>
                  <a:pt x="928802" y="165812"/>
                </a:lnTo>
                <a:lnTo>
                  <a:pt x="881558" y="165812"/>
                </a:lnTo>
                <a:lnTo>
                  <a:pt x="881558" y="180137"/>
                </a:lnTo>
                <a:lnTo>
                  <a:pt x="861746" y="180137"/>
                </a:lnTo>
                <a:lnTo>
                  <a:pt x="861746" y="165812"/>
                </a:lnTo>
                <a:lnTo>
                  <a:pt x="813892" y="165812"/>
                </a:lnTo>
                <a:lnTo>
                  <a:pt x="813892" y="182270"/>
                </a:lnTo>
                <a:lnTo>
                  <a:pt x="793471" y="182270"/>
                </a:lnTo>
                <a:lnTo>
                  <a:pt x="793471" y="74676"/>
                </a:lnTo>
                <a:lnTo>
                  <a:pt x="861746" y="74676"/>
                </a:lnTo>
                <a:lnTo>
                  <a:pt x="861746" y="53645"/>
                </a:lnTo>
                <a:lnTo>
                  <a:pt x="784327" y="53645"/>
                </a:lnTo>
                <a:lnTo>
                  <a:pt x="784327" y="35662"/>
                </a:lnTo>
                <a:lnTo>
                  <a:pt x="861746" y="35662"/>
                </a:lnTo>
                <a:lnTo>
                  <a:pt x="861746" y="4572"/>
                </a:lnTo>
                <a:lnTo>
                  <a:pt x="881558" y="5486"/>
                </a:lnTo>
                <a:lnTo>
                  <a:pt x="881558" y="35662"/>
                </a:lnTo>
                <a:lnTo>
                  <a:pt x="923925" y="35662"/>
                </a:lnTo>
                <a:cubicBezTo>
                  <a:pt x="920064" y="30988"/>
                  <a:pt x="916000" y="26518"/>
                  <a:pt x="911733" y="22250"/>
                </a:cubicBezTo>
                <a:cubicBezTo>
                  <a:pt x="907466" y="17984"/>
                  <a:pt x="903910" y="14529"/>
                  <a:pt x="901065" y="11888"/>
                </a:cubicBezTo>
                <a:close/>
              </a:path>
            </a:pathLst>
          </a:cu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6540500" y="0"/>
            <a:ext cx="4877340" cy="6858000"/>
          </a:xfrm>
          <a:custGeom>
            <a:avLst/>
            <a:gdLst/>
            <a:ahLst/>
            <a:cxnLst/>
            <a:rect l="l" t="t" r="r" b="b"/>
            <a:pathLst>
              <a:path w="4877340" h="6858000">
                <a:moveTo>
                  <a:pt x="0" y="0"/>
                </a:moveTo>
                <a:lnTo>
                  <a:pt x="4877340" y="0"/>
                </a:lnTo>
                <a:lnTo>
                  <a:pt x="4877340" y="6858000"/>
                </a:lnTo>
                <a:lnTo>
                  <a:pt x="0" y="6858000"/>
                </a:lnTo>
                <a:lnTo>
                  <a:pt x="23774" y="6836195"/>
                </a:lnTo>
                <a:cubicBezTo>
                  <a:pt x="787772" y="6097789"/>
                  <a:pt x="1290079" y="4847314"/>
                  <a:pt x="1290079" y="3429000"/>
                </a:cubicBezTo>
                <a:cubicBezTo>
                  <a:pt x="1290079" y="2010686"/>
                  <a:pt x="787772" y="760211"/>
                  <a:pt x="23774" y="21805"/>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6896100" y="0"/>
            <a:ext cx="1159238" cy="6858000"/>
          </a:xfrm>
          <a:custGeom>
            <a:avLst/>
            <a:gdLst/>
            <a:ahLst/>
            <a:cxnLst/>
            <a:rect l="l" t="t" r="r" b="b"/>
            <a:pathLst>
              <a:path w="1159238" h="6858000">
                <a:moveTo>
                  <a:pt x="0" y="0"/>
                </a:moveTo>
                <a:lnTo>
                  <a:pt x="127372" y="143041"/>
                </a:lnTo>
                <a:cubicBezTo>
                  <a:pt x="757558" y="924088"/>
                  <a:pt x="1159238" y="2106097"/>
                  <a:pt x="1159238" y="3429000"/>
                </a:cubicBezTo>
                <a:cubicBezTo>
                  <a:pt x="1159238" y="4751904"/>
                  <a:pt x="757558" y="5933912"/>
                  <a:pt x="127372" y="6714959"/>
                </a:cubicBezTo>
                <a:lnTo>
                  <a:pt x="0" y="6858000"/>
                </a:lnTo>
              </a:path>
            </a:pathLst>
          </a:custGeom>
          <a:noFill/>
          <a:ln w="12700" cap="rnd" cmpd="sng">
            <a:solidFill>
              <a:srgbClr val="EEEEEE">
                <a:alpha val="100000"/>
              </a:srgbClr>
            </a:solidFill>
            <a:prstDash val="solid"/>
            <a:miter lim="10000000"/>
          </a:ln>
        </p:spPr>
        <p:txBody>
          <a:bodyPr vert="horz" wrap="square" lIns="63500" tIns="63500" rIns="63500" bIns="63500" rtlCol="0" anchor="ctr"/>
          <a:lstStyle/>
          <a:p>
            <a:pPr algn="ctr">
              <a:defRPr/>
            </a:pPr>
          </a:p>
        </p:txBody>
      </p:sp>
      <p:sp>
        <p:nvSpPr>
          <p:cNvPr id="13" name="AutoShape 13"/>
          <p:cNvSpPr/>
          <p:nvPr/>
        </p:nvSpPr>
        <p:spPr>
          <a:xfrm>
            <a:off x="11214100" y="-12700"/>
            <a:ext cx="977900" cy="6858000"/>
          </a:xfrm>
          <a:prstGeom prst="roundRect">
            <a:avLst>
              <a:gd name="adj" fmla="val 0"/>
            </a:avLst>
          </a:pr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2"/>
          <a:srcRect l="53333" r="2395"/>
          <a:stretch>
            <a:fillRect/>
          </a:stretch>
        </p:blipFill>
        <p:spPr>
          <a:xfrm>
            <a:off x="6794500" y="0"/>
            <a:ext cx="5397500" cy="6858000"/>
          </a:xfrm>
          <a:prstGeom prst="rect">
            <a:avLst/>
          </a:prstGeom>
          <a:noFill/>
          <a:ln w="25400" cap="flat" cmpd="sng">
            <a:noFill/>
            <a:prstDash val="solid"/>
            <a:round/>
          </a:ln>
        </p:spPr>
      </p:pic>
      <p:sp>
        <p:nvSpPr>
          <p:cNvPr id="15" name="Freeform 15"/>
          <p:cNvSpPr/>
          <p:nvPr/>
        </p:nvSpPr>
        <p:spPr>
          <a:xfrm>
            <a:off x="8775700" y="3911600"/>
            <a:ext cx="475012" cy="524092"/>
          </a:xfrm>
          <a:custGeom>
            <a:avLst/>
            <a:gdLst/>
            <a:ahLst/>
            <a:cxnLst/>
            <a:rect l="l" t="t" r="r" b="b"/>
            <a:pathLst>
              <a:path w="475012" h="524092">
                <a:moveTo>
                  <a:pt x="396659" y="291711"/>
                </a:moveTo>
                <a:cubicBezTo>
                  <a:pt x="396659" y="296655"/>
                  <a:pt x="396659" y="301600"/>
                  <a:pt x="396659" y="306545"/>
                </a:cubicBezTo>
                <a:cubicBezTo>
                  <a:pt x="401556" y="301600"/>
                  <a:pt x="401556" y="301600"/>
                  <a:pt x="406453" y="301600"/>
                </a:cubicBezTo>
                <a:cubicBezTo>
                  <a:pt x="406453" y="296655"/>
                  <a:pt x="401556" y="291711"/>
                  <a:pt x="401556" y="286767"/>
                </a:cubicBezTo>
                <a:cubicBezTo>
                  <a:pt x="396659" y="291711"/>
                  <a:pt x="396659" y="291711"/>
                  <a:pt x="396659" y="291711"/>
                </a:cubicBezTo>
                <a:close/>
                <a:moveTo>
                  <a:pt x="239955" y="187883"/>
                </a:moveTo>
                <a:cubicBezTo>
                  <a:pt x="235058" y="182937"/>
                  <a:pt x="220367" y="187883"/>
                  <a:pt x="220367" y="192827"/>
                </a:cubicBezTo>
                <a:cubicBezTo>
                  <a:pt x="220367" y="202715"/>
                  <a:pt x="215469" y="202715"/>
                  <a:pt x="220367" y="207659"/>
                </a:cubicBezTo>
                <a:cubicBezTo>
                  <a:pt x="215469" y="207659"/>
                  <a:pt x="215469" y="207659"/>
                  <a:pt x="215469" y="207659"/>
                </a:cubicBezTo>
                <a:cubicBezTo>
                  <a:pt x="220367" y="217547"/>
                  <a:pt x="210572" y="232381"/>
                  <a:pt x="215469" y="237325"/>
                </a:cubicBezTo>
                <a:cubicBezTo>
                  <a:pt x="220367" y="227437"/>
                  <a:pt x="230161" y="212603"/>
                  <a:pt x="239955" y="202715"/>
                </a:cubicBezTo>
                <a:cubicBezTo>
                  <a:pt x="239955" y="202715"/>
                  <a:pt x="235058" y="202715"/>
                  <a:pt x="235058" y="197771"/>
                </a:cubicBezTo>
                <a:cubicBezTo>
                  <a:pt x="239955" y="197771"/>
                  <a:pt x="244851" y="192827"/>
                  <a:pt x="244851" y="187883"/>
                </a:cubicBezTo>
                <a:cubicBezTo>
                  <a:pt x="244851" y="187883"/>
                  <a:pt x="239955" y="182937"/>
                  <a:pt x="239955" y="182937"/>
                </a:cubicBezTo>
                <a:cubicBezTo>
                  <a:pt x="239955" y="182937"/>
                  <a:pt x="239955" y="182937"/>
                  <a:pt x="239955" y="187883"/>
                </a:cubicBezTo>
                <a:close/>
                <a:moveTo>
                  <a:pt x="0" y="370820"/>
                </a:moveTo>
                <a:cubicBezTo>
                  <a:pt x="0" y="370820"/>
                  <a:pt x="0" y="370820"/>
                  <a:pt x="0" y="370820"/>
                </a:cubicBezTo>
                <a:cubicBezTo>
                  <a:pt x="0" y="370820"/>
                  <a:pt x="0" y="365876"/>
                  <a:pt x="0" y="365876"/>
                </a:cubicBezTo>
                <a:cubicBezTo>
                  <a:pt x="4897" y="360931"/>
                  <a:pt x="4897" y="355987"/>
                  <a:pt x="9794" y="355987"/>
                </a:cubicBezTo>
                <a:cubicBezTo>
                  <a:pt x="14691" y="355987"/>
                  <a:pt x="19588" y="355987"/>
                  <a:pt x="24486" y="355987"/>
                </a:cubicBezTo>
                <a:cubicBezTo>
                  <a:pt x="29383" y="355987"/>
                  <a:pt x="34280" y="351043"/>
                  <a:pt x="39176" y="346098"/>
                </a:cubicBezTo>
                <a:cubicBezTo>
                  <a:pt x="44073" y="346098"/>
                  <a:pt x="48970" y="341154"/>
                  <a:pt x="53867" y="341154"/>
                </a:cubicBezTo>
                <a:cubicBezTo>
                  <a:pt x="68558" y="336210"/>
                  <a:pt x="78353" y="326321"/>
                  <a:pt x="88147" y="321377"/>
                </a:cubicBezTo>
                <a:cubicBezTo>
                  <a:pt x="93044" y="306545"/>
                  <a:pt x="88147" y="296655"/>
                  <a:pt x="78353" y="291711"/>
                </a:cubicBezTo>
                <a:cubicBezTo>
                  <a:pt x="78353" y="281823"/>
                  <a:pt x="78353" y="276879"/>
                  <a:pt x="73456" y="271935"/>
                </a:cubicBezTo>
                <a:cubicBezTo>
                  <a:pt x="68558" y="271935"/>
                  <a:pt x="63661" y="271935"/>
                  <a:pt x="63661" y="271935"/>
                </a:cubicBezTo>
                <a:cubicBezTo>
                  <a:pt x="58764" y="266991"/>
                  <a:pt x="58764" y="262045"/>
                  <a:pt x="53867" y="262045"/>
                </a:cubicBezTo>
                <a:cubicBezTo>
                  <a:pt x="58764" y="257101"/>
                  <a:pt x="68558" y="257101"/>
                  <a:pt x="68558" y="247213"/>
                </a:cubicBezTo>
                <a:cubicBezTo>
                  <a:pt x="78353" y="247213"/>
                  <a:pt x="78353" y="232381"/>
                  <a:pt x="88147" y="232381"/>
                </a:cubicBezTo>
                <a:cubicBezTo>
                  <a:pt x="93044" y="232381"/>
                  <a:pt x="97941" y="232381"/>
                  <a:pt x="102838" y="237325"/>
                </a:cubicBezTo>
                <a:cubicBezTo>
                  <a:pt x="102838" y="232381"/>
                  <a:pt x="107734" y="237325"/>
                  <a:pt x="112631" y="232381"/>
                </a:cubicBezTo>
                <a:cubicBezTo>
                  <a:pt x="112631" y="237325"/>
                  <a:pt x="112631" y="237325"/>
                  <a:pt x="107734" y="237325"/>
                </a:cubicBezTo>
                <a:cubicBezTo>
                  <a:pt x="117528" y="237325"/>
                  <a:pt x="122425" y="242269"/>
                  <a:pt x="132220" y="247213"/>
                </a:cubicBezTo>
                <a:cubicBezTo>
                  <a:pt x="137117" y="252157"/>
                  <a:pt x="142014" y="252157"/>
                  <a:pt x="146911" y="262045"/>
                </a:cubicBezTo>
                <a:cubicBezTo>
                  <a:pt x="146911" y="266991"/>
                  <a:pt x="146911" y="276879"/>
                  <a:pt x="151808" y="281823"/>
                </a:cubicBezTo>
                <a:cubicBezTo>
                  <a:pt x="151808" y="281823"/>
                  <a:pt x="151808" y="281823"/>
                  <a:pt x="146911" y="281823"/>
                </a:cubicBezTo>
                <a:cubicBezTo>
                  <a:pt x="151808" y="291711"/>
                  <a:pt x="161602" y="301600"/>
                  <a:pt x="171397" y="306545"/>
                </a:cubicBezTo>
                <a:cubicBezTo>
                  <a:pt x="171397" y="311489"/>
                  <a:pt x="176293" y="326321"/>
                  <a:pt x="171397" y="331266"/>
                </a:cubicBezTo>
                <a:cubicBezTo>
                  <a:pt x="166500" y="336210"/>
                  <a:pt x="161602" y="336210"/>
                  <a:pt x="161602" y="336210"/>
                </a:cubicBezTo>
                <a:cubicBezTo>
                  <a:pt x="151808" y="346098"/>
                  <a:pt x="146911" y="370820"/>
                  <a:pt x="156705" y="380708"/>
                </a:cubicBezTo>
                <a:cubicBezTo>
                  <a:pt x="161602" y="380708"/>
                  <a:pt x="161602" y="375764"/>
                  <a:pt x="166500" y="370820"/>
                </a:cubicBezTo>
                <a:cubicBezTo>
                  <a:pt x="166500" y="365876"/>
                  <a:pt x="166500" y="360931"/>
                  <a:pt x="171397" y="355987"/>
                </a:cubicBezTo>
                <a:cubicBezTo>
                  <a:pt x="171397" y="351043"/>
                  <a:pt x="171397" y="336210"/>
                  <a:pt x="176293" y="331266"/>
                </a:cubicBezTo>
                <a:cubicBezTo>
                  <a:pt x="181190" y="326321"/>
                  <a:pt x="190984" y="326321"/>
                  <a:pt x="195881" y="321377"/>
                </a:cubicBezTo>
                <a:cubicBezTo>
                  <a:pt x="195881" y="316433"/>
                  <a:pt x="195881" y="316433"/>
                  <a:pt x="195881" y="311489"/>
                </a:cubicBezTo>
                <a:cubicBezTo>
                  <a:pt x="195881" y="306545"/>
                  <a:pt x="200778" y="301600"/>
                  <a:pt x="205675" y="301600"/>
                </a:cubicBezTo>
                <a:cubicBezTo>
                  <a:pt x="205675" y="291711"/>
                  <a:pt x="195881" y="286767"/>
                  <a:pt x="195881" y="281823"/>
                </a:cubicBezTo>
                <a:cubicBezTo>
                  <a:pt x="190984" y="281823"/>
                  <a:pt x="186087" y="281823"/>
                  <a:pt x="181190" y="281823"/>
                </a:cubicBezTo>
                <a:cubicBezTo>
                  <a:pt x="181190" y="281823"/>
                  <a:pt x="176293" y="276879"/>
                  <a:pt x="176293" y="271935"/>
                </a:cubicBezTo>
                <a:cubicBezTo>
                  <a:pt x="171397" y="266991"/>
                  <a:pt x="166500" y="266991"/>
                  <a:pt x="161602" y="266991"/>
                </a:cubicBezTo>
                <a:cubicBezTo>
                  <a:pt x="161602" y="262045"/>
                  <a:pt x="161602" y="262045"/>
                  <a:pt x="161602" y="257101"/>
                </a:cubicBezTo>
                <a:cubicBezTo>
                  <a:pt x="161602" y="257101"/>
                  <a:pt x="156705" y="257101"/>
                  <a:pt x="156705" y="257101"/>
                </a:cubicBezTo>
                <a:cubicBezTo>
                  <a:pt x="156705" y="257101"/>
                  <a:pt x="156705" y="252157"/>
                  <a:pt x="156705" y="252157"/>
                </a:cubicBezTo>
                <a:cubicBezTo>
                  <a:pt x="151808" y="247213"/>
                  <a:pt x="146911" y="237325"/>
                  <a:pt x="142014" y="232381"/>
                </a:cubicBezTo>
                <a:cubicBezTo>
                  <a:pt x="142014" y="227437"/>
                  <a:pt x="137117" y="227437"/>
                  <a:pt x="132220" y="227437"/>
                </a:cubicBezTo>
                <a:cubicBezTo>
                  <a:pt x="132220" y="227437"/>
                  <a:pt x="127323" y="222491"/>
                  <a:pt x="127323" y="222491"/>
                </a:cubicBezTo>
                <a:cubicBezTo>
                  <a:pt x="122425" y="217547"/>
                  <a:pt x="117528" y="217547"/>
                  <a:pt x="117528" y="212603"/>
                </a:cubicBezTo>
                <a:cubicBezTo>
                  <a:pt x="112631" y="207659"/>
                  <a:pt x="112631" y="202715"/>
                  <a:pt x="107734" y="197771"/>
                </a:cubicBezTo>
                <a:cubicBezTo>
                  <a:pt x="102838" y="197771"/>
                  <a:pt x="102838" y="197771"/>
                  <a:pt x="97941" y="197771"/>
                </a:cubicBezTo>
                <a:cubicBezTo>
                  <a:pt x="93044" y="187883"/>
                  <a:pt x="93044" y="173049"/>
                  <a:pt x="97941" y="163161"/>
                </a:cubicBezTo>
                <a:cubicBezTo>
                  <a:pt x="102838" y="163161"/>
                  <a:pt x="107734" y="158217"/>
                  <a:pt x="117528" y="158217"/>
                </a:cubicBezTo>
                <a:cubicBezTo>
                  <a:pt x="122425" y="153272"/>
                  <a:pt x="127323" y="148328"/>
                  <a:pt x="132220" y="148328"/>
                </a:cubicBezTo>
                <a:cubicBezTo>
                  <a:pt x="137117" y="143384"/>
                  <a:pt x="137117" y="148328"/>
                  <a:pt x="142014" y="148328"/>
                </a:cubicBezTo>
                <a:cubicBezTo>
                  <a:pt x="146911" y="143384"/>
                  <a:pt x="151808" y="133495"/>
                  <a:pt x="156705" y="128551"/>
                </a:cubicBezTo>
                <a:cubicBezTo>
                  <a:pt x="161602" y="108774"/>
                  <a:pt x="146911" y="103830"/>
                  <a:pt x="142014" y="88997"/>
                </a:cubicBezTo>
                <a:cubicBezTo>
                  <a:pt x="146911" y="84052"/>
                  <a:pt x="146911" y="74164"/>
                  <a:pt x="156705" y="74164"/>
                </a:cubicBezTo>
                <a:cubicBezTo>
                  <a:pt x="161602" y="74164"/>
                  <a:pt x="156705" y="74164"/>
                  <a:pt x="161602" y="79108"/>
                </a:cubicBezTo>
                <a:cubicBezTo>
                  <a:pt x="171397" y="79108"/>
                  <a:pt x="176293" y="84052"/>
                  <a:pt x="186087" y="84052"/>
                </a:cubicBezTo>
                <a:cubicBezTo>
                  <a:pt x="190984" y="93941"/>
                  <a:pt x="190984" y="108774"/>
                  <a:pt x="195881" y="113718"/>
                </a:cubicBezTo>
                <a:cubicBezTo>
                  <a:pt x="225264" y="118662"/>
                  <a:pt x="254645" y="108774"/>
                  <a:pt x="274234" y="103830"/>
                </a:cubicBezTo>
                <a:cubicBezTo>
                  <a:pt x="274234" y="88997"/>
                  <a:pt x="284028" y="84052"/>
                  <a:pt x="284028" y="74164"/>
                </a:cubicBezTo>
                <a:cubicBezTo>
                  <a:pt x="284028" y="69220"/>
                  <a:pt x="284028" y="64276"/>
                  <a:pt x="279131" y="54386"/>
                </a:cubicBezTo>
                <a:cubicBezTo>
                  <a:pt x="279131" y="54386"/>
                  <a:pt x="279131" y="54386"/>
                  <a:pt x="279131" y="49442"/>
                </a:cubicBezTo>
                <a:cubicBezTo>
                  <a:pt x="279131" y="44498"/>
                  <a:pt x="269337" y="39554"/>
                  <a:pt x="264439" y="34610"/>
                </a:cubicBezTo>
                <a:cubicBezTo>
                  <a:pt x="264439" y="29666"/>
                  <a:pt x="264439" y="24722"/>
                  <a:pt x="269337" y="19776"/>
                </a:cubicBezTo>
                <a:cubicBezTo>
                  <a:pt x="274234" y="14832"/>
                  <a:pt x="274234" y="9888"/>
                  <a:pt x="279131" y="9888"/>
                </a:cubicBezTo>
                <a:cubicBezTo>
                  <a:pt x="284028" y="4944"/>
                  <a:pt x="298719" y="0"/>
                  <a:pt x="303616" y="0"/>
                </a:cubicBezTo>
                <a:cubicBezTo>
                  <a:pt x="323204" y="0"/>
                  <a:pt x="332998" y="14832"/>
                  <a:pt x="337895" y="29666"/>
                </a:cubicBezTo>
                <a:cubicBezTo>
                  <a:pt x="347689" y="34610"/>
                  <a:pt x="357483" y="44498"/>
                  <a:pt x="357483" y="59331"/>
                </a:cubicBezTo>
                <a:cubicBezTo>
                  <a:pt x="357483" y="64276"/>
                  <a:pt x="352586" y="69220"/>
                  <a:pt x="347689" y="79108"/>
                </a:cubicBezTo>
                <a:cubicBezTo>
                  <a:pt x="347689" y="79108"/>
                  <a:pt x="347689" y="79108"/>
                  <a:pt x="347689" y="79108"/>
                </a:cubicBezTo>
                <a:cubicBezTo>
                  <a:pt x="347689" y="84052"/>
                  <a:pt x="342792" y="84052"/>
                  <a:pt x="347689" y="88997"/>
                </a:cubicBezTo>
                <a:cubicBezTo>
                  <a:pt x="347689" y="98885"/>
                  <a:pt x="362381" y="88997"/>
                  <a:pt x="372175" y="88997"/>
                </a:cubicBezTo>
                <a:cubicBezTo>
                  <a:pt x="372175" y="93941"/>
                  <a:pt x="372175" y="93941"/>
                  <a:pt x="372175" y="98885"/>
                </a:cubicBezTo>
                <a:cubicBezTo>
                  <a:pt x="372175" y="98885"/>
                  <a:pt x="372175" y="93941"/>
                  <a:pt x="372175" y="98885"/>
                </a:cubicBezTo>
                <a:cubicBezTo>
                  <a:pt x="381969" y="108774"/>
                  <a:pt x="396659" y="118662"/>
                  <a:pt x="386865" y="138439"/>
                </a:cubicBezTo>
                <a:cubicBezTo>
                  <a:pt x="386865" y="138439"/>
                  <a:pt x="386865" y="138439"/>
                  <a:pt x="386865" y="143384"/>
                </a:cubicBezTo>
                <a:cubicBezTo>
                  <a:pt x="381969" y="143384"/>
                  <a:pt x="381969" y="148328"/>
                  <a:pt x="377072" y="148328"/>
                </a:cubicBezTo>
                <a:cubicBezTo>
                  <a:pt x="362381" y="153272"/>
                  <a:pt x="342792" y="148328"/>
                  <a:pt x="328101" y="153272"/>
                </a:cubicBezTo>
                <a:cubicBezTo>
                  <a:pt x="323204" y="158217"/>
                  <a:pt x="318306" y="163161"/>
                  <a:pt x="308513" y="168105"/>
                </a:cubicBezTo>
                <a:cubicBezTo>
                  <a:pt x="308513" y="168105"/>
                  <a:pt x="303616" y="173049"/>
                  <a:pt x="303616" y="173049"/>
                </a:cubicBezTo>
                <a:cubicBezTo>
                  <a:pt x="298719" y="177993"/>
                  <a:pt x="298719" y="177993"/>
                  <a:pt x="298719" y="182937"/>
                </a:cubicBezTo>
                <a:cubicBezTo>
                  <a:pt x="293822" y="187883"/>
                  <a:pt x="284028" y="192827"/>
                  <a:pt x="279131" y="197771"/>
                </a:cubicBezTo>
                <a:cubicBezTo>
                  <a:pt x="274234" y="202715"/>
                  <a:pt x="274234" y="207659"/>
                  <a:pt x="269337" y="207659"/>
                </a:cubicBezTo>
                <a:cubicBezTo>
                  <a:pt x="269337" y="212603"/>
                  <a:pt x="264439" y="217547"/>
                  <a:pt x="264439" y="222491"/>
                </a:cubicBezTo>
                <a:cubicBezTo>
                  <a:pt x="269337" y="222491"/>
                  <a:pt x="269337" y="217547"/>
                  <a:pt x="269337" y="217547"/>
                </a:cubicBezTo>
                <a:cubicBezTo>
                  <a:pt x="284028" y="212603"/>
                  <a:pt x="303616" y="227437"/>
                  <a:pt x="308513" y="237325"/>
                </a:cubicBezTo>
                <a:cubicBezTo>
                  <a:pt x="308513" y="242269"/>
                  <a:pt x="308513" y="252157"/>
                  <a:pt x="308513" y="257101"/>
                </a:cubicBezTo>
                <a:cubicBezTo>
                  <a:pt x="303616" y="257101"/>
                  <a:pt x="298719" y="257101"/>
                  <a:pt x="298719" y="257101"/>
                </a:cubicBezTo>
                <a:cubicBezTo>
                  <a:pt x="293822" y="262045"/>
                  <a:pt x="293822" y="266991"/>
                  <a:pt x="288925" y="271935"/>
                </a:cubicBezTo>
                <a:cubicBezTo>
                  <a:pt x="279131" y="276879"/>
                  <a:pt x="274234" y="281823"/>
                  <a:pt x="269337" y="291711"/>
                </a:cubicBezTo>
                <a:cubicBezTo>
                  <a:pt x="288925" y="286767"/>
                  <a:pt x="303616" y="281823"/>
                  <a:pt x="308513" y="266991"/>
                </a:cubicBezTo>
                <a:cubicBezTo>
                  <a:pt x="313411" y="266991"/>
                  <a:pt x="318306" y="266991"/>
                  <a:pt x="318306" y="266991"/>
                </a:cubicBezTo>
                <a:cubicBezTo>
                  <a:pt x="328101" y="286767"/>
                  <a:pt x="347689" y="286767"/>
                  <a:pt x="347689" y="306545"/>
                </a:cubicBezTo>
                <a:cubicBezTo>
                  <a:pt x="347689" y="326321"/>
                  <a:pt x="332998" y="331266"/>
                  <a:pt x="328101" y="346098"/>
                </a:cubicBezTo>
                <a:cubicBezTo>
                  <a:pt x="328101" y="346098"/>
                  <a:pt x="323204" y="346098"/>
                  <a:pt x="323204" y="346098"/>
                </a:cubicBezTo>
                <a:cubicBezTo>
                  <a:pt x="313411" y="355987"/>
                  <a:pt x="303616" y="365876"/>
                  <a:pt x="298719" y="380708"/>
                </a:cubicBezTo>
                <a:cubicBezTo>
                  <a:pt x="303616" y="385652"/>
                  <a:pt x="308513" y="375764"/>
                  <a:pt x="313411" y="375764"/>
                </a:cubicBezTo>
                <a:cubicBezTo>
                  <a:pt x="323204" y="370820"/>
                  <a:pt x="328101" y="360931"/>
                  <a:pt x="337895" y="351043"/>
                </a:cubicBezTo>
                <a:cubicBezTo>
                  <a:pt x="337895" y="346098"/>
                  <a:pt x="347689" y="336210"/>
                  <a:pt x="347689" y="331266"/>
                </a:cubicBezTo>
                <a:cubicBezTo>
                  <a:pt x="352586" y="326321"/>
                  <a:pt x="352586" y="316433"/>
                  <a:pt x="352586" y="306545"/>
                </a:cubicBezTo>
                <a:cubicBezTo>
                  <a:pt x="352586" y="296655"/>
                  <a:pt x="352586" y="286767"/>
                  <a:pt x="352586" y="276879"/>
                </a:cubicBezTo>
                <a:cubicBezTo>
                  <a:pt x="357483" y="271935"/>
                  <a:pt x="357483" y="266991"/>
                  <a:pt x="357483" y="262045"/>
                </a:cubicBezTo>
                <a:cubicBezTo>
                  <a:pt x="357483" y="262045"/>
                  <a:pt x="357483" y="257101"/>
                  <a:pt x="357483" y="252157"/>
                </a:cubicBezTo>
                <a:cubicBezTo>
                  <a:pt x="357483" y="247213"/>
                  <a:pt x="362381" y="237325"/>
                  <a:pt x="362381" y="232381"/>
                </a:cubicBezTo>
                <a:cubicBezTo>
                  <a:pt x="357483" y="227437"/>
                  <a:pt x="352586" y="217547"/>
                  <a:pt x="352586" y="212603"/>
                </a:cubicBezTo>
                <a:cubicBezTo>
                  <a:pt x="357483" y="207659"/>
                  <a:pt x="357483" y="207659"/>
                  <a:pt x="362381" y="197771"/>
                </a:cubicBezTo>
                <a:cubicBezTo>
                  <a:pt x="367278" y="197771"/>
                  <a:pt x="377072" y="192827"/>
                  <a:pt x="386865" y="197771"/>
                </a:cubicBezTo>
                <a:cubicBezTo>
                  <a:pt x="391762" y="197771"/>
                  <a:pt x="396659" y="202715"/>
                  <a:pt x="401556" y="202715"/>
                </a:cubicBezTo>
                <a:cubicBezTo>
                  <a:pt x="401556" y="212603"/>
                  <a:pt x="411350" y="217547"/>
                  <a:pt x="416248" y="227437"/>
                </a:cubicBezTo>
                <a:cubicBezTo>
                  <a:pt x="411350" y="237325"/>
                  <a:pt x="406453" y="242269"/>
                  <a:pt x="411350" y="252157"/>
                </a:cubicBezTo>
                <a:cubicBezTo>
                  <a:pt x="411350" y="262045"/>
                  <a:pt x="421145" y="262045"/>
                  <a:pt x="426042" y="266991"/>
                </a:cubicBezTo>
                <a:cubicBezTo>
                  <a:pt x="435836" y="271935"/>
                  <a:pt x="440733" y="281823"/>
                  <a:pt x="445630" y="286767"/>
                </a:cubicBezTo>
                <a:cubicBezTo>
                  <a:pt x="455423" y="296655"/>
                  <a:pt x="460320" y="301600"/>
                  <a:pt x="460320" y="316433"/>
                </a:cubicBezTo>
                <a:cubicBezTo>
                  <a:pt x="460320" y="316433"/>
                  <a:pt x="460320" y="316433"/>
                  <a:pt x="455423" y="316433"/>
                </a:cubicBezTo>
                <a:cubicBezTo>
                  <a:pt x="455423" y="316433"/>
                  <a:pt x="455423" y="321377"/>
                  <a:pt x="455423" y="321377"/>
                </a:cubicBezTo>
                <a:cubicBezTo>
                  <a:pt x="455423" y="321377"/>
                  <a:pt x="455423" y="321377"/>
                  <a:pt x="455423" y="321377"/>
                </a:cubicBezTo>
                <a:cubicBezTo>
                  <a:pt x="450527" y="331266"/>
                  <a:pt x="450527" y="331266"/>
                  <a:pt x="445630" y="336210"/>
                </a:cubicBezTo>
                <a:cubicBezTo>
                  <a:pt x="440733" y="341154"/>
                  <a:pt x="435836" y="346098"/>
                  <a:pt x="430939" y="346098"/>
                </a:cubicBezTo>
                <a:cubicBezTo>
                  <a:pt x="421145" y="351043"/>
                  <a:pt x="416248" y="351043"/>
                  <a:pt x="411350" y="355987"/>
                </a:cubicBezTo>
                <a:cubicBezTo>
                  <a:pt x="396659" y="360931"/>
                  <a:pt x="391762" y="375764"/>
                  <a:pt x="377072" y="385652"/>
                </a:cubicBezTo>
                <a:cubicBezTo>
                  <a:pt x="377072" y="385652"/>
                  <a:pt x="377072" y="385652"/>
                  <a:pt x="372175" y="385652"/>
                </a:cubicBezTo>
                <a:cubicBezTo>
                  <a:pt x="367278" y="385652"/>
                  <a:pt x="347689" y="420262"/>
                  <a:pt x="362381" y="430152"/>
                </a:cubicBezTo>
                <a:cubicBezTo>
                  <a:pt x="372175" y="430152"/>
                  <a:pt x="381969" y="425206"/>
                  <a:pt x="391762" y="420262"/>
                </a:cubicBezTo>
                <a:cubicBezTo>
                  <a:pt x="396659" y="420262"/>
                  <a:pt x="401556" y="415318"/>
                  <a:pt x="406453" y="410374"/>
                </a:cubicBezTo>
                <a:cubicBezTo>
                  <a:pt x="411350" y="410374"/>
                  <a:pt x="421145" y="410374"/>
                  <a:pt x="426042" y="410374"/>
                </a:cubicBezTo>
                <a:cubicBezTo>
                  <a:pt x="430939" y="410374"/>
                  <a:pt x="440733" y="410374"/>
                  <a:pt x="445630" y="410374"/>
                </a:cubicBezTo>
                <a:cubicBezTo>
                  <a:pt x="450527" y="410374"/>
                  <a:pt x="450527" y="415318"/>
                  <a:pt x="450527" y="415318"/>
                </a:cubicBezTo>
                <a:cubicBezTo>
                  <a:pt x="450527" y="415318"/>
                  <a:pt x="455423" y="415318"/>
                  <a:pt x="455423" y="420262"/>
                </a:cubicBezTo>
                <a:cubicBezTo>
                  <a:pt x="465218" y="420262"/>
                  <a:pt x="475012" y="444984"/>
                  <a:pt x="470115" y="454872"/>
                </a:cubicBezTo>
                <a:cubicBezTo>
                  <a:pt x="470115" y="464760"/>
                  <a:pt x="460320" y="474650"/>
                  <a:pt x="450527" y="469706"/>
                </a:cubicBezTo>
                <a:cubicBezTo>
                  <a:pt x="450527" y="469706"/>
                  <a:pt x="450527" y="474650"/>
                  <a:pt x="445630" y="474650"/>
                </a:cubicBezTo>
                <a:cubicBezTo>
                  <a:pt x="445630" y="474650"/>
                  <a:pt x="440733" y="474650"/>
                  <a:pt x="435836" y="474650"/>
                </a:cubicBezTo>
                <a:cubicBezTo>
                  <a:pt x="430939" y="474650"/>
                  <a:pt x="430939" y="479594"/>
                  <a:pt x="430939" y="479594"/>
                </a:cubicBezTo>
                <a:cubicBezTo>
                  <a:pt x="426042" y="479594"/>
                  <a:pt x="421145" y="479594"/>
                  <a:pt x="416248" y="484538"/>
                </a:cubicBezTo>
                <a:cubicBezTo>
                  <a:pt x="411350" y="484538"/>
                  <a:pt x="406453" y="484538"/>
                  <a:pt x="401556" y="484538"/>
                </a:cubicBezTo>
                <a:cubicBezTo>
                  <a:pt x="396659" y="484538"/>
                  <a:pt x="391762" y="484538"/>
                  <a:pt x="381969" y="484538"/>
                </a:cubicBezTo>
                <a:cubicBezTo>
                  <a:pt x="381969" y="484538"/>
                  <a:pt x="372175" y="494426"/>
                  <a:pt x="367278" y="489482"/>
                </a:cubicBezTo>
                <a:cubicBezTo>
                  <a:pt x="362381" y="494426"/>
                  <a:pt x="357483" y="499370"/>
                  <a:pt x="352586" y="499370"/>
                </a:cubicBezTo>
                <a:cubicBezTo>
                  <a:pt x="342792" y="504314"/>
                  <a:pt x="328101" y="504314"/>
                  <a:pt x="313411" y="509260"/>
                </a:cubicBezTo>
                <a:cubicBezTo>
                  <a:pt x="303616" y="514204"/>
                  <a:pt x="293822" y="524092"/>
                  <a:pt x="279131" y="519148"/>
                </a:cubicBezTo>
                <a:cubicBezTo>
                  <a:pt x="279131" y="514204"/>
                  <a:pt x="284028" y="514204"/>
                  <a:pt x="288925" y="509260"/>
                </a:cubicBezTo>
                <a:cubicBezTo>
                  <a:pt x="293822" y="504314"/>
                  <a:pt x="298719" y="499370"/>
                  <a:pt x="308513" y="494426"/>
                </a:cubicBezTo>
                <a:cubicBezTo>
                  <a:pt x="308513" y="494426"/>
                  <a:pt x="313411" y="494426"/>
                  <a:pt x="318306" y="489482"/>
                </a:cubicBezTo>
                <a:cubicBezTo>
                  <a:pt x="308513" y="479594"/>
                  <a:pt x="298719" y="469706"/>
                  <a:pt x="303616" y="459816"/>
                </a:cubicBezTo>
                <a:cubicBezTo>
                  <a:pt x="303616" y="449928"/>
                  <a:pt x="308513" y="444984"/>
                  <a:pt x="308513" y="435096"/>
                </a:cubicBezTo>
                <a:cubicBezTo>
                  <a:pt x="313411" y="430152"/>
                  <a:pt x="313411" y="425206"/>
                  <a:pt x="313411" y="420262"/>
                </a:cubicBezTo>
                <a:cubicBezTo>
                  <a:pt x="308513" y="410374"/>
                  <a:pt x="303616" y="415318"/>
                  <a:pt x="293822" y="410374"/>
                </a:cubicBezTo>
                <a:cubicBezTo>
                  <a:pt x="288925" y="410374"/>
                  <a:pt x="293822" y="400486"/>
                  <a:pt x="284028" y="405430"/>
                </a:cubicBezTo>
                <a:cubicBezTo>
                  <a:pt x="288925" y="400486"/>
                  <a:pt x="284028" y="400486"/>
                  <a:pt x="284028" y="400486"/>
                </a:cubicBezTo>
                <a:cubicBezTo>
                  <a:pt x="274234" y="400486"/>
                  <a:pt x="284028" y="420262"/>
                  <a:pt x="279131" y="425206"/>
                </a:cubicBezTo>
                <a:cubicBezTo>
                  <a:pt x="279131" y="430152"/>
                  <a:pt x="279131" y="430152"/>
                  <a:pt x="279131" y="430152"/>
                </a:cubicBezTo>
                <a:cubicBezTo>
                  <a:pt x="279131" y="430152"/>
                  <a:pt x="279131" y="440040"/>
                  <a:pt x="284028" y="440040"/>
                </a:cubicBezTo>
                <a:cubicBezTo>
                  <a:pt x="284028" y="444984"/>
                  <a:pt x="279131" y="440040"/>
                  <a:pt x="279131" y="444984"/>
                </a:cubicBezTo>
                <a:cubicBezTo>
                  <a:pt x="288925" y="464760"/>
                  <a:pt x="259542" y="474650"/>
                  <a:pt x="244851" y="464760"/>
                </a:cubicBezTo>
                <a:cubicBezTo>
                  <a:pt x="239955" y="454872"/>
                  <a:pt x="225264" y="454872"/>
                  <a:pt x="215469" y="444984"/>
                </a:cubicBezTo>
                <a:cubicBezTo>
                  <a:pt x="215469" y="435096"/>
                  <a:pt x="215469" y="430152"/>
                  <a:pt x="220367" y="420262"/>
                </a:cubicBezTo>
                <a:cubicBezTo>
                  <a:pt x="220367" y="405430"/>
                  <a:pt x="225264" y="400486"/>
                  <a:pt x="235058" y="390597"/>
                </a:cubicBezTo>
                <a:cubicBezTo>
                  <a:pt x="235058" y="380708"/>
                  <a:pt x="244851" y="375764"/>
                  <a:pt x="249748" y="365876"/>
                </a:cubicBezTo>
                <a:cubicBezTo>
                  <a:pt x="254645" y="365876"/>
                  <a:pt x="254645" y="370820"/>
                  <a:pt x="259542" y="365876"/>
                </a:cubicBezTo>
                <a:cubicBezTo>
                  <a:pt x="264439" y="360931"/>
                  <a:pt x="269337" y="355987"/>
                  <a:pt x="269337" y="346098"/>
                </a:cubicBezTo>
                <a:cubicBezTo>
                  <a:pt x="264439" y="346098"/>
                  <a:pt x="254645" y="351043"/>
                  <a:pt x="249748" y="355987"/>
                </a:cubicBezTo>
                <a:cubicBezTo>
                  <a:pt x="239955" y="360931"/>
                  <a:pt x="230161" y="365876"/>
                  <a:pt x="220367" y="375764"/>
                </a:cubicBezTo>
                <a:cubicBezTo>
                  <a:pt x="215469" y="375764"/>
                  <a:pt x="210572" y="385652"/>
                  <a:pt x="210572" y="390597"/>
                </a:cubicBezTo>
                <a:cubicBezTo>
                  <a:pt x="210572" y="390597"/>
                  <a:pt x="210572" y="395542"/>
                  <a:pt x="210572" y="395542"/>
                </a:cubicBezTo>
                <a:cubicBezTo>
                  <a:pt x="210572" y="400486"/>
                  <a:pt x="205675" y="405430"/>
                  <a:pt x="205675" y="410374"/>
                </a:cubicBezTo>
                <a:cubicBezTo>
                  <a:pt x="210572" y="420262"/>
                  <a:pt x="210572" y="430152"/>
                  <a:pt x="205675" y="440040"/>
                </a:cubicBezTo>
                <a:cubicBezTo>
                  <a:pt x="205675" y="440040"/>
                  <a:pt x="205675" y="440040"/>
                  <a:pt x="200778" y="440040"/>
                </a:cubicBezTo>
                <a:cubicBezTo>
                  <a:pt x="195881" y="444984"/>
                  <a:pt x="190984" y="464760"/>
                  <a:pt x="181190" y="464760"/>
                </a:cubicBezTo>
                <a:cubicBezTo>
                  <a:pt x="166500" y="464760"/>
                  <a:pt x="166500" y="444984"/>
                  <a:pt x="156705" y="440040"/>
                </a:cubicBezTo>
                <a:cubicBezTo>
                  <a:pt x="146911" y="449928"/>
                  <a:pt x="142014" y="454872"/>
                  <a:pt x="132220" y="459816"/>
                </a:cubicBezTo>
                <a:cubicBezTo>
                  <a:pt x="137117" y="464760"/>
                  <a:pt x="127323" y="469706"/>
                  <a:pt x="132220" y="469706"/>
                </a:cubicBezTo>
                <a:cubicBezTo>
                  <a:pt x="127323" y="474650"/>
                  <a:pt x="127323" y="479594"/>
                  <a:pt x="127323" y="484538"/>
                </a:cubicBezTo>
                <a:cubicBezTo>
                  <a:pt x="122425" y="489482"/>
                  <a:pt x="112631" y="494426"/>
                  <a:pt x="107734" y="504314"/>
                </a:cubicBezTo>
                <a:cubicBezTo>
                  <a:pt x="107734" y="504314"/>
                  <a:pt x="107734" y="504314"/>
                  <a:pt x="107734" y="504314"/>
                </a:cubicBezTo>
                <a:cubicBezTo>
                  <a:pt x="107734" y="504314"/>
                  <a:pt x="107734" y="504314"/>
                  <a:pt x="102838" y="504314"/>
                </a:cubicBezTo>
                <a:cubicBezTo>
                  <a:pt x="102838" y="509260"/>
                  <a:pt x="102838" y="509260"/>
                  <a:pt x="97941" y="509260"/>
                </a:cubicBezTo>
                <a:cubicBezTo>
                  <a:pt x="97941" y="509260"/>
                  <a:pt x="97941" y="514204"/>
                  <a:pt x="97941" y="514204"/>
                </a:cubicBezTo>
                <a:cubicBezTo>
                  <a:pt x="88147" y="514204"/>
                  <a:pt x="83250" y="519148"/>
                  <a:pt x="73456" y="519148"/>
                </a:cubicBezTo>
                <a:cubicBezTo>
                  <a:pt x="68558" y="514204"/>
                  <a:pt x="68558" y="514204"/>
                  <a:pt x="68558" y="514204"/>
                </a:cubicBezTo>
                <a:cubicBezTo>
                  <a:pt x="68558" y="514204"/>
                  <a:pt x="68558" y="509260"/>
                  <a:pt x="63661" y="509260"/>
                </a:cubicBezTo>
                <a:cubicBezTo>
                  <a:pt x="63661" y="504314"/>
                  <a:pt x="58764" y="499370"/>
                  <a:pt x="53867" y="494426"/>
                </a:cubicBezTo>
                <a:cubicBezTo>
                  <a:pt x="53867" y="489482"/>
                  <a:pt x="53867" y="484538"/>
                  <a:pt x="48970" y="479594"/>
                </a:cubicBezTo>
                <a:cubicBezTo>
                  <a:pt x="53867" y="464760"/>
                  <a:pt x="63661" y="464760"/>
                  <a:pt x="68558" y="454872"/>
                </a:cubicBezTo>
                <a:cubicBezTo>
                  <a:pt x="78353" y="449928"/>
                  <a:pt x="83250" y="435096"/>
                  <a:pt x="88147" y="425206"/>
                </a:cubicBezTo>
                <a:cubicBezTo>
                  <a:pt x="88147" y="410374"/>
                  <a:pt x="93044" y="400486"/>
                  <a:pt x="93044" y="385652"/>
                </a:cubicBezTo>
                <a:cubicBezTo>
                  <a:pt x="83250" y="385652"/>
                  <a:pt x="68558" y="395542"/>
                  <a:pt x="58764" y="400486"/>
                </a:cubicBezTo>
                <a:cubicBezTo>
                  <a:pt x="48970" y="400486"/>
                  <a:pt x="44073" y="395542"/>
                  <a:pt x="34280" y="395542"/>
                </a:cubicBezTo>
                <a:cubicBezTo>
                  <a:pt x="29383" y="395542"/>
                  <a:pt x="29383" y="390597"/>
                  <a:pt x="24486" y="390597"/>
                </a:cubicBezTo>
                <a:cubicBezTo>
                  <a:pt x="24486" y="390597"/>
                  <a:pt x="19588" y="390597"/>
                  <a:pt x="19588" y="390597"/>
                </a:cubicBezTo>
                <a:cubicBezTo>
                  <a:pt x="9794" y="385652"/>
                  <a:pt x="4897" y="375764"/>
                  <a:pt x="0" y="370820"/>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8966200" y="4445000"/>
            <a:ext cx="284507" cy="69047"/>
          </a:xfrm>
          <a:custGeom>
            <a:avLst/>
            <a:gdLst/>
            <a:ahLst/>
            <a:cxnLst/>
            <a:rect l="l" t="t" r="r" b="b"/>
            <a:pathLst>
              <a:path w="284507" h="69047">
                <a:moveTo>
                  <a:pt x="269791" y="4931"/>
                </a:moveTo>
                <a:cubicBezTo>
                  <a:pt x="279602" y="14796"/>
                  <a:pt x="284507" y="24660"/>
                  <a:pt x="284507" y="44388"/>
                </a:cubicBezTo>
                <a:cubicBezTo>
                  <a:pt x="274696" y="49319"/>
                  <a:pt x="269791" y="59183"/>
                  <a:pt x="259980" y="59183"/>
                </a:cubicBezTo>
                <a:cubicBezTo>
                  <a:pt x="255076" y="59183"/>
                  <a:pt x="245265" y="54251"/>
                  <a:pt x="235454" y="49319"/>
                </a:cubicBezTo>
                <a:cubicBezTo>
                  <a:pt x="230548" y="49319"/>
                  <a:pt x="220739" y="39455"/>
                  <a:pt x="215833" y="39455"/>
                </a:cubicBezTo>
                <a:cubicBezTo>
                  <a:pt x="210928" y="39455"/>
                  <a:pt x="206022" y="39455"/>
                  <a:pt x="196211" y="34524"/>
                </a:cubicBezTo>
                <a:cubicBezTo>
                  <a:pt x="191306" y="34524"/>
                  <a:pt x="186402" y="34524"/>
                  <a:pt x="181496" y="34524"/>
                </a:cubicBezTo>
                <a:cubicBezTo>
                  <a:pt x="166780" y="29591"/>
                  <a:pt x="152065" y="29591"/>
                  <a:pt x="147159" y="19728"/>
                </a:cubicBezTo>
                <a:cubicBezTo>
                  <a:pt x="132443" y="24660"/>
                  <a:pt x="122632" y="29591"/>
                  <a:pt x="117726" y="39455"/>
                </a:cubicBezTo>
                <a:cubicBezTo>
                  <a:pt x="103011" y="44388"/>
                  <a:pt x="98106" y="54251"/>
                  <a:pt x="88295" y="59183"/>
                </a:cubicBezTo>
                <a:cubicBezTo>
                  <a:pt x="88295" y="64115"/>
                  <a:pt x="83389" y="69047"/>
                  <a:pt x="83389" y="69047"/>
                </a:cubicBezTo>
                <a:cubicBezTo>
                  <a:pt x="78485" y="69047"/>
                  <a:pt x="73580" y="69047"/>
                  <a:pt x="68674" y="69047"/>
                </a:cubicBezTo>
                <a:cubicBezTo>
                  <a:pt x="63769" y="69047"/>
                  <a:pt x="53958" y="69047"/>
                  <a:pt x="44148" y="69047"/>
                </a:cubicBezTo>
                <a:cubicBezTo>
                  <a:pt x="34337" y="64115"/>
                  <a:pt x="24526" y="54251"/>
                  <a:pt x="19622" y="44388"/>
                </a:cubicBezTo>
                <a:cubicBezTo>
                  <a:pt x="14715" y="44388"/>
                  <a:pt x="14715" y="39455"/>
                  <a:pt x="9811" y="34524"/>
                </a:cubicBezTo>
                <a:cubicBezTo>
                  <a:pt x="4905" y="29591"/>
                  <a:pt x="0" y="19728"/>
                  <a:pt x="0" y="14796"/>
                </a:cubicBezTo>
                <a:cubicBezTo>
                  <a:pt x="0" y="14796"/>
                  <a:pt x="9811" y="9864"/>
                  <a:pt x="9811" y="9864"/>
                </a:cubicBezTo>
                <a:cubicBezTo>
                  <a:pt x="19622" y="9864"/>
                  <a:pt x="24526" y="14796"/>
                  <a:pt x="29432" y="14796"/>
                </a:cubicBezTo>
                <a:cubicBezTo>
                  <a:pt x="34337" y="9864"/>
                  <a:pt x="44148" y="14796"/>
                  <a:pt x="53958" y="14796"/>
                </a:cubicBezTo>
                <a:cubicBezTo>
                  <a:pt x="53958" y="14796"/>
                  <a:pt x="53958" y="14796"/>
                  <a:pt x="53958" y="9864"/>
                </a:cubicBezTo>
                <a:cubicBezTo>
                  <a:pt x="63769" y="14796"/>
                  <a:pt x="78485" y="9864"/>
                  <a:pt x="83389" y="14796"/>
                </a:cubicBezTo>
                <a:cubicBezTo>
                  <a:pt x="103011" y="14796"/>
                  <a:pt x="117726" y="14796"/>
                  <a:pt x="137348" y="14796"/>
                </a:cubicBezTo>
                <a:cubicBezTo>
                  <a:pt x="142254" y="14796"/>
                  <a:pt x="142254" y="14796"/>
                  <a:pt x="142254" y="14796"/>
                </a:cubicBezTo>
                <a:cubicBezTo>
                  <a:pt x="142254" y="14796"/>
                  <a:pt x="152065" y="9864"/>
                  <a:pt x="152065" y="14796"/>
                </a:cubicBezTo>
                <a:cubicBezTo>
                  <a:pt x="161874" y="14796"/>
                  <a:pt x="166780" y="14796"/>
                  <a:pt x="171685" y="14796"/>
                </a:cubicBezTo>
                <a:cubicBezTo>
                  <a:pt x="176591" y="14796"/>
                  <a:pt x="186402" y="9864"/>
                  <a:pt x="196211" y="9864"/>
                </a:cubicBezTo>
                <a:cubicBezTo>
                  <a:pt x="201117" y="9864"/>
                  <a:pt x="206022" y="9864"/>
                  <a:pt x="210928" y="4931"/>
                </a:cubicBezTo>
                <a:cubicBezTo>
                  <a:pt x="215833" y="4931"/>
                  <a:pt x="220739" y="0"/>
                  <a:pt x="220739" y="0"/>
                </a:cubicBezTo>
                <a:cubicBezTo>
                  <a:pt x="225643" y="0"/>
                  <a:pt x="230548" y="0"/>
                  <a:pt x="230548" y="0"/>
                </a:cubicBezTo>
                <a:cubicBezTo>
                  <a:pt x="235454" y="0"/>
                  <a:pt x="235454" y="0"/>
                  <a:pt x="240359" y="0"/>
                </a:cubicBezTo>
                <a:cubicBezTo>
                  <a:pt x="250170" y="0"/>
                  <a:pt x="259980" y="4931"/>
                  <a:pt x="269791" y="4931"/>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8826500" y="4457700"/>
            <a:ext cx="102323" cy="64056"/>
          </a:xfrm>
          <a:custGeom>
            <a:avLst/>
            <a:gdLst/>
            <a:ahLst/>
            <a:cxnLst/>
            <a:rect l="l" t="t" r="r" b="b"/>
            <a:pathLst>
              <a:path w="102323" h="64056">
                <a:moveTo>
                  <a:pt x="92578" y="4928"/>
                </a:moveTo>
                <a:cubicBezTo>
                  <a:pt x="97451" y="4928"/>
                  <a:pt x="97451" y="4928"/>
                  <a:pt x="97451" y="4928"/>
                </a:cubicBezTo>
                <a:cubicBezTo>
                  <a:pt x="102323" y="4928"/>
                  <a:pt x="102323" y="4928"/>
                  <a:pt x="102323" y="4928"/>
                </a:cubicBezTo>
                <a:cubicBezTo>
                  <a:pt x="97451" y="9855"/>
                  <a:pt x="97451" y="14782"/>
                  <a:pt x="92578" y="19709"/>
                </a:cubicBezTo>
                <a:cubicBezTo>
                  <a:pt x="102323" y="29564"/>
                  <a:pt x="87705" y="34492"/>
                  <a:pt x="92578" y="49273"/>
                </a:cubicBezTo>
                <a:cubicBezTo>
                  <a:pt x="87705" y="49273"/>
                  <a:pt x="87705" y="49273"/>
                  <a:pt x="87705" y="49273"/>
                </a:cubicBezTo>
                <a:cubicBezTo>
                  <a:pt x="82833" y="49273"/>
                  <a:pt x="87705" y="49273"/>
                  <a:pt x="87705" y="54201"/>
                </a:cubicBezTo>
                <a:cubicBezTo>
                  <a:pt x="77960" y="59129"/>
                  <a:pt x="68216" y="64056"/>
                  <a:pt x="58471" y="64056"/>
                </a:cubicBezTo>
                <a:cubicBezTo>
                  <a:pt x="48725" y="64056"/>
                  <a:pt x="38980" y="59129"/>
                  <a:pt x="34107" y="54201"/>
                </a:cubicBezTo>
                <a:cubicBezTo>
                  <a:pt x="24362" y="54201"/>
                  <a:pt x="24362" y="49273"/>
                  <a:pt x="19491" y="49273"/>
                </a:cubicBezTo>
                <a:cubicBezTo>
                  <a:pt x="19491" y="49273"/>
                  <a:pt x="19491" y="49273"/>
                  <a:pt x="19491" y="49273"/>
                </a:cubicBezTo>
                <a:cubicBezTo>
                  <a:pt x="14618" y="44346"/>
                  <a:pt x="9745" y="44346"/>
                  <a:pt x="4873" y="39420"/>
                </a:cubicBezTo>
                <a:cubicBezTo>
                  <a:pt x="4873" y="39420"/>
                  <a:pt x="0" y="34492"/>
                  <a:pt x="0" y="34492"/>
                </a:cubicBezTo>
                <a:cubicBezTo>
                  <a:pt x="0" y="24637"/>
                  <a:pt x="4873" y="19709"/>
                  <a:pt x="9745" y="19709"/>
                </a:cubicBezTo>
                <a:cubicBezTo>
                  <a:pt x="9745" y="19709"/>
                  <a:pt x="14618" y="19709"/>
                  <a:pt x="14618" y="19709"/>
                </a:cubicBezTo>
                <a:cubicBezTo>
                  <a:pt x="19491" y="19709"/>
                  <a:pt x="19491" y="19709"/>
                  <a:pt x="24362" y="14782"/>
                </a:cubicBezTo>
                <a:cubicBezTo>
                  <a:pt x="24362" y="19709"/>
                  <a:pt x="24362" y="19709"/>
                  <a:pt x="24362" y="19709"/>
                </a:cubicBezTo>
                <a:cubicBezTo>
                  <a:pt x="29235" y="19709"/>
                  <a:pt x="34107" y="19709"/>
                  <a:pt x="34107" y="14782"/>
                </a:cubicBezTo>
                <a:cubicBezTo>
                  <a:pt x="38980" y="14782"/>
                  <a:pt x="38980" y="14782"/>
                  <a:pt x="43853" y="14782"/>
                </a:cubicBezTo>
                <a:cubicBezTo>
                  <a:pt x="48725" y="14782"/>
                  <a:pt x="48725" y="14782"/>
                  <a:pt x="53598" y="9855"/>
                </a:cubicBezTo>
                <a:cubicBezTo>
                  <a:pt x="58471" y="9855"/>
                  <a:pt x="63343" y="14782"/>
                  <a:pt x="68216" y="14782"/>
                </a:cubicBezTo>
                <a:cubicBezTo>
                  <a:pt x="73087" y="9855"/>
                  <a:pt x="77960" y="4928"/>
                  <a:pt x="82833" y="9855"/>
                </a:cubicBezTo>
                <a:cubicBezTo>
                  <a:pt x="82833" y="4928"/>
                  <a:pt x="82833" y="9855"/>
                  <a:pt x="82833" y="9855"/>
                </a:cubicBezTo>
                <a:cubicBezTo>
                  <a:pt x="82833" y="9855"/>
                  <a:pt x="92578" y="0"/>
                  <a:pt x="92578" y="4928"/>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9448800" y="4165600"/>
            <a:ext cx="337749" cy="272029"/>
          </a:xfrm>
          <a:custGeom>
            <a:avLst/>
            <a:gdLst/>
            <a:ahLst/>
            <a:cxnLst/>
            <a:rect l="l" t="t" r="r" b="b"/>
            <a:pathLst>
              <a:path w="337749" h="272029">
                <a:moveTo>
                  <a:pt x="327960" y="173110"/>
                </a:moveTo>
                <a:cubicBezTo>
                  <a:pt x="323064" y="173110"/>
                  <a:pt x="303484" y="168163"/>
                  <a:pt x="298590" y="168163"/>
                </a:cubicBezTo>
                <a:cubicBezTo>
                  <a:pt x="288799" y="163218"/>
                  <a:pt x="283905" y="163218"/>
                  <a:pt x="283905" y="163218"/>
                </a:cubicBezTo>
                <a:cubicBezTo>
                  <a:pt x="279010" y="163218"/>
                  <a:pt x="274116" y="163218"/>
                  <a:pt x="274116" y="163218"/>
                </a:cubicBezTo>
                <a:cubicBezTo>
                  <a:pt x="274116" y="163218"/>
                  <a:pt x="269220" y="163218"/>
                  <a:pt x="269220" y="163218"/>
                </a:cubicBezTo>
                <a:cubicBezTo>
                  <a:pt x="269220" y="163218"/>
                  <a:pt x="269220" y="163218"/>
                  <a:pt x="269220" y="163218"/>
                </a:cubicBezTo>
                <a:cubicBezTo>
                  <a:pt x="269220" y="163218"/>
                  <a:pt x="264325" y="163218"/>
                  <a:pt x="264325" y="163218"/>
                </a:cubicBezTo>
                <a:cubicBezTo>
                  <a:pt x="254536" y="158271"/>
                  <a:pt x="249640" y="143434"/>
                  <a:pt x="249640" y="138487"/>
                </a:cubicBezTo>
                <a:cubicBezTo>
                  <a:pt x="249640" y="133542"/>
                  <a:pt x="249640" y="128595"/>
                  <a:pt x="249640" y="123650"/>
                </a:cubicBezTo>
                <a:cubicBezTo>
                  <a:pt x="254536" y="118703"/>
                  <a:pt x="254536" y="113758"/>
                  <a:pt x="254536" y="108811"/>
                </a:cubicBezTo>
                <a:cubicBezTo>
                  <a:pt x="254536" y="108811"/>
                  <a:pt x="254536" y="103866"/>
                  <a:pt x="254536" y="103866"/>
                </a:cubicBezTo>
                <a:cubicBezTo>
                  <a:pt x="254536" y="98919"/>
                  <a:pt x="254536" y="93974"/>
                  <a:pt x="254536" y="89028"/>
                </a:cubicBezTo>
                <a:cubicBezTo>
                  <a:pt x="254536" y="84082"/>
                  <a:pt x="249640" y="79136"/>
                  <a:pt x="244746" y="74190"/>
                </a:cubicBezTo>
                <a:cubicBezTo>
                  <a:pt x="244746" y="74190"/>
                  <a:pt x="244746" y="69244"/>
                  <a:pt x="239851" y="69244"/>
                </a:cubicBezTo>
                <a:cubicBezTo>
                  <a:pt x="239851" y="64298"/>
                  <a:pt x="234956" y="59352"/>
                  <a:pt x="230060" y="54406"/>
                </a:cubicBezTo>
                <a:cubicBezTo>
                  <a:pt x="230060" y="54406"/>
                  <a:pt x="225166" y="49460"/>
                  <a:pt x="225166" y="49460"/>
                </a:cubicBezTo>
                <a:cubicBezTo>
                  <a:pt x="220271" y="44514"/>
                  <a:pt x="215377" y="34621"/>
                  <a:pt x="215377" y="29676"/>
                </a:cubicBezTo>
                <a:cubicBezTo>
                  <a:pt x="210481" y="29676"/>
                  <a:pt x="210481" y="24729"/>
                  <a:pt x="205586" y="19784"/>
                </a:cubicBezTo>
                <a:cubicBezTo>
                  <a:pt x="210481" y="24729"/>
                  <a:pt x="205586" y="19784"/>
                  <a:pt x="205586" y="19784"/>
                </a:cubicBezTo>
                <a:cubicBezTo>
                  <a:pt x="205586" y="19784"/>
                  <a:pt x="205586" y="19784"/>
                  <a:pt x="205586" y="19784"/>
                </a:cubicBezTo>
                <a:cubicBezTo>
                  <a:pt x="200692" y="14837"/>
                  <a:pt x="195796" y="9892"/>
                  <a:pt x="186007" y="4945"/>
                </a:cubicBezTo>
                <a:cubicBezTo>
                  <a:pt x="181112" y="4945"/>
                  <a:pt x="181112" y="0"/>
                  <a:pt x="176216" y="0"/>
                </a:cubicBezTo>
                <a:cubicBezTo>
                  <a:pt x="176216" y="0"/>
                  <a:pt x="176216" y="4945"/>
                  <a:pt x="176216" y="4945"/>
                </a:cubicBezTo>
                <a:cubicBezTo>
                  <a:pt x="171322" y="4945"/>
                  <a:pt x="171322" y="4945"/>
                  <a:pt x="166427" y="9892"/>
                </a:cubicBezTo>
                <a:cubicBezTo>
                  <a:pt x="156637" y="14837"/>
                  <a:pt x="151742" y="29676"/>
                  <a:pt x="146848" y="44514"/>
                </a:cubicBezTo>
                <a:cubicBezTo>
                  <a:pt x="141953" y="49460"/>
                  <a:pt x="146848" y="84082"/>
                  <a:pt x="146848" y="103866"/>
                </a:cubicBezTo>
                <a:cubicBezTo>
                  <a:pt x="146848" y="108811"/>
                  <a:pt x="146848" y="113758"/>
                  <a:pt x="146848" y="113758"/>
                </a:cubicBezTo>
                <a:cubicBezTo>
                  <a:pt x="146848" y="118703"/>
                  <a:pt x="146848" y="123650"/>
                  <a:pt x="146848" y="123650"/>
                </a:cubicBezTo>
                <a:cubicBezTo>
                  <a:pt x="146848" y="128595"/>
                  <a:pt x="146848" y="128595"/>
                  <a:pt x="146848" y="133542"/>
                </a:cubicBezTo>
                <a:cubicBezTo>
                  <a:pt x="146848" y="143434"/>
                  <a:pt x="146848" y="143434"/>
                  <a:pt x="146848" y="148379"/>
                </a:cubicBezTo>
                <a:cubicBezTo>
                  <a:pt x="146848" y="153326"/>
                  <a:pt x="146848" y="153326"/>
                  <a:pt x="141953" y="153326"/>
                </a:cubicBezTo>
                <a:cubicBezTo>
                  <a:pt x="141953" y="153326"/>
                  <a:pt x="141953" y="158271"/>
                  <a:pt x="141953" y="158271"/>
                </a:cubicBezTo>
                <a:cubicBezTo>
                  <a:pt x="141953" y="158271"/>
                  <a:pt x="141953" y="163218"/>
                  <a:pt x="137057" y="163218"/>
                </a:cubicBezTo>
                <a:cubicBezTo>
                  <a:pt x="137057" y="168163"/>
                  <a:pt x="132163" y="168163"/>
                  <a:pt x="127268" y="168163"/>
                </a:cubicBezTo>
                <a:cubicBezTo>
                  <a:pt x="122373" y="168163"/>
                  <a:pt x="122373" y="168163"/>
                  <a:pt x="117478" y="168163"/>
                </a:cubicBezTo>
                <a:cubicBezTo>
                  <a:pt x="112583" y="168163"/>
                  <a:pt x="112583" y="168163"/>
                  <a:pt x="112583" y="168163"/>
                </a:cubicBezTo>
                <a:cubicBezTo>
                  <a:pt x="107688" y="163218"/>
                  <a:pt x="107688" y="163218"/>
                  <a:pt x="107688" y="163218"/>
                </a:cubicBezTo>
                <a:cubicBezTo>
                  <a:pt x="107688" y="158271"/>
                  <a:pt x="97898" y="143434"/>
                  <a:pt x="88109" y="113758"/>
                </a:cubicBezTo>
                <a:cubicBezTo>
                  <a:pt x="88109" y="108811"/>
                  <a:pt x="88109" y="108811"/>
                  <a:pt x="88109" y="108811"/>
                </a:cubicBezTo>
                <a:cubicBezTo>
                  <a:pt x="88109" y="103866"/>
                  <a:pt x="83213" y="98919"/>
                  <a:pt x="78318" y="93974"/>
                </a:cubicBezTo>
                <a:cubicBezTo>
                  <a:pt x="73424" y="89028"/>
                  <a:pt x="73424" y="89028"/>
                  <a:pt x="73424" y="89028"/>
                </a:cubicBezTo>
                <a:cubicBezTo>
                  <a:pt x="73424" y="89028"/>
                  <a:pt x="73424" y="89028"/>
                  <a:pt x="68529" y="89028"/>
                </a:cubicBezTo>
                <a:cubicBezTo>
                  <a:pt x="63633" y="89028"/>
                  <a:pt x="58739" y="98919"/>
                  <a:pt x="53844" y="108811"/>
                </a:cubicBezTo>
                <a:cubicBezTo>
                  <a:pt x="53844" y="108811"/>
                  <a:pt x="53844" y="113758"/>
                  <a:pt x="48950" y="118703"/>
                </a:cubicBezTo>
                <a:cubicBezTo>
                  <a:pt x="44054" y="128595"/>
                  <a:pt x="39159" y="133542"/>
                  <a:pt x="39159" y="143434"/>
                </a:cubicBezTo>
                <a:cubicBezTo>
                  <a:pt x="29370" y="153326"/>
                  <a:pt x="29370" y="158271"/>
                  <a:pt x="24474" y="168163"/>
                </a:cubicBezTo>
                <a:cubicBezTo>
                  <a:pt x="19580" y="173110"/>
                  <a:pt x="14685" y="173110"/>
                  <a:pt x="14685" y="183002"/>
                </a:cubicBezTo>
                <a:cubicBezTo>
                  <a:pt x="9790" y="183002"/>
                  <a:pt x="9790" y="183002"/>
                  <a:pt x="9790" y="187947"/>
                </a:cubicBezTo>
                <a:cubicBezTo>
                  <a:pt x="4895" y="187947"/>
                  <a:pt x="4895" y="187947"/>
                  <a:pt x="4895" y="187947"/>
                </a:cubicBezTo>
                <a:cubicBezTo>
                  <a:pt x="4895" y="187947"/>
                  <a:pt x="0" y="192893"/>
                  <a:pt x="0" y="192893"/>
                </a:cubicBezTo>
                <a:cubicBezTo>
                  <a:pt x="0" y="197839"/>
                  <a:pt x="0" y="202785"/>
                  <a:pt x="4895" y="207731"/>
                </a:cubicBezTo>
                <a:cubicBezTo>
                  <a:pt x="4895" y="207731"/>
                  <a:pt x="4895" y="212677"/>
                  <a:pt x="9790" y="212677"/>
                </a:cubicBezTo>
                <a:cubicBezTo>
                  <a:pt x="9790" y="217623"/>
                  <a:pt x="9790" y="217623"/>
                  <a:pt x="14685" y="222569"/>
                </a:cubicBezTo>
                <a:cubicBezTo>
                  <a:pt x="19580" y="232461"/>
                  <a:pt x="24474" y="237407"/>
                  <a:pt x="34265" y="242353"/>
                </a:cubicBezTo>
                <a:cubicBezTo>
                  <a:pt x="34265" y="247299"/>
                  <a:pt x="39159" y="252245"/>
                  <a:pt x="44054" y="252245"/>
                </a:cubicBezTo>
                <a:cubicBezTo>
                  <a:pt x="48950" y="257192"/>
                  <a:pt x="53844" y="257192"/>
                  <a:pt x="53844" y="262137"/>
                </a:cubicBezTo>
                <a:cubicBezTo>
                  <a:pt x="58739" y="262137"/>
                  <a:pt x="58739" y="262137"/>
                  <a:pt x="63633" y="262137"/>
                </a:cubicBezTo>
                <a:cubicBezTo>
                  <a:pt x="63633" y="267084"/>
                  <a:pt x="63633" y="267084"/>
                  <a:pt x="68529" y="267084"/>
                </a:cubicBezTo>
                <a:cubicBezTo>
                  <a:pt x="68529" y="267084"/>
                  <a:pt x="68529" y="272029"/>
                  <a:pt x="68529" y="272029"/>
                </a:cubicBezTo>
                <a:cubicBezTo>
                  <a:pt x="73424" y="272029"/>
                  <a:pt x="73424" y="272029"/>
                  <a:pt x="73424" y="272029"/>
                </a:cubicBezTo>
                <a:cubicBezTo>
                  <a:pt x="78318" y="272029"/>
                  <a:pt x="83213" y="272029"/>
                  <a:pt x="83213" y="272029"/>
                </a:cubicBezTo>
                <a:cubicBezTo>
                  <a:pt x="88109" y="267084"/>
                  <a:pt x="88109" y="267084"/>
                  <a:pt x="88109" y="267084"/>
                </a:cubicBezTo>
                <a:cubicBezTo>
                  <a:pt x="88109" y="262137"/>
                  <a:pt x="88109" y="262137"/>
                  <a:pt x="88109" y="262137"/>
                </a:cubicBezTo>
                <a:cubicBezTo>
                  <a:pt x="88109" y="257192"/>
                  <a:pt x="93003" y="257192"/>
                  <a:pt x="93003" y="252245"/>
                </a:cubicBezTo>
                <a:cubicBezTo>
                  <a:pt x="93003" y="252245"/>
                  <a:pt x="93003" y="247299"/>
                  <a:pt x="93003" y="247299"/>
                </a:cubicBezTo>
                <a:cubicBezTo>
                  <a:pt x="97898" y="237407"/>
                  <a:pt x="97898" y="232461"/>
                  <a:pt x="102794" y="232461"/>
                </a:cubicBezTo>
                <a:cubicBezTo>
                  <a:pt x="102794" y="227515"/>
                  <a:pt x="107688" y="227515"/>
                  <a:pt x="112583" y="222569"/>
                </a:cubicBezTo>
                <a:cubicBezTo>
                  <a:pt x="112583" y="222569"/>
                  <a:pt x="112583" y="222569"/>
                  <a:pt x="112583" y="222569"/>
                </a:cubicBezTo>
                <a:cubicBezTo>
                  <a:pt x="117478" y="222569"/>
                  <a:pt x="122373" y="222569"/>
                  <a:pt x="122373" y="217623"/>
                </a:cubicBezTo>
                <a:cubicBezTo>
                  <a:pt x="137057" y="217623"/>
                  <a:pt x="146848" y="217623"/>
                  <a:pt x="161533" y="212677"/>
                </a:cubicBezTo>
                <a:cubicBezTo>
                  <a:pt x="171322" y="212677"/>
                  <a:pt x="190901" y="212677"/>
                  <a:pt x="195796" y="212677"/>
                </a:cubicBezTo>
                <a:cubicBezTo>
                  <a:pt x="200692" y="212677"/>
                  <a:pt x="205586" y="212677"/>
                  <a:pt x="215377" y="212677"/>
                </a:cubicBezTo>
                <a:cubicBezTo>
                  <a:pt x="220271" y="212677"/>
                  <a:pt x="225166" y="212677"/>
                  <a:pt x="230060" y="212677"/>
                </a:cubicBezTo>
                <a:cubicBezTo>
                  <a:pt x="234956" y="212677"/>
                  <a:pt x="244746" y="212677"/>
                  <a:pt x="249640" y="212677"/>
                </a:cubicBezTo>
                <a:cubicBezTo>
                  <a:pt x="249640" y="212677"/>
                  <a:pt x="249640" y="212677"/>
                  <a:pt x="249640" y="212677"/>
                </a:cubicBezTo>
                <a:cubicBezTo>
                  <a:pt x="259431" y="212677"/>
                  <a:pt x="279010" y="217623"/>
                  <a:pt x="293695" y="217623"/>
                </a:cubicBezTo>
                <a:cubicBezTo>
                  <a:pt x="308380" y="217623"/>
                  <a:pt x="327960" y="212677"/>
                  <a:pt x="332854" y="212677"/>
                </a:cubicBezTo>
                <a:cubicBezTo>
                  <a:pt x="332854" y="212677"/>
                  <a:pt x="332854" y="207731"/>
                  <a:pt x="332854" y="207731"/>
                </a:cubicBezTo>
                <a:cubicBezTo>
                  <a:pt x="332854" y="202785"/>
                  <a:pt x="332854" y="202785"/>
                  <a:pt x="332854" y="202785"/>
                </a:cubicBezTo>
                <a:cubicBezTo>
                  <a:pt x="332854" y="192893"/>
                  <a:pt x="337749" y="183002"/>
                  <a:pt x="332854" y="178055"/>
                </a:cubicBezTo>
                <a:cubicBezTo>
                  <a:pt x="327960" y="178055"/>
                  <a:pt x="327960" y="173110"/>
                  <a:pt x="327960" y="173110"/>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9791700" y="4216400"/>
            <a:ext cx="83189" cy="173866"/>
          </a:xfrm>
          <a:custGeom>
            <a:avLst/>
            <a:gdLst/>
            <a:ahLst/>
            <a:cxnLst/>
            <a:rect l="l" t="t" r="r" b="b"/>
            <a:pathLst>
              <a:path w="83189" h="173866">
                <a:moveTo>
                  <a:pt x="78296" y="59611"/>
                </a:moveTo>
                <a:cubicBezTo>
                  <a:pt x="78296" y="54643"/>
                  <a:pt x="78296" y="54643"/>
                  <a:pt x="73402" y="49676"/>
                </a:cubicBezTo>
                <a:cubicBezTo>
                  <a:pt x="73402" y="44708"/>
                  <a:pt x="73402" y="44708"/>
                  <a:pt x="73402" y="44708"/>
                </a:cubicBezTo>
                <a:cubicBezTo>
                  <a:pt x="73402" y="44708"/>
                  <a:pt x="68509" y="44708"/>
                  <a:pt x="68509" y="39741"/>
                </a:cubicBezTo>
                <a:cubicBezTo>
                  <a:pt x="68509" y="39741"/>
                  <a:pt x="63616" y="34773"/>
                  <a:pt x="63616" y="29806"/>
                </a:cubicBezTo>
                <a:cubicBezTo>
                  <a:pt x="58722" y="19870"/>
                  <a:pt x="53828" y="14902"/>
                  <a:pt x="39148" y="9935"/>
                </a:cubicBezTo>
                <a:cubicBezTo>
                  <a:pt x="34254" y="4967"/>
                  <a:pt x="34254" y="4967"/>
                  <a:pt x="34254" y="4967"/>
                </a:cubicBezTo>
                <a:cubicBezTo>
                  <a:pt x="34254" y="4967"/>
                  <a:pt x="29361" y="4967"/>
                  <a:pt x="29361" y="4967"/>
                </a:cubicBezTo>
                <a:cubicBezTo>
                  <a:pt x="24468" y="0"/>
                  <a:pt x="24468" y="0"/>
                  <a:pt x="24468" y="0"/>
                </a:cubicBezTo>
                <a:cubicBezTo>
                  <a:pt x="19575" y="0"/>
                  <a:pt x="19575" y="0"/>
                  <a:pt x="19575" y="0"/>
                </a:cubicBezTo>
                <a:cubicBezTo>
                  <a:pt x="14680" y="0"/>
                  <a:pt x="9787" y="4967"/>
                  <a:pt x="4893" y="14902"/>
                </a:cubicBezTo>
                <a:cubicBezTo>
                  <a:pt x="4893" y="19870"/>
                  <a:pt x="4893" y="24837"/>
                  <a:pt x="9787" y="34773"/>
                </a:cubicBezTo>
                <a:cubicBezTo>
                  <a:pt x="9787" y="34773"/>
                  <a:pt x="9787" y="39741"/>
                  <a:pt x="9787" y="44708"/>
                </a:cubicBezTo>
                <a:cubicBezTo>
                  <a:pt x="9787" y="44708"/>
                  <a:pt x="9787" y="44708"/>
                  <a:pt x="9787" y="49676"/>
                </a:cubicBezTo>
                <a:cubicBezTo>
                  <a:pt x="9787" y="49676"/>
                  <a:pt x="9787" y="49676"/>
                  <a:pt x="9787" y="54643"/>
                </a:cubicBezTo>
                <a:cubicBezTo>
                  <a:pt x="14680" y="59611"/>
                  <a:pt x="14680" y="64578"/>
                  <a:pt x="9787" y="79482"/>
                </a:cubicBezTo>
                <a:cubicBezTo>
                  <a:pt x="9787" y="79482"/>
                  <a:pt x="9787" y="84449"/>
                  <a:pt x="9787" y="89417"/>
                </a:cubicBezTo>
                <a:cubicBezTo>
                  <a:pt x="9787" y="94384"/>
                  <a:pt x="4893" y="104319"/>
                  <a:pt x="0" y="119223"/>
                </a:cubicBezTo>
                <a:cubicBezTo>
                  <a:pt x="0" y="124189"/>
                  <a:pt x="0" y="129158"/>
                  <a:pt x="0" y="129158"/>
                </a:cubicBezTo>
                <a:cubicBezTo>
                  <a:pt x="0" y="139093"/>
                  <a:pt x="0" y="149028"/>
                  <a:pt x="4893" y="153995"/>
                </a:cubicBezTo>
                <a:cubicBezTo>
                  <a:pt x="9787" y="153995"/>
                  <a:pt x="39148" y="173866"/>
                  <a:pt x="48934" y="173866"/>
                </a:cubicBezTo>
                <a:cubicBezTo>
                  <a:pt x="48934" y="173866"/>
                  <a:pt x="48934" y="173866"/>
                  <a:pt x="48934" y="173866"/>
                </a:cubicBezTo>
                <a:cubicBezTo>
                  <a:pt x="58722" y="168899"/>
                  <a:pt x="63616" y="168899"/>
                  <a:pt x="63616" y="158963"/>
                </a:cubicBezTo>
                <a:cubicBezTo>
                  <a:pt x="63616" y="158963"/>
                  <a:pt x="63616" y="158963"/>
                  <a:pt x="63616" y="158963"/>
                </a:cubicBezTo>
                <a:cubicBezTo>
                  <a:pt x="68509" y="153995"/>
                  <a:pt x="68509" y="153995"/>
                  <a:pt x="73402" y="149028"/>
                </a:cubicBezTo>
                <a:cubicBezTo>
                  <a:pt x="73402" y="144060"/>
                  <a:pt x="73402" y="139093"/>
                  <a:pt x="78296" y="134125"/>
                </a:cubicBezTo>
                <a:cubicBezTo>
                  <a:pt x="78296" y="129158"/>
                  <a:pt x="83189" y="124189"/>
                  <a:pt x="83189" y="119223"/>
                </a:cubicBezTo>
                <a:cubicBezTo>
                  <a:pt x="83189" y="104319"/>
                  <a:pt x="78296" y="79482"/>
                  <a:pt x="78296" y="74513"/>
                </a:cubicBezTo>
                <a:cubicBezTo>
                  <a:pt x="78296" y="69546"/>
                  <a:pt x="78296" y="64578"/>
                  <a:pt x="78296" y="59611"/>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17200" y="4191000"/>
            <a:ext cx="88180" cy="148077"/>
          </a:xfrm>
          <a:custGeom>
            <a:avLst/>
            <a:gdLst/>
            <a:ahLst/>
            <a:cxnLst/>
            <a:rect l="l" t="t" r="r" b="b"/>
            <a:pathLst>
              <a:path w="88180" h="148077">
                <a:moveTo>
                  <a:pt x="39191" y="0"/>
                </a:moveTo>
                <a:cubicBezTo>
                  <a:pt x="48989" y="4936"/>
                  <a:pt x="68584" y="4936"/>
                  <a:pt x="73483" y="14808"/>
                </a:cubicBezTo>
                <a:cubicBezTo>
                  <a:pt x="73483" y="19743"/>
                  <a:pt x="73483" y="24680"/>
                  <a:pt x="78382" y="29615"/>
                </a:cubicBezTo>
                <a:cubicBezTo>
                  <a:pt x="78382" y="39487"/>
                  <a:pt x="88180" y="59230"/>
                  <a:pt x="83282" y="78975"/>
                </a:cubicBezTo>
                <a:cubicBezTo>
                  <a:pt x="78382" y="83910"/>
                  <a:pt x="73483" y="93782"/>
                  <a:pt x="73483" y="98718"/>
                </a:cubicBezTo>
                <a:cubicBezTo>
                  <a:pt x="68584" y="103654"/>
                  <a:pt x="58787" y="108590"/>
                  <a:pt x="58787" y="118462"/>
                </a:cubicBezTo>
                <a:cubicBezTo>
                  <a:pt x="48989" y="123397"/>
                  <a:pt x="48989" y="138205"/>
                  <a:pt x="39191" y="143142"/>
                </a:cubicBezTo>
                <a:cubicBezTo>
                  <a:pt x="29393" y="148077"/>
                  <a:pt x="9798" y="138205"/>
                  <a:pt x="9798" y="128334"/>
                </a:cubicBezTo>
                <a:cubicBezTo>
                  <a:pt x="4898" y="128334"/>
                  <a:pt x="9798" y="123397"/>
                  <a:pt x="4898" y="118462"/>
                </a:cubicBezTo>
                <a:cubicBezTo>
                  <a:pt x="4898" y="113525"/>
                  <a:pt x="0" y="108590"/>
                  <a:pt x="0" y="103654"/>
                </a:cubicBezTo>
                <a:cubicBezTo>
                  <a:pt x="0" y="98718"/>
                  <a:pt x="4898" y="88847"/>
                  <a:pt x="4898" y="78975"/>
                </a:cubicBezTo>
                <a:cubicBezTo>
                  <a:pt x="9798" y="69102"/>
                  <a:pt x="14696" y="59230"/>
                  <a:pt x="14696" y="54295"/>
                </a:cubicBezTo>
                <a:cubicBezTo>
                  <a:pt x="14696" y="39487"/>
                  <a:pt x="9798" y="19743"/>
                  <a:pt x="14696" y="9872"/>
                </a:cubicBezTo>
                <a:cubicBezTo>
                  <a:pt x="19596" y="4936"/>
                  <a:pt x="34293" y="4936"/>
                  <a:pt x="39191" y="0"/>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706100" y="3911600"/>
            <a:ext cx="391822" cy="633070"/>
          </a:xfrm>
          <a:custGeom>
            <a:avLst/>
            <a:gdLst/>
            <a:ahLst/>
            <a:cxnLst/>
            <a:rect l="l" t="t" r="r" b="b"/>
            <a:pathLst>
              <a:path w="391822" h="633070">
                <a:moveTo>
                  <a:pt x="112649" y="578665"/>
                </a:moveTo>
                <a:cubicBezTo>
                  <a:pt x="117546" y="583612"/>
                  <a:pt x="127342" y="588557"/>
                  <a:pt x="132240" y="588557"/>
                </a:cubicBezTo>
                <a:cubicBezTo>
                  <a:pt x="142036" y="588557"/>
                  <a:pt x="151831" y="583612"/>
                  <a:pt x="161627" y="583612"/>
                </a:cubicBezTo>
                <a:cubicBezTo>
                  <a:pt x="171422" y="573720"/>
                  <a:pt x="176320" y="563828"/>
                  <a:pt x="181218" y="553936"/>
                </a:cubicBezTo>
                <a:cubicBezTo>
                  <a:pt x="181218" y="548991"/>
                  <a:pt x="186116" y="548991"/>
                  <a:pt x="186116" y="548991"/>
                </a:cubicBezTo>
                <a:cubicBezTo>
                  <a:pt x="186116" y="544045"/>
                  <a:pt x="181218" y="534153"/>
                  <a:pt x="176320" y="534153"/>
                </a:cubicBezTo>
                <a:cubicBezTo>
                  <a:pt x="171422" y="534153"/>
                  <a:pt x="166525" y="539098"/>
                  <a:pt x="161627" y="539098"/>
                </a:cubicBezTo>
                <a:cubicBezTo>
                  <a:pt x="156729" y="539098"/>
                  <a:pt x="151831" y="539098"/>
                  <a:pt x="146933" y="539098"/>
                </a:cubicBezTo>
                <a:cubicBezTo>
                  <a:pt x="146933" y="539098"/>
                  <a:pt x="142036" y="544045"/>
                  <a:pt x="142036" y="544045"/>
                </a:cubicBezTo>
                <a:cubicBezTo>
                  <a:pt x="137137" y="544045"/>
                  <a:pt x="132240" y="544045"/>
                  <a:pt x="127342" y="544045"/>
                </a:cubicBezTo>
                <a:cubicBezTo>
                  <a:pt x="117546" y="548991"/>
                  <a:pt x="112649" y="553936"/>
                  <a:pt x="107751" y="558883"/>
                </a:cubicBezTo>
                <a:cubicBezTo>
                  <a:pt x="107751" y="568773"/>
                  <a:pt x="107751" y="573720"/>
                  <a:pt x="112649" y="578665"/>
                </a:cubicBezTo>
                <a:close/>
                <a:moveTo>
                  <a:pt x="200809" y="192889"/>
                </a:moveTo>
                <a:cubicBezTo>
                  <a:pt x="191013" y="217618"/>
                  <a:pt x="181218" y="237401"/>
                  <a:pt x="186116" y="262131"/>
                </a:cubicBezTo>
                <a:cubicBezTo>
                  <a:pt x="200809" y="262131"/>
                  <a:pt x="210604" y="257185"/>
                  <a:pt x="225298" y="257185"/>
                </a:cubicBezTo>
                <a:cubicBezTo>
                  <a:pt x="225298" y="252239"/>
                  <a:pt x="225298" y="252239"/>
                  <a:pt x="225298" y="247293"/>
                </a:cubicBezTo>
                <a:cubicBezTo>
                  <a:pt x="220400" y="242346"/>
                  <a:pt x="215502" y="242346"/>
                  <a:pt x="205707" y="242346"/>
                </a:cubicBezTo>
                <a:cubicBezTo>
                  <a:pt x="205707" y="232456"/>
                  <a:pt x="200809" y="222564"/>
                  <a:pt x="200809" y="217618"/>
                </a:cubicBezTo>
                <a:cubicBezTo>
                  <a:pt x="205707" y="207726"/>
                  <a:pt x="220400" y="197834"/>
                  <a:pt x="215502" y="187942"/>
                </a:cubicBezTo>
                <a:cubicBezTo>
                  <a:pt x="210604" y="178051"/>
                  <a:pt x="200809" y="187942"/>
                  <a:pt x="200809" y="192889"/>
                </a:cubicBezTo>
                <a:close/>
                <a:moveTo>
                  <a:pt x="235094" y="197834"/>
                </a:moveTo>
                <a:cubicBezTo>
                  <a:pt x="235094" y="197834"/>
                  <a:pt x="239991" y="202780"/>
                  <a:pt x="239991" y="202780"/>
                </a:cubicBezTo>
                <a:cubicBezTo>
                  <a:pt x="239991" y="202780"/>
                  <a:pt x="239991" y="202780"/>
                  <a:pt x="239991" y="202780"/>
                </a:cubicBezTo>
                <a:cubicBezTo>
                  <a:pt x="249786" y="197834"/>
                  <a:pt x="244889" y="187942"/>
                  <a:pt x="249786" y="178051"/>
                </a:cubicBezTo>
                <a:cubicBezTo>
                  <a:pt x="244889" y="182997"/>
                  <a:pt x="244889" y="192889"/>
                  <a:pt x="235094" y="197834"/>
                </a:cubicBezTo>
                <a:close/>
                <a:moveTo>
                  <a:pt x="220400" y="24729"/>
                </a:moveTo>
                <a:cubicBezTo>
                  <a:pt x="225298" y="24729"/>
                  <a:pt x="230195" y="34621"/>
                  <a:pt x="239991" y="34621"/>
                </a:cubicBezTo>
                <a:cubicBezTo>
                  <a:pt x="239991" y="39567"/>
                  <a:pt x="244889" y="44512"/>
                  <a:pt x="249786" y="49459"/>
                </a:cubicBezTo>
                <a:cubicBezTo>
                  <a:pt x="244889" y="59351"/>
                  <a:pt x="235094" y="54404"/>
                  <a:pt x="225298" y="59351"/>
                </a:cubicBezTo>
                <a:cubicBezTo>
                  <a:pt x="220400" y="59351"/>
                  <a:pt x="220400" y="64296"/>
                  <a:pt x="220400" y="64296"/>
                </a:cubicBezTo>
                <a:cubicBezTo>
                  <a:pt x="205707" y="69242"/>
                  <a:pt x="191013" y="74188"/>
                  <a:pt x="181218" y="79134"/>
                </a:cubicBezTo>
                <a:cubicBezTo>
                  <a:pt x="176320" y="84079"/>
                  <a:pt x="176320" y="84079"/>
                  <a:pt x="176320" y="93971"/>
                </a:cubicBezTo>
                <a:cubicBezTo>
                  <a:pt x="171422" y="98918"/>
                  <a:pt x="171422" y="98918"/>
                  <a:pt x="171422" y="103863"/>
                </a:cubicBezTo>
                <a:cubicBezTo>
                  <a:pt x="171422" y="113755"/>
                  <a:pt x="161627" y="128593"/>
                  <a:pt x="171422" y="133538"/>
                </a:cubicBezTo>
                <a:cubicBezTo>
                  <a:pt x="181218" y="133538"/>
                  <a:pt x="186116" y="138485"/>
                  <a:pt x="191013" y="138485"/>
                </a:cubicBezTo>
                <a:cubicBezTo>
                  <a:pt x="191013" y="138485"/>
                  <a:pt x="191013" y="138485"/>
                  <a:pt x="195911" y="138485"/>
                </a:cubicBezTo>
                <a:cubicBezTo>
                  <a:pt x="200809" y="143430"/>
                  <a:pt x="200809" y="158267"/>
                  <a:pt x="205707" y="153322"/>
                </a:cubicBezTo>
                <a:cubicBezTo>
                  <a:pt x="215502" y="153322"/>
                  <a:pt x="220400" y="148375"/>
                  <a:pt x="225298" y="148375"/>
                </a:cubicBezTo>
                <a:cubicBezTo>
                  <a:pt x="239991" y="148375"/>
                  <a:pt x="244889" y="158267"/>
                  <a:pt x="249786" y="168159"/>
                </a:cubicBezTo>
                <a:cubicBezTo>
                  <a:pt x="254685" y="148375"/>
                  <a:pt x="249786" y="128593"/>
                  <a:pt x="254685" y="113755"/>
                </a:cubicBezTo>
                <a:cubicBezTo>
                  <a:pt x="254685" y="108809"/>
                  <a:pt x="254685" y="108809"/>
                  <a:pt x="249786" y="108809"/>
                </a:cubicBezTo>
                <a:cubicBezTo>
                  <a:pt x="244889" y="108809"/>
                  <a:pt x="239991" y="113755"/>
                  <a:pt x="239991" y="118701"/>
                </a:cubicBezTo>
                <a:cubicBezTo>
                  <a:pt x="235094" y="128593"/>
                  <a:pt x="230195" y="128593"/>
                  <a:pt x="225298" y="133538"/>
                </a:cubicBezTo>
                <a:cubicBezTo>
                  <a:pt x="210604" y="133538"/>
                  <a:pt x="200809" y="133538"/>
                  <a:pt x="195911" y="128593"/>
                </a:cubicBezTo>
                <a:cubicBezTo>
                  <a:pt x="186116" y="128593"/>
                  <a:pt x="176320" y="118701"/>
                  <a:pt x="186116" y="108809"/>
                </a:cubicBezTo>
                <a:cubicBezTo>
                  <a:pt x="191013" y="103863"/>
                  <a:pt x="195911" y="98918"/>
                  <a:pt x="200809" y="89026"/>
                </a:cubicBezTo>
                <a:cubicBezTo>
                  <a:pt x="220400" y="79134"/>
                  <a:pt x="239991" y="69242"/>
                  <a:pt x="264480" y="74188"/>
                </a:cubicBezTo>
                <a:cubicBezTo>
                  <a:pt x="269377" y="74188"/>
                  <a:pt x="274276" y="79134"/>
                  <a:pt x="279173" y="79134"/>
                </a:cubicBezTo>
                <a:cubicBezTo>
                  <a:pt x="288968" y="84079"/>
                  <a:pt x="293867" y="98918"/>
                  <a:pt x="298764" y="108809"/>
                </a:cubicBezTo>
                <a:cubicBezTo>
                  <a:pt x="303662" y="113755"/>
                  <a:pt x="308559" y="113755"/>
                  <a:pt x="308559" y="118701"/>
                </a:cubicBezTo>
                <a:cubicBezTo>
                  <a:pt x="313458" y="128593"/>
                  <a:pt x="303662" y="133538"/>
                  <a:pt x="303662" y="138485"/>
                </a:cubicBezTo>
                <a:cubicBezTo>
                  <a:pt x="298764" y="148375"/>
                  <a:pt x="293867" y="158267"/>
                  <a:pt x="288968" y="168159"/>
                </a:cubicBezTo>
                <a:cubicBezTo>
                  <a:pt x="284071" y="182997"/>
                  <a:pt x="284071" y="202780"/>
                  <a:pt x="284071" y="217618"/>
                </a:cubicBezTo>
                <a:cubicBezTo>
                  <a:pt x="279173" y="222564"/>
                  <a:pt x="279173" y="227509"/>
                  <a:pt x="274276" y="232456"/>
                </a:cubicBezTo>
                <a:cubicBezTo>
                  <a:pt x="274276" y="237401"/>
                  <a:pt x="274276" y="242346"/>
                  <a:pt x="274276" y="247293"/>
                </a:cubicBezTo>
                <a:cubicBezTo>
                  <a:pt x="269377" y="252239"/>
                  <a:pt x="269377" y="252239"/>
                  <a:pt x="269377" y="252239"/>
                </a:cubicBezTo>
                <a:cubicBezTo>
                  <a:pt x="269377" y="262131"/>
                  <a:pt x="284071" y="257185"/>
                  <a:pt x="293867" y="257185"/>
                </a:cubicBezTo>
                <a:cubicBezTo>
                  <a:pt x="303662" y="252239"/>
                  <a:pt x="313458" y="242346"/>
                  <a:pt x="323253" y="247293"/>
                </a:cubicBezTo>
                <a:cubicBezTo>
                  <a:pt x="337947" y="247293"/>
                  <a:pt x="352640" y="257185"/>
                  <a:pt x="362435" y="267076"/>
                </a:cubicBezTo>
                <a:cubicBezTo>
                  <a:pt x="372231" y="272023"/>
                  <a:pt x="377129" y="272023"/>
                  <a:pt x="386925" y="276968"/>
                </a:cubicBezTo>
                <a:cubicBezTo>
                  <a:pt x="377129" y="286860"/>
                  <a:pt x="391822" y="291805"/>
                  <a:pt x="382026" y="301697"/>
                </a:cubicBezTo>
                <a:cubicBezTo>
                  <a:pt x="382026" y="301697"/>
                  <a:pt x="382026" y="301697"/>
                  <a:pt x="377129" y="301697"/>
                </a:cubicBezTo>
                <a:cubicBezTo>
                  <a:pt x="367334" y="311589"/>
                  <a:pt x="357538" y="321481"/>
                  <a:pt x="342844" y="331372"/>
                </a:cubicBezTo>
                <a:cubicBezTo>
                  <a:pt x="318356" y="346210"/>
                  <a:pt x="279173" y="356102"/>
                  <a:pt x="254685" y="370939"/>
                </a:cubicBezTo>
                <a:cubicBezTo>
                  <a:pt x="249786" y="370939"/>
                  <a:pt x="249786" y="370939"/>
                  <a:pt x="249786" y="370939"/>
                </a:cubicBezTo>
                <a:cubicBezTo>
                  <a:pt x="254685" y="380831"/>
                  <a:pt x="264480" y="390723"/>
                  <a:pt x="254685" y="400615"/>
                </a:cubicBezTo>
                <a:cubicBezTo>
                  <a:pt x="244889" y="405561"/>
                  <a:pt x="235094" y="410506"/>
                  <a:pt x="225298" y="420398"/>
                </a:cubicBezTo>
                <a:cubicBezTo>
                  <a:pt x="220400" y="420398"/>
                  <a:pt x="215502" y="430290"/>
                  <a:pt x="215502" y="435235"/>
                </a:cubicBezTo>
                <a:cubicBezTo>
                  <a:pt x="210604" y="440182"/>
                  <a:pt x="205707" y="455019"/>
                  <a:pt x="205707" y="455019"/>
                </a:cubicBezTo>
                <a:cubicBezTo>
                  <a:pt x="205707" y="464910"/>
                  <a:pt x="220400" y="474802"/>
                  <a:pt x="230195" y="479749"/>
                </a:cubicBezTo>
                <a:cubicBezTo>
                  <a:pt x="235094" y="479749"/>
                  <a:pt x="239991" y="489640"/>
                  <a:pt x="244889" y="489640"/>
                </a:cubicBezTo>
                <a:cubicBezTo>
                  <a:pt x="254685" y="489640"/>
                  <a:pt x="274276" y="489640"/>
                  <a:pt x="288968" y="489640"/>
                </a:cubicBezTo>
                <a:cubicBezTo>
                  <a:pt x="303662" y="489640"/>
                  <a:pt x="323253" y="484694"/>
                  <a:pt x="328151" y="494586"/>
                </a:cubicBezTo>
                <a:cubicBezTo>
                  <a:pt x="333049" y="499532"/>
                  <a:pt x="337947" y="509424"/>
                  <a:pt x="342844" y="514369"/>
                </a:cubicBezTo>
                <a:cubicBezTo>
                  <a:pt x="342844" y="524261"/>
                  <a:pt x="362435" y="539098"/>
                  <a:pt x="352640" y="548991"/>
                </a:cubicBezTo>
                <a:cubicBezTo>
                  <a:pt x="347743" y="553936"/>
                  <a:pt x="342844" y="558883"/>
                  <a:pt x="333049" y="558883"/>
                </a:cubicBezTo>
                <a:cubicBezTo>
                  <a:pt x="328151" y="558883"/>
                  <a:pt x="328151" y="553936"/>
                  <a:pt x="323253" y="548991"/>
                </a:cubicBezTo>
                <a:cubicBezTo>
                  <a:pt x="318356" y="548991"/>
                  <a:pt x="318356" y="544045"/>
                  <a:pt x="308559" y="544045"/>
                </a:cubicBezTo>
                <a:cubicBezTo>
                  <a:pt x="308559" y="544045"/>
                  <a:pt x="303662" y="544045"/>
                  <a:pt x="298764" y="544045"/>
                </a:cubicBezTo>
                <a:cubicBezTo>
                  <a:pt x="288968" y="539098"/>
                  <a:pt x="274276" y="544045"/>
                  <a:pt x="259582" y="544045"/>
                </a:cubicBezTo>
                <a:cubicBezTo>
                  <a:pt x="254685" y="544045"/>
                  <a:pt x="249786" y="544045"/>
                  <a:pt x="244889" y="548991"/>
                </a:cubicBezTo>
                <a:cubicBezTo>
                  <a:pt x="239991" y="558883"/>
                  <a:pt x="230195" y="583612"/>
                  <a:pt x="230195" y="583612"/>
                </a:cubicBezTo>
                <a:cubicBezTo>
                  <a:pt x="215502" y="603395"/>
                  <a:pt x="195911" y="608340"/>
                  <a:pt x="176320" y="618232"/>
                </a:cubicBezTo>
                <a:cubicBezTo>
                  <a:pt x="176320" y="623179"/>
                  <a:pt x="142036" y="633070"/>
                  <a:pt x="137137" y="628124"/>
                </a:cubicBezTo>
                <a:cubicBezTo>
                  <a:pt x="132240" y="628124"/>
                  <a:pt x="127342" y="623179"/>
                  <a:pt x="122445" y="623179"/>
                </a:cubicBezTo>
                <a:cubicBezTo>
                  <a:pt x="122445" y="623179"/>
                  <a:pt x="107751" y="618232"/>
                  <a:pt x="107751" y="618232"/>
                </a:cubicBezTo>
                <a:cubicBezTo>
                  <a:pt x="102853" y="613287"/>
                  <a:pt x="102853" y="613287"/>
                  <a:pt x="97955" y="608340"/>
                </a:cubicBezTo>
                <a:cubicBezTo>
                  <a:pt x="93058" y="608340"/>
                  <a:pt x="93058" y="603395"/>
                  <a:pt x="88160" y="603395"/>
                </a:cubicBezTo>
                <a:cubicBezTo>
                  <a:pt x="83262" y="578665"/>
                  <a:pt x="88160" y="568773"/>
                  <a:pt x="88160" y="548991"/>
                </a:cubicBezTo>
                <a:cubicBezTo>
                  <a:pt x="88160" y="544045"/>
                  <a:pt x="88160" y="534153"/>
                  <a:pt x="93058" y="534153"/>
                </a:cubicBezTo>
                <a:cubicBezTo>
                  <a:pt x="93058" y="529206"/>
                  <a:pt x="97955" y="529206"/>
                  <a:pt x="102853" y="524261"/>
                </a:cubicBezTo>
                <a:cubicBezTo>
                  <a:pt x="107751" y="524261"/>
                  <a:pt x="107751" y="524261"/>
                  <a:pt x="107751" y="519316"/>
                </a:cubicBezTo>
                <a:cubicBezTo>
                  <a:pt x="112649" y="519316"/>
                  <a:pt x="117546" y="519316"/>
                  <a:pt x="122445" y="519316"/>
                </a:cubicBezTo>
                <a:cubicBezTo>
                  <a:pt x="132240" y="514369"/>
                  <a:pt x="137137" y="509424"/>
                  <a:pt x="146933" y="509424"/>
                </a:cubicBezTo>
                <a:cubicBezTo>
                  <a:pt x="151831" y="504478"/>
                  <a:pt x="166525" y="499532"/>
                  <a:pt x="166525" y="494586"/>
                </a:cubicBezTo>
                <a:cubicBezTo>
                  <a:pt x="166525" y="489640"/>
                  <a:pt x="156729" y="489640"/>
                  <a:pt x="156729" y="484694"/>
                </a:cubicBezTo>
                <a:cubicBezTo>
                  <a:pt x="156729" y="479749"/>
                  <a:pt x="156729" y="479749"/>
                  <a:pt x="156729" y="474802"/>
                </a:cubicBezTo>
                <a:cubicBezTo>
                  <a:pt x="151831" y="469857"/>
                  <a:pt x="142036" y="464910"/>
                  <a:pt x="146933" y="459965"/>
                </a:cubicBezTo>
                <a:cubicBezTo>
                  <a:pt x="146933" y="455019"/>
                  <a:pt x="151831" y="450073"/>
                  <a:pt x="156729" y="450073"/>
                </a:cubicBezTo>
                <a:cubicBezTo>
                  <a:pt x="166525" y="440182"/>
                  <a:pt x="166525" y="425343"/>
                  <a:pt x="171422" y="415453"/>
                </a:cubicBezTo>
                <a:cubicBezTo>
                  <a:pt x="166525" y="400615"/>
                  <a:pt x="146933" y="410506"/>
                  <a:pt x="142036" y="415453"/>
                </a:cubicBezTo>
                <a:cubicBezTo>
                  <a:pt x="132240" y="420398"/>
                  <a:pt x="132240" y="420398"/>
                  <a:pt x="122445" y="425343"/>
                </a:cubicBezTo>
                <a:cubicBezTo>
                  <a:pt x="117546" y="430290"/>
                  <a:pt x="112649" y="435235"/>
                  <a:pt x="107751" y="440182"/>
                </a:cubicBezTo>
                <a:cubicBezTo>
                  <a:pt x="97955" y="445127"/>
                  <a:pt x="93058" y="450073"/>
                  <a:pt x="88160" y="440182"/>
                </a:cubicBezTo>
                <a:cubicBezTo>
                  <a:pt x="88160" y="430290"/>
                  <a:pt x="83262" y="420398"/>
                  <a:pt x="83262" y="415453"/>
                </a:cubicBezTo>
                <a:cubicBezTo>
                  <a:pt x="88160" y="400615"/>
                  <a:pt x="97955" y="400615"/>
                  <a:pt x="107751" y="390723"/>
                </a:cubicBezTo>
                <a:cubicBezTo>
                  <a:pt x="122445" y="375886"/>
                  <a:pt x="137137" y="370939"/>
                  <a:pt x="151831" y="365994"/>
                </a:cubicBezTo>
                <a:cubicBezTo>
                  <a:pt x="156729" y="361048"/>
                  <a:pt x="166525" y="356102"/>
                  <a:pt x="176320" y="361048"/>
                </a:cubicBezTo>
                <a:cubicBezTo>
                  <a:pt x="186116" y="361048"/>
                  <a:pt x="191013" y="356102"/>
                  <a:pt x="200809" y="356102"/>
                </a:cubicBezTo>
                <a:cubicBezTo>
                  <a:pt x="205707" y="356102"/>
                  <a:pt x="210604" y="356102"/>
                  <a:pt x="215502" y="356102"/>
                </a:cubicBezTo>
                <a:cubicBezTo>
                  <a:pt x="215502" y="356102"/>
                  <a:pt x="220400" y="351156"/>
                  <a:pt x="220400" y="351156"/>
                </a:cubicBezTo>
                <a:cubicBezTo>
                  <a:pt x="225298" y="351156"/>
                  <a:pt x="225298" y="351156"/>
                  <a:pt x="230195" y="351156"/>
                </a:cubicBezTo>
                <a:cubicBezTo>
                  <a:pt x="235094" y="346210"/>
                  <a:pt x="239991" y="341264"/>
                  <a:pt x="244889" y="336319"/>
                </a:cubicBezTo>
                <a:cubicBezTo>
                  <a:pt x="254685" y="331372"/>
                  <a:pt x="264480" y="326427"/>
                  <a:pt x="269377" y="321481"/>
                </a:cubicBezTo>
                <a:cubicBezTo>
                  <a:pt x="279173" y="316535"/>
                  <a:pt x="293867" y="311589"/>
                  <a:pt x="279173" y="301697"/>
                </a:cubicBezTo>
                <a:cubicBezTo>
                  <a:pt x="259582" y="296752"/>
                  <a:pt x="220400" y="301697"/>
                  <a:pt x="205707" y="301697"/>
                </a:cubicBezTo>
                <a:cubicBezTo>
                  <a:pt x="200809" y="301697"/>
                  <a:pt x="191013" y="306643"/>
                  <a:pt x="181218" y="306643"/>
                </a:cubicBezTo>
                <a:cubicBezTo>
                  <a:pt x="176320" y="306643"/>
                  <a:pt x="171422" y="311589"/>
                  <a:pt x="166525" y="311589"/>
                </a:cubicBezTo>
                <a:cubicBezTo>
                  <a:pt x="161627" y="311589"/>
                  <a:pt x="132240" y="311589"/>
                  <a:pt x="122445" y="316535"/>
                </a:cubicBezTo>
                <a:cubicBezTo>
                  <a:pt x="117546" y="316535"/>
                  <a:pt x="97955" y="326427"/>
                  <a:pt x="97955" y="326427"/>
                </a:cubicBezTo>
                <a:cubicBezTo>
                  <a:pt x="93058" y="326427"/>
                  <a:pt x="78364" y="331372"/>
                  <a:pt x="78364" y="331372"/>
                </a:cubicBezTo>
                <a:cubicBezTo>
                  <a:pt x="68569" y="336319"/>
                  <a:pt x="58773" y="346210"/>
                  <a:pt x="53876" y="346210"/>
                </a:cubicBezTo>
                <a:cubicBezTo>
                  <a:pt x="39182" y="346210"/>
                  <a:pt x="34285" y="341264"/>
                  <a:pt x="24489" y="336319"/>
                </a:cubicBezTo>
                <a:cubicBezTo>
                  <a:pt x="19591" y="331372"/>
                  <a:pt x="19591" y="326427"/>
                  <a:pt x="9796" y="326427"/>
                </a:cubicBezTo>
                <a:cubicBezTo>
                  <a:pt x="9796" y="326427"/>
                  <a:pt x="4898" y="321481"/>
                  <a:pt x="4898" y="321481"/>
                </a:cubicBezTo>
                <a:cubicBezTo>
                  <a:pt x="0" y="306643"/>
                  <a:pt x="19591" y="306643"/>
                  <a:pt x="34285" y="301697"/>
                </a:cubicBezTo>
                <a:cubicBezTo>
                  <a:pt x="34285" y="276968"/>
                  <a:pt x="29387" y="267076"/>
                  <a:pt x="24489" y="237401"/>
                </a:cubicBezTo>
                <a:cubicBezTo>
                  <a:pt x="19591" y="232456"/>
                  <a:pt x="19591" y="227509"/>
                  <a:pt x="14694" y="217618"/>
                </a:cubicBezTo>
                <a:cubicBezTo>
                  <a:pt x="9796" y="212672"/>
                  <a:pt x="9796" y="212672"/>
                  <a:pt x="4898" y="207726"/>
                </a:cubicBezTo>
                <a:cubicBezTo>
                  <a:pt x="4898" y="207726"/>
                  <a:pt x="4898" y="202780"/>
                  <a:pt x="4898" y="202780"/>
                </a:cubicBezTo>
                <a:cubicBezTo>
                  <a:pt x="4898" y="197834"/>
                  <a:pt x="4898" y="192889"/>
                  <a:pt x="4898" y="187942"/>
                </a:cubicBezTo>
                <a:cubicBezTo>
                  <a:pt x="4898" y="187942"/>
                  <a:pt x="4898" y="182997"/>
                  <a:pt x="4898" y="178051"/>
                </a:cubicBezTo>
                <a:cubicBezTo>
                  <a:pt x="0" y="173105"/>
                  <a:pt x="0" y="168159"/>
                  <a:pt x="0" y="163213"/>
                </a:cubicBezTo>
                <a:cubicBezTo>
                  <a:pt x="4898" y="158267"/>
                  <a:pt x="4898" y="158267"/>
                  <a:pt x="9796" y="158267"/>
                </a:cubicBezTo>
                <a:cubicBezTo>
                  <a:pt x="9796" y="153322"/>
                  <a:pt x="9796" y="148375"/>
                  <a:pt x="14694" y="148375"/>
                </a:cubicBezTo>
                <a:cubicBezTo>
                  <a:pt x="19591" y="143430"/>
                  <a:pt x="19591" y="143430"/>
                  <a:pt x="24489" y="143430"/>
                </a:cubicBezTo>
                <a:cubicBezTo>
                  <a:pt x="34285" y="148375"/>
                  <a:pt x="48978" y="158267"/>
                  <a:pt x="53876" y="168159"/>
                </a:cubicBezTo>
                <a:cubicBezTo>
                  <a:pt x="48978" y="173105"/>
                  <a:pt x="53876" y="182997"/>
                  <a:pt x="53876" y="192889"/>
                </a:cubicBezTo>
                <a:cubicBezTo>
                  <a:pt x="53876" y="197834"/>
                  <a:pt x="53876" y="202780"/>
                  <a:pt x="53876" y="207726"/>
                </a:cubicBezTo>
                <a:cubicBezTo>
                  <a:pt x="53876" y="207726"/>
                  <a:pt x="53876" y="212672"/>
                  <a:pt x="53876" y="212672"/>
                </a:cubicBezTo>
                <a:cubicBezTo>
                  <a:pt x="53876" y="222564"/>
                  <a:pt x="53876" y="227509"/>
                  <a:pt x="58773" y="232456"/>
                </a:cubicBezTo>
                <a:cubicBezTo>
                  <a:pt x="58773" y="237401"/>
                  <a:pt x="63671" y="242346"/>
                  <a:pt x="63671" y="247293"/>
                </a:cubicBezTo>
                <a:cubicBezTo>
                  <a:pt x="63671" y="247293"/>
                  <a:pt x="63671" y="252239"/>
                  <a:pt x="63671" y="252239"/>
                </a:cubicBezTo>
                <a:cubicBezTo>
                  <a:pt x="63671" y="257185"/>
                  <a:pt x="63671" y="262131"/>
                  <a:pt x="63671" y="267076"/>
                </a:cubicBezTo>
                <a:cubicBezTo>
                  <a:pt x="63671" y="272023"/>
                  <a:pt x="63671" y="281915"/>
                  <a:pt x="68569" y="291805"/>
                </a:cubicBezTo>
                <a:cubicBezTo>
                  <a:pt x="73467" y="291805"/>
                  <a:pt x="78364" y="286860"/>
                  <a:pt x="83262" y="286860"/>
                </a:cubicBezTo>
                <a:cubicBezTo>
                  <a:pt x="83262" y="267076"/>
                  <a:pt x="73467" y="247293"/>
                  <a:pt x="73467" y="232456"/>
                </a:cubicBezTo>
                <a:cubicBezTo>
                  <a:pt x="73467" y="217618"/>
                  <a:pt x="73467" y="207726"/>
                  <a:pt x="68569" y="197834"/>
                </a:cubicBezTo>
                <a:cubicBezTo>
                  <a:pt x="68569" y="182997"/>
                  <a:pt x="63671" y="168159"/>
                  <a:pt x="63671" y="153322"/>
                </a:cubicBezTo>
                <a:cubicBezTo>
                  <a:pt x="63671" y="153322"/>
                  <a:pt x="58773" y="153322"/>
                  <a:pt x="53876" y="153322"/>
                </a:cubicBezTo>
                <a:cubicBezTo>
                  <a:pt x="53876" y="148375"/>
                  <a:pt x="58773" y="138485"/>
                  <a:pt x="63671" y="128593"/>
                </a:cubicBezTo>
                <a:cubicBezTo>
                  <a:pt x="63671" y="123646"/>
                  <a:pt x="58773" y="118701"/>
                  <a:pt x="63671" y="113755"/>
                </a:cubicBezTo>
                <a:cubicBezTo>
                  <a:pt x="68569" y="103863"/>
                  <a:pt x="78364" y="98918"/>
                  <a:pt x="83262" y="103863"/>
                </a:cubicBezTo>
                <a:cubicBezTo>
                  <a:pt x="97955" y="108809"/>
                  <a:pt x="107751" y="133538"/>
                  <a:pt x="107751" y="148375"/>
                </a:cubicBezTo>
                <a:cubicBezTo>
                  <a:pt x="107751" y="148375"/>
                  <a:pt x="107751" y="148375"/>
                  <a:pt x="102853" y="153322"/>
                </a:cubicBezTo>
                <a:cubicBezTo>
                  <a:pt x="107751" y="192889"/>
                  <a:pt x="102853" y="237401"/>
                  <a:pt x="117546" y="272023"/>
                </a:cubicBezTo>
                <a:cubicBezTo>
                  <a:pt x="117546" y="272023"/>
                  <a:pt x="117546" y="267076"/>
                  <a:pt x="117546" y="262131"/>
                </a:cubicBezTo>
                <a:cubicBezTo>
                  <a:pt x="122445" y="257185"/>
                  <a:pt x="117546" y="242346"/>
                  <a:pt x="117546" y="232456"/>
                </a:cubicBezTo>
                <a:cubicBezTo>
                  <a:pt x="122445" y="232456"/>
                  <a:pt x="122445" y="227509"/>
                  <a:pt x="122445" y="222564"/>
                </a:cubicBezTo>
                <a:cubicBezTo>
                  <a:pt x="122445" y="222564"/>
                  <a:pt x="117546" y="222564"/>
                  <a:pt x="117546" y="217618"/>
                </a:cubicBezTo>
                <a:cubicBezTo>
                  <a:pt x="117546" y="212672"/>
                  <a:pt x="117546" y="207726"/>
                  <a:pt x="117546" y="202780"/>
                </a:cubicBezTo>
                <a:cubicBezTo>
                  <a:pt x="117546" y="192889"/>
                  <a:pt x="117546" y="182997"/>
                  <a:pt x="117546" y="178051"/>
                </a:cubicBezTo>
                <a:cubicBezTo>
                  <a:pt x="122445" y="173105"/>
                  <a:pt x="132240" y="168159"/>
                  <a:pt x="137137" y="168159"/>
                </a:cubicBezTo>
                <a:cubicBezTo>
                  <a:pt x="137137" y="168159"/>
                  <a:pt x="142036" y="173105"/>
                  <a:pt x="142036" y="178051"/>
                </a:cubicBezTo>
                <a:cubicBezTo>
                  <a:pt x="146933" y="178051"/>
                  <a:pt x="146933" y="178051"/>
                  <a:pt x="146933" y="178051"/>
                </a:cubicBezTo>
                <a:cubicBezTo>
                  <a:pt x="151831" y="178051"/>
                  <a:pt x="151831" y="182997"/>
                  <a:pt x="156729" y="182997"/>
                </a:cubicBezTo>
                <a:cubicBezTo>
                  <a:pt x="161627" y="192889"/>
                  <a:pt x="151831" y="197834"/>
                  <a:pt x="146933" y="202780"/>
                </a:cubicBezTo>
                <a:cubicBezTo>
                  <a:pt x="146933" y="212672"/>
                  <a:pt x="146933" y="222564"/>
                  <a:pt x="146933" y="232456"/>
                </a:cubicBezTo>
                <a:cubicBezTo>
                  <a:pt x="142036" y="237401"/>
                  <a:pt x="146933" y="237401"/>
                  <a:pt x="146933" y="242346"/>
                </a:cubicBezTo>
                <a:cubicBezTo>
                  <a:pt x="142036" y="252239"/>
                  <a:pt x="146933" y="262131"/>
                  <a:pt x="146933" y="267076"/>
                </a:cubicBezTo>
                <a:cubicBezTo>
                  <a:pt x="146933" y="267076"/>
                  <a:pt x="146933" y="262131"/>
                  <a:pt x="146933" y="262131"/>
                </a:cubicBezTo>
                <a:cubicBezTo>
                  <a:pt x="151831" y="257185"/>
                  <a:pt x="151831" y="252239"/>
                  <a:pt x="151831" y="242346"/>
                </a:cubicBezTo>
                <a:cubicBezTo>
                  <a:pt x="156729" y="237401"/>
                  <a:pt x="156729" y="232456"/>
                  <a:pt x="156729" y="227509"/>
                </a:cubicBezTo>
                <a:cubicBezTo>
                  <a:pt x="156729" y="207726"/>
                  <a:pt x="171422" y="192889"/>
                  <a:pt x="166525" y="178051"/>
                </a:cubicBezTo>
                <a:cubicBezTo>
                  <a:pt x="166525" y="168159"/>
                  <a:pt x="151831" y="158267"/>
                  <a:pt x="137137" y="163213"/>
                </a:cubicBezTo>
                <a:cubicBezTo>
                  <a:pt x="132240" y="163213"/>
                  <a:pt x="132240" y="148375"/>
                  <a:pt x="122445" y="148375"/>
                </a:cubicBezTo>
                <a:cubicBezTo>
                  <a:pt x="117546" y="138485"/>
                  <a:pt x="117546" y="133538"/>
                  <a:pt x="127342" y="128593"/>
                </a:cubicBezTo>
                <a:cubicBezTo>
                  <a:pt x="132240" y="118701"/>
                  <a:pt x="132240" y="103863"/>
                  <a:pt x="132240" y="84079"/>
                </a:cubicBezTo>
                <a:cubicBezTo>
                  <a:pt x="132240" y="79134"/>
                  <a:pt x="127342" y="74188"/>
                  <a:pt x="127342" y="69242"/>
                </a:cubicBezTo>
                <a:cubicBezTo>
                  <a:pt x="127342" y="59351"/>
                  <a:pt x="132240" y="49459"/>
                  <a:pt x="132240" y="44512"/>
                </a:cubicBezTo>
                <a:cubicBezTo>
                  <a:pt x="132240" y="34621"/>
                  <a:pt x="127342" y="29675"/>
                  <a:pt x="122445" y="24729"/>
                </a:cubicBezTo>
                <a:cubicBezTo>
                  <a:pt x="122445" y="14837"/>
                  <a:pt x="127342" y="4945"/>
                  <a:pt x="137137" y="0"/>
                </a:cubicBezTo>
                <a:cubicBezTo>
                  <a:pt x="151831" y="4945"/>
                  <a:pt x="161627" y="14837"/>
                  <a:pt x="176320" y="19784"/>
                </a:cubicBezTo>
                <a:cubicBezTo>
                  <a:pt x="181218" y="24729"/>
                  <a:pt x="181218" y="29675"/>
                  <a:pt x="181218" y="29675"/>
                </a:cubicBezTo>
                <a:cubicBezTo>
                  <a:pt x="195911" y="29675"/>
                  <a:pt x="210604" y="24729"/>
                  <a:pt x="220400" y="24729"/>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0058400" y="4064000"/>
            <a:ext cx="415947" cy="376015"/>
          </a:xfrm>
          <a:custGeom>
            <a:avLst/>
            <a:gdLst/>
            <a:ahLst/>
            <a:cxnLst/>
            <a:rect l="l" t="t" r="r" b="b"/>
            <a:pathLst>
              <a:path w="415947" h="376015">
                <a:moveTo>
                  <a:pt x="401267" y="366119"/>
                </a:moveTo>
                <a:cubicBezTo>
                  <a:pt x="391480" y="366119"/>
                  <a:pt x="381692" y="366119"/>
                  <a:pt x="367012" y="366119"/>
                </a:cubicBezTo>
                <a:cubicBezTo>
                  <a:pt x="357226" y="366119"/>
                  <a:pt x="322971" y="366119"/>
                  <a:pt x="313183" y="366119"/>
                </a:cubicBezTo>
                <a:cubicBezTo>
                  <a:pt x="308290" y="366119"/>
                  <a:pt x="308290" y="366119"/>
                  <a:pt x="303397" y="366119"/>
                </a:cubicBezTo>
                <a:cubicBezTo>
                  <a:pt x="298503" y="371067"/>
                  <a:pt x="269142" y="371067"/>
                  <a:pt x="259356" y="371067"/>
                </a:cubicBezTo>
                <a:cubicBezTo>
                  <a:pt x="254462" y="366119"/>
                  <a:pt x="229994" y="366119"/>
                  <a:pt x="229994" y="361173"/>
                </a:cubicBezTo>
                <a:cubicBezTo>
                  <a:pt x="229994" y="361173"/>
                  <a:pt x="229994" y="361173"/>
                  <a:pt x="229994" y="356225"/>
                </a:cubicBezTo>
                <a:cubicBezTo>
                  <a:pt x="249568" y="351277"/>
                  <a:pt x="264249" y="336434"/>
                  <a:pt x="283822" y="326540"/>
                </a:cubicBezTo>
                <a:cubicBezTo>
                  <a:pt x="288717" y="316644"/>
                  <a:pt x="293610" y="316644"/>
                  <a:pt x="283822" y="306749"/>
                </a:cubicBezTo>
                <a:cubicBezTo>
                  <a:pt x="274036" y="301802"/>
                  <a:pt x="264249" y="296854"/>
                  <a:pt x="244674" y="296854"/>
                </a:cubicBezTo>
                <a:cubicBezTo>
                  <a:pt x="239781" y="296854"/>
                  <a:pt x="229994" y="296854"/>
                  <a:pt x="225101" y="296854"/>
                </a:cubicBezTo>
                <a:cubicBezTo>
                  <a:pt x="220208" y="296854"/>
                  <a:pt x="215313" y="296854"/>
                  <a:pt x="200633" y="296854"/>
                </a:cubicBezTo>
                <a:cubicBezTo>
                  <a:pt x="195740" y="296854"/>
                  <a:pt x="190847" y="291907"/>
                  <a:pt x="181059" y="291907"/>
                </a:cubicBezTo>
                <a:cubicBezTo>
                  <a:pt x="181059" y="291907"/>
                  <a:pt x="176166" y="291907"/>
                  <a:pt x="176166" y="291907"/>
                </a:cubicBezTo>
                <a:cubicBezTo>
                  <a:pt x="171272" y="291907"/>
                  <a:pt x="166379" y="286959"/>
                  <a:pt x="161486" y="286959"/>
                </a:cubicBezTo>
                <a:cubicBezTo>
                  <a:pt x="156592" y="286959"/>
                  <a:pt x="146804" y="277063"/>
                  <a:pt x="141911" y="277063"/>
                </a:cubicBezTo>
                <a:cubicBezTo>
                  <a:pt x="132124" y="291907"/>
                  <a:pt x="122338" y="311696"/>
                  <a:pt x="107657" y="326540"/>
                </a:cubicBezTo>
                <a:cubicBezTo>
                  <a:pt x="78296" y="346329"/>
                  <a:pt x="73402" y="366119"/>
                  <a:pt x="39148" y="371067"/>
                </a:cubicBezTo>
                <a:cubicBezTo>
                  <a:pt x="39148" y="376015"/>
                  <a:pt x="34254" y="376015"/>
                  <a:pt x="29361" y="376015"/>
                </a:cubicBezTo>
                <a:cubicBezTo>
                  <a:pt x="19575" y="376015"/>
                  <a:pt x="14680" y="371067"/>
                  <a:pt x="4893" y="371067"/>
                </a:cubicBezTo>
                <a:cubicBezTo>
                  <a:pt x="0" y="346329"/>
                  <a:pt x="0" y="306749"/>
                  <a:pt x="0" y="306749"/>
                </a:cubicBezTo>
                <a:cubicBezTo>
                  <a:pt x="0" y="306749"/>
                  <a:pt x="19575" y="291907"/>
                  <a:pt x="34254" y="286959"/>
                </a:cubicBezTo>
                <a:cubicBezTo>
                  <a:pt x="39148" y="282011"/>
                  <a:pt x="39148" y="282011"/>
                  <a:pt x="44041" y="286959"/>
                </a:cubicBezTo>
                <a:cubicBezTo>
                  <a:pt x="44041" y="286959"/>
                  <a:pt x="39148" y="296854"/>
                  <a:pt x="44041" y="296854"/>
                </a:cubicBezTo>
                <a:cubicBezTo>
                  <a:pt x="53829" y="301802"/>
                  <a:pt x="53829" y="291907"/>
                  <a:pt x="58722" y="286959"/>
                </a:cubicBezTo>
                <a:cubicBezTo>
                  <a:pt x="73402" y="272117"/>
                  <a:pt x="78296" y="257273"/>
                  <a:pt x="88083" y="242430"/>
                </a:cubicBezTo>
                <a:cubicBezTo>
                  <a:pt x="92977" y="237484"/>
                  <a:pt x="97870" y="227588"/>
                  <a:pt x="102763" y="222640"/>
                </a:cubicBezTo>
                <a:cubicBezTo>
                  <a:pt x="107657" y="207797"/>
                  <a:pt x="112550" y="197903"/>
                  <a:pt x="122338" y="183060"/>
                </a:cubicBezTo>
                <a:cubicBezTo>
                  <a:pt x="127231" y="173164"/>
                  <a:pt x="132124" y="163270"/>
                  <a:pt x="137018" y="153374"/>
                </a:cubicBezTo>
                <a:cubicBezTo>
                  <a:pt x="141911" y="153374"/>
                  <a:pt x="141911" y="153374"/>
                  <a:pt x="141911" y="148427"/>
                </a:cubicBezTo>
                <a:cubicBezTo>
                  <a:pt x="146804" y="143480"/>
                  <a:pt x="151698" y="133584"/>
                  <a:pt x="141911" y="138532"/>
                </a:cubicBezTo>
                <a:cubicBezTo>
                  <a:pt x="132124" y="138532"/>
                  <a:pt x="127231" y="138532"/>
                  <a:pt x="117443" y="138532"/>
                </a:cubicBezTo>
                <a:cubicBezTo>
                  <a:pt x="112550" y="138532"/>
                  <a:pt x="107657" y="138532"/>
                  <a:pt x="102763" y="138532"/>
                </a:cubicBezTo>
                <a:cubicBezTo>
                  <a:pt x="92977" y="138532"/>
                  <a:pt x="73402" y="143480"/>
                  <a:pt x="63616" y="138532"/>
                </a:cubicBezTo>
                <a:cubicBezTo>
                  <a:pt x="53829" y="138532"/>
                  <a:pt x="53829" y="123689"/>
                  <a:pt x="53829" y="113795"/>
                </a:cubicBezTo>
                <a:cubicBezTo>
                  <a:pt x="48934" y="108847"/>
                  <a:pt x="53829" y="94004"/>
                  <a:pt x="58722" y="94004"/>
                </a:cubicBezTo>
                <a:cubicBezTo>
                  <a:pt x="63616" y="94004"/>
                  <a:pt x="68509" y="94004"/>
                  <a:pt x="73402" y="94004"/>
                </a:cubicBezTo>
                <a:cubicBezTo>
                  <a:pt x="78296" y="89056"/>
                  <a:pt x="88083" y="94004"/>
                  <a:pt x="92977" y="89056"/>
                </a:cubicBezTo>
                <a:cubicBezTo>
                  <a:pt x="97870" y="89056"/>
                  <a:pt x="107657" y="94004"/>
                  <a:pt x="117443" y="89056"/>
                </a:cubicBezTo>
                <a:cubicBezTo>
                  <a:pt x="127231" y="89056"/>
                  <a:pt x="132124" y="89056"/>
                  <a:pt x="146804" y="84108"/>
                </a:cubicBezTo>
                <a:cubicBezTo>
                  <a:pt x="151698" y="84108"/>
                  <a:pt x="161486" y="84108"/>
                  <a:pt x="171272" y="84108"/>
                </a:cubicBezTo>
                <a:cubicBezTo>
                  <a:pt x="171272" y="79162"/>
                  <a:pt x="185953" y="59371"/>
                  <a:pt x="190847" y="49475"/>
                </a:cubicBezTo>
                <a:cubicBezTo>
                  <a:pt x="195740" y="44527"/>
                  <a:pt x="195740" y="39581"/>
                  <a:pt x="200633" y="34633"/>
                </a:cubicBezTo>
                <a:cubicBezTo>
                  <a:pt x="205527" y="29685"/>
                  <a:pt x="205527" y="24738"/>
                  <a:pt x="210420" y="19790"/>
                </a:cubicBezTo>
                <a:cubicBezTo>
                  <a:pt x="210420" y="14842"/>
                  <a:pt x="215313" y="9895"/>
                  <a:pt x="220208" y="0"/>
                </a:cubicBezTo>
                <a:cubicBezTo>
                  <a:pt x="225101" y="0"/>
                  <a:pt x="234888" y="0"/>
                  <a:pt x="244674" y="0"/>
                </a:cubicBezTo>
                <a:cubicBezTo>
                  <a:pt x="249568" y="0"/>
                  <a:pt x="254462" y="0"/>
                  <a:pt x="259356" y="0"/>
                </a:cubicBezTo>
                <a:cubicBezTo>
                  <a:pt x="269142" y="4948"/>
                  <a:pt x="278929" y="9895"/>
                  <a:pt x="283822" y="19790"/>
                </a:cubicBezTo>
                <a:cubicBezTo>
                  <a:pt x="288717" y="24738"/>
                  <a:pt x="283822" y="34633"/>
                  <a:pt x="278929" y="39581"/>
                </a:cubicBezTo>
                <a:cubicBezTo>
                  <a:pt x="274036" y="39581"/>
                  <a:pt x="269142" y="44527"/>
                  <a:pt x="269142" y="49475"/>
                </a:cubicBezTo>
                <a:cubicBezTo>
                  <a:pt x="269142" y="49475"/>
                  <a:pt x="254462" y="64318"/>
                  <a:pt x="254462" y="64318"/>
                </a:cubicBezTo>
                <a:cubicBezTo>
                  <a:pt x="254462" y="74214"/>
                  <a:pt x="264249" y="69266"/>
                  <a:pt x="269142" y="69266"/>
                </a:cubicBezTo>
                <a:cubicBezTo>
                  <a:pt x="274036" y="64318"/>
                  <a:pt x="278929" y="49475"/>
                  <a:pt x="288717" y="49475"/>
                </a:cubicBezTo>
                <a:cubicBezTo>
                  <a:pt x="293610" y="49475"/>
                  <a:pt x="303397" y="54423"/>
                  <a:pt x="303397" y="59371"/>
                </a:cubicBezTo>
                <a:cubicBezTo>
                  <a:pt x="308290" y="74214"/>
                  <a:pt x="347438" y="74214"/>
                  <a:pt x="352331" y="74214"/>
                </a:cubicBezTo>
                <a:cubicBezTo>
                  <a:pt x="357226" y="79162"/>
                  <a:pt x="362119" y="84108"/>
                  <a:pt x="362119" y="89056"/>
                </a:cubicBezTo>
                <a:cubicBezTo>
                  <a:pt x="362119" y="94004"/>
                  <a:pt x="352331" y="103899"/>
                  <a:pt x="352331" y="108847"/>
                </a:cubicBezTo>
                <a:cubicBezTo>
                  <a:pt x="352331" y="113795"/>
                  <a:pt x="337651" y="113795"/>
                  <a:pt x="322971" y="113795"/>
                </a:cubicBezTo>
                <a:cubicBezTo>
                  <a:pt x="322971" y="113795"/>
                  <a:pt x="318077" y="113795"/>
                  <a:pt x="318077" y="113795"/>
                </a:cubicBezTo>
                <a:cubicBezTo>
                  <a:pt x="313183" y="113795"/>
                  <a:pt x="308290" y="113795"/>
                  <a:pt x="303397" y="113795"/>
                </a:cubicBezTo>
                <a:cubicBezTo>
                  <a:pt x="288717" y="118741"/>
                  <a:pt x="254462" y="118741"/>
                  <a:pt x="249568" y="118741"/>
                </a:cubicBezTo>
                <a:cubicBezTo>
                  <a:pt x="244674" y="118741"/>
                  <a:pt x="229994" y="123689"/>
                  <a:pt x="225101" y="123689"/>
                </a:cubicBezTo>
                <a:cubicBezTo>
                  <a:pt x="225101" y="123689"/>
                  <a:pt x="225101" y="123689"/>
                  <a:pt x="225101" y="128637"/>
                </a:cubicBezTo>
                <a:cubicBezTo>
                  <a:pt x="220208" y="133584"/>
                  <a:pt x="220208" y="133584"/>
                  <a:pt x="215313" y="138532"/>
                </a:cubicBezTo>
                <a:cubicBezTo>
                  <a:pt x="210420" y="148427"/>
                  <a:pt x="200633" y="163270"/>
                  <a:pt x="195740" y="178112"/>
                </a:cubicBezTo>
                <a:cubicBezTo>
                  <a:pt x="190847" y="183060"/>
                  <a:pt x="185953" y="183060"/>
                  <a:pt x="185953" y="188007"/>
                </a:cubicBezTo>
                <a:cubicBezTo>
                  <a:pt x="181059" y="188007"/>
                  <a:pt x="181059" y="192955"/>
                  <a:pt x="181059" y="197903"/>
                </a:cubicBezTo>
                <a:cubicBezTo>
                  <a:pt x="176166" y="202851"/>
                  <a:pt x="176166" y="207797"/>
                  <a:pt x="171272" y="212745"/>
                </a:cubicBezTo>
                <a:cubicBezTo>
                  <a:pt x="171272" y="217693"/>
                  <a:pt x="166379" y="217693"/>
                  <a:pt x="166379" y="227588"/>
                </a:cubicBezTo>
                <a:cubicBezTo>
                  <a:pt x="161486" y="232536"/>
                  <a:pt x="156592" y="237484"/>
                  <a:pt x="156592" y="242430"/>
                </a:cubicBezTo>
                <a:cubicBezTo>
                  <a:pt x="156592" y="247378"/>
                  <a:pt x="151698" y="247378"/>
                  <a:pt x="156592" y="252326"/>
                </a:cubicBezTo>
                <a:cubicBezTo>
                  <a:pt x="161486" y="252326"/>
                  <a:pt x="166379" y="252326"/>
                  <a:pt x="171272" y="252326"/>
                </a:cubicBezTo>
                <a:cubicBezTo>
                  <a:pt x="176166" y="252326"/>
                  <a:pt x="210420" y="257273"/>
                  <a:pt x="220208" y="257273"/>
                </a:cubicBezTo>
                <a:cubicBezTo>
                  <a:pt x="234888" y="257273"/>
                  <a:pt x="347438" y="267169"/>
                  <a:pt x="367012" y="272117"/>
                </a:cubicBezTo>
                <a:cubicBezTo>
                  <a:pt x="367012" y="272117"/>
                  <a:pt x="367012" y="277063"/>
                  <a:pt x="371906" y="277063"/>
                </a:cubicBezTo>
                <a:cubicBezTo>
                  <a:pt x="386585" y="286959"/>
                  <a:pt x="391480" y="301802"/>
                  <a:pt x="401267" y="316644"/>
                </a:cubicBezTo>
                <a:cubicBezTo>
                  <a:pt x="406160" y="321592"/>
                  <a:pt x="411053" y="321592"/>
                  <a:pt x="411053" y="326540"/>
                </a:cubicBezTo>
                <a:cubicBezTo>
                  <a:pt x="411053" y="331487"/>
                  <a:pt x="411053" y="331487"/>
                  <a:pt x="411053" y="336434"/>
                </a:cubicBezTo>
                <a:cubicBezTo>
                  <a:pt x="415947" y="351277"/>
                  <a:pt x="406160" y="366119"/>
                  <a:pt x="401267" y="366119"/>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0096500" y="4432300"/>
            <a:ext cx="9982" cy="4991"/>
          </a:xfrm>
          <a:custGeom>
            <a:avLst/>
            <a:gdLst/>
            <a:ahLst/>
            <a:cxnLst/>
            <a:rect l="l" t="t" r="r" b="b"/>
            <a:pathLst>
              <a:path w="9982" h="4991">
                <a:moveTo>
                  <a:pt x="9982" y="0"/>
                </a:moveTo>
                <a:cubicBezTo>
                  <a:pt x="9982" y="4991"/>
                  <a:pt x="4991" y="4991"/>
                  <a:pt x="0" y="4991"/>
                </a:cubicBezTo>
                <a:cubicBezTo>
                  <a:pt x="9982" y="0"/>
                  <a:pt x="9982" y="0"/>
                  <a:pt x="9982" y="0"/>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8801100" y="4635500"/>
            <a:ext cx="93172" cy="133935"/>
          </a:xfrm>
          <a:custGeom>
            <a:avLst/>
            <a:gdLst/>
            <a:ahLst/>
            <a:cxnLst/>
            <a:rect l="l" t="t" r="r" b="b"/>
            <a:pathLst>
              <a:path w="93172" h="133935">
                <a:moveTo>
                  <a:pt x="29948" y="133935"/>
                </a:moveTo>
                <a:lnTo>
                  <a:pt x="64056" y="133935"/>
                </a:lnTo>
                <a:lnTo>
                  <a:pt x="64056" y="74038"/>
                </a:lnTo>
                <a:lnTo>
                  <a:pt x="93172" y="0"/>
                </a:lnTo>
                <a:lnTo>
                  <a:pt x="64056" y="0"/>
                </a:lnTo>
                <a:lnTo>
                  <a:pt x="44091" y="44922"/>
                </a:lnTo>
                <a:lnTo>
                  <a:pt x="29948" y="0"/>
                </a:lnTo>
                <a:lnTo>
                  <a:pt x="0" y="0"/>
                </a:lnTo>
                <a:lnTo>
                  <a:pt x="29948" y="74038"/>
                </a:lnTo>
                <a:lnTo>
                  <a:pt x="29948" y="133935"/>
                </a:lnTo>
                <a:lnTo>
                  <a:pt x="29948"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8940800" y="4635500"/>
            <a:ext cx="93172" cy="133935"/>
          </a:xfrm>
          <a:custGeom>
            <a:avLst/>
            <a:gdLst/>
            <a:ahLst/>
            <a:cxnLst/>
            <a:rect l="l" t="t" r="r" b="b"/>
            <a:pathLst>
              <a:path w="93172" h="133935">
                <a:moveTo>
                  <a:pt x="0" y="133935"/>
                </a:moveTo>
                <a:lnTo>
                  <a:pt x="29116" y="133935"/>
                </a:lnTo>
                <a:lnTo>
                  <a:pt x="34107" y="108979"/>
                </a:lnTo>
                <a:lnTo>
                  <a:pt x="59064" y="108979"/>
                </a:lnTo>
                <a:lnTo>
                  <a:pt x="63224" y="133935"/>
                </a:lnTo>
                <a:lnTo>
                  <a:pt x="93172" y="133935"/>
                </a:lnTo>
                <a:lnTo>
                  <a:pt x="63224" y="0"/>
                </a:lnTo>
                <a:lnTo>
                  <a:pt x="29116" y="0"/>
                </a:lnTo>
                <a:lnTo>
                  <a:pt x="0" y="133935"/>
                </a:lnTo>
                <a:lnTo>
                  <a:pt x="0" y="133935"/>
                </a:lnTo>
                <a:close/>
                <a:moveTo>
                  <a:pt x="39099" y="84022"/>
                </a:moveTo>
                <a:lnTo>
                  <a:pt x="44091" y="24957"/>
                </a:lnTo>
                <a:lnTo>
                  <a:pt x="54073" y="84022"/>
                </a:lnTo>
                <a:lnTo>
                  <a:pt x="39099" y="84022"/>
                </a:lnTo>
                <a:lnTo>
                  <a:pt x="39099" y="84022"/>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8839200" y="4254500"/>
            <a:ext cx="83189" cy="133935"/>
          </a:xfrm>
          <a:custGeom>
            <a:avLst/>
            <a:gdLst/>
            <a:ahLst/>
            <a:cxnLst/>
            <a:rect l="l" t="t" r="r" b="b"/>
            <a:pathLst>
              <a:path w="83189" h="133935">
                <a:moveTo>
                  <a:pt x="0" y="133935"/>
                </a:moveTo>
                <a:lnTo>
                  <a:pt x="34107" y="133935"/>
                </a:lnTo>
                <a:lnTo>
                  <a:pt x="29116" y="59064"/>
                </a:lnTo>
                <a:lnTo>
                  <a:pt x="53241" y="133935"/>
                </a:lnTo>
                <a:lnTo>
                  <a:pt x="83189" y="133935"/>
                </a:lnTo>
                <a:lnTo>
                  <a:pt x="83189" y="0"/>
                </a:lnTo>
                <a:lnTo>
                  <a:pt x="53241" y="0"/>
                </a:lnTo>
                <a:lnTo>
                  <a:pt x="58232" y="79030"/>
                </a:lnTo>
                <a:lnTo>
                  <a:pt x="34107" y="0"/>
                </a:lnTo>
                <a:lnTo>
                  <a:pt x="0" y="0"/>
                </a:lnTo>
                <a:lnTo>
                  <a:pt x="0" y="133935"/>
                </a:lnTo>
                <a:lnTo>
                  <a:pt x="0"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9220200" y="4622800"/>
            <a:ext cx="79030" cy="143918"/>
          </a:xfrm>
          <a:custGeom>
            <a:avLst/>
            <a:gdLst/>
            <a:ahLst/>
            <a:cxnLst/>
            <a:rect l="l" t="t" r="r" b="b"/>
            <a:pathLst>
              <a:path w="79030" h="143918">
                <a:moveTo>
                  <a:pt x="0" y="94291"/>
                </a:moveTo>
                <a:cubicBezTo>
                  <a:pt x="0" y="94291"/>
                  <a:pt x="0" y="94291"/>
                  <a:pt x="0" y="94291"/>
                </a:cubicBezTo>
                <a:cubicBezTo>
                  <a:pt x="0" y="94291"/>
                  <a:pt x="0" y="94291"/>
                  <a:pt x="0" y="94291"/>
                </a:cubicBezTo>
                <a:cubicBezTo>
                  <a:pt x="0" y="94291"/>
                  <a:pt x="0" y="94291"/>
                  <a:pt x="0" y="94291"/>
                </a:cubicBezTo>
                <a:cubicBezTo>
                  <a:pt x="0" y="94291"/>
                  <a:pt x="0" y="94291"/>
                  <a:pt x="0" y="99254"/>
                </a:cubicBezTo>
                <a:cubicBezTo>
                  <a:pt x="0" y="99254"/>
                  <a:pt x="0" y="99254"/>
                  <a:pt x="0" y="99254"/>
                </a:cubicBezTo>
                <a:cubicBezTo>
                  <a:pt x="0" y="99254"/>
                  <a:pt x="0" y="99254"/>
                  <a:pt x="0" y="99254"/>
                </a:cubicBezTo>
                <a:cubicBezTo>
                  <a:pt x="0" y="114141"/>
                  <a:pt x="0" y="124068"/>
                  <a:pt x="4939" y="129029"/>
                </a:cubicBezTo>
                <a:cubicBezTo>
                  <a:pt x="14818" y="138956"/>
                  <a:pt x="19757" y="138956"/>
                  <a:pt x="34576" y="143918"/>
                </a:cubicBezTo>
                <a:cubicBezTo>
                  <a:pt x="39515" y="143918"/>
                  <a:pt x="39515" y="143918"/>
                  <a:pt x="39515" y="143918"/>
                </a:cubicBezTo>
                <a:cubicBezTo>
                  <a:pt x="49394" y="143918"/>
                  <a:pt x="59272" y="138956"/>
                  <a:pt x="69152" y="133993"/>
                </a:cubicBezTo>
                <a:cubicBezTo>
                  <a:pt x="74091" y="129029"/>
                  <a:pt x="79030" y="114141"/>
                  <a:pt x="79030" y="99254"/>
                </a:cubicBezTo>
                <a:cubicBezTo>
                  <a:pt x="79030" y="99254"/>
                  <a:pt x="79030" y="99254"/>
                  <a:pt x="79030" y="99254"/>
                </a:cubicBezTo>
                <a:cubicBezTo>
                  <a:pt x="79030" y="84366"/>
                  <a:pt x="74091" y="79403"/>
                  <a:pt x="69152" y="74440"/>
                </a:cubicBezTo>
                <a:cubicBezTo>
                  <a:pt x="64212" y="69478"/>
                  <a:pt x="59272" y="64515"/>
                  <a:pt x="54333" y="59553"/>
                </a:cubicBezTo>
                <a:cubicBezTo>
                  <a:pt x="54333" y="59553"/>
                  <a:pt x="49394" y="54590"/>
                  <a:pt x="49394" y="54590"/>
                </a:cubicBezTo>
                <a:cubicBezTo>
                  <a:pt x="49394" y="54590"/>
                  <a:pt x="44454" y="54590"/>
                  <a:pt x="44454" y="54590"/>
                </a:cubicBezTo>
                <a:cubicBezTo>
                  <a:pt x="39515" y="49627"/>
                  <a:pt x="34576" y="49627"/>
                  <a:pt x="34576" y="44665"/>
                </a:cubicBezTo>
                <a:cubicBezTo>
                  <a:pt x="29637" y="44665"/>
                  <a:pt x="29637" y="39701"/>
                  <a:pt x="29637" y="34738"/>
                </a:cubicBezTo>
                <a:cubicBezTo>
                  <a:pt x="29637" y="29776"/>
                  <a:pt x="29637" y="29776"/>
                  <a:pt x="29637" y="29776"/>
                </a:cubicBezTo>
                <a:cubicBezTo>
                  <a:pt x="34576" y="24813"/>
                  <a:pt x="34576" y="24813"/>
                  <a:pt x="39515" y="24813"/>
                </a:cubicBezTo>
                <a:cubicBezTo>
                  <a:pt x="39515" y="24813"/>
                  <a:pt x="39515" y="24813"/>
                  <a:pt x="39515" y="24813"/>
                </a:cubicBezTo>
                <a:cubicBezTo>
                  <a:pt x="39515" y="24813"/>
                  <a:pt x="39515" y="24813"/>
                  <a:pt x="39515" y="24813"/>
                </a:cubicBezTo>
                <a:cubicBezTo>
                  <a:pt x="39515" y="24813"/>
                  <a:pt x="39515" y="24813"/>
                  <a:pt x="39515" y="24813"/>
                </a:cubicBezTo>
                <a:cubicBezTo>
                  <a:pt x="39515" y="24813"/>
                  <a:pt x="39515" y="24813"/>
                  <a:pt x="39515" y="24813"/>
                </a:cubicBezTo>
                <a:cubicBezTo>
                  <a:pt x="44454" y="24813"/>
                  <a:pt x="44454" y="29776"/>
                  <a:pt x="49394" y="29776"/>
                </a:cubicBezTo>
                <a:cubicBezTo>
                  <a:pt x="49394" y="34738"/>
                  <a:pt x="49394" y="34738"/>
                  <a:pt x="49394" y="39701"/>
                </a:cubicBezTo>
                <a:cubicBezTo>
                  <a:pt x="49394" y="44665"/>
                  <a:pt x="49394" y="44665"/>
                  <a:pt x="49394" y="44665"/>
                </a:cubicBezTo>
                <a:cubicBezTo>
                  <a:pt x="79030" y="44665"/>
                  <a:pt x="79030" y="44665"/>
                  <a:pt x="79030" y="44665"/>
                </a:cubicBezTo>
                <a:cubicBezTo>
                  <a:pt x="79030" y="39701"/>
                  <a:pt x="79030" y="39701"/>
                  <a:pt x="79030" y="39701"/>
                </a:cubicBezTo>
                <a:cubicBezTo>
                  <a:pt x="79030" y="29776"/>
                  <a:pt x="74091" y="19851"/>
                  <a:pt x="69152" y="9925"/>
                </a:cubicBezTo>
                <a:cubicBezTo>
                  <a:pt x="59272" y="4963"/>
                  <a:pt x="49394" y="0"/>
                  <a:pt x="39515" y="0"/>
                </a:cubicBezTo>
                <a:cubicBezTo>
                  <a:pt x="29637" y="0"/>
                  <a:pt x="19757" y="4963"/>
                  <a:pt x="9879" y="9925"/>
                </a:cubicBezTo>
                <a:cubicBezTo>
                  <a:pt x="4939" y="14888"/>
                  <a:pt x="0" y="24813"/>
                  <a:pt x="0" y="29776"/>
                </a:cubicBezTo>
                <a:cubicBezTo>
                  <a:pt x="0" y="34738"/>
                  <a:pt x="0" y="34738"/>
                  <a:pt x="0" y="34738"/>
                </a:cubicBezTo>
                <a:cubicBezTo>
                  <a:pt x="0" y="34738"/>
                  <a:pt x="0" y="34738"/>
                  <a:pt x="0" y="34738"/>
                </a:cubicBezTo>
                <a:cubicBezTo>
                  <a:pt x="0" y="34738"/>
                  <a:pt x="0" y="34738"/>
                  <a:pt x="0" y="34738"/>
                </a:cubicBezTo>
                <a:cubicBezTo>
                  <a:pt x="0" y="34738"/>
                  <a:pt x="0" y="34738"/>
                  <a:pt x="0" y="34738"/>
                </a:cubicBezTo>
                <a:cubicBezTo>
                  <a:pt x="0" y="39701"/>
                  <a:pt x="0" y="39701"/>
                  <a:pt x="0" y="39701"/>
                </a:cubicBezTo>
                <a:cubicBezTo>
                  <a:pt x="0" y="39701"/>
                  <a:pt x="0" y="39701"/>
                  <a:pt x="0" y="39701"/>
                </a:cubicBezTo>
                <a:cubicBezTo>
                  <a:pt x="0" y="49627"/>
                  <a:pt x="0" y="54590"/>
                  <a:pt x="4939" y="64515"/>
                </a:cubicBezTo>
                <a:cubicBezTo>
                  <a:pt x="14818" y="69478"/>
                  <a:pt x="19757" y="74440"/>
                  <a:pt x="24696" y="79403"/>
                </a:cubicBezTo>
                <a:cubicBezTo>
                  <a:pt x="24696" y="79403"/>
                  <a:pt x="29637" y="79403"/>
                  <a:pt x="29637" y="84366"/>
                </a:cubicBezTo>
                <a:cubicBezTo>
                  <a:pt x="34576" y="84366"/>
                  <a:pt x="34576" y="84366"/>
                  <a:pt x="34576" y="84366"/>
                </a:cubicBezTo>
                <a:cubicBezTo>
                  <a:pt x="39515" y="89328"/>
                  <a:pt x="44454" y="89328"/>
                  <a:pt x="44454" y="94291"/>
                </a:cubicBezTo>
                <a:cubicBezTo>
                  <a:pt x="49394" y="99254"/>
                  <a:pt x="49394" y="99254"/>
                  <a:pt x="49394" y="104216"/>
                </a:cubicBezTo>
                <a:cubicBezTo>
                  <a:pt x="49394" y="109179"/>
                  <a:pt x="49394" y="109179"/>
                  <a:pt x="49394" y="114141"/>
                </a:cubicBezTo>
                <a:cubicBezTo>
                  <a:pt x="44454" y="114141"/>
                  <a:pt x="44454" y="114141"/>
                  <a:pt x="39515" y="119104"/>
                </a:cubicBezTo>
                <a:cubicBezTo>
                  <a:pt x="39515" y="119104"/>
                  <a:pt x="39515" y="119104"/>
                  <a:pt x="39515" y="119104"/>
                </a:cubicBezTo>
                <a:cubicBezTo>
                  <a:pt x="39515" y="119104"/>
                  <a:pt x="39515" y="119104"/>
                  <a:pt x="39515" y="119104"/>
                </a:cubicBezTo>
                <a:cubicBezTo>
                  <a:pt x="39515" y="119104"/>
                  <a:pt x="39515" y="119104"/>
                  <a:pt x="39515" y="119104"/>
                </a:cubicBezTo>
                <a:cubicBezTo>
                  <a:pt x="39515" y="119104"/>
                  <a:pt x="39515" y="119104"/>
                  <a:pt x="39515" y="119104"/>
                </a:cubicBezTo>
                <a:cubicBezTo>
                  <a:pt x="34576" y="119104"/>
                  <a:pt x="34576" y="114141"/>
                  <a:pt x="29637" y="114141"/>
                </a:cubicBezTo>
                <a:cubicBezTo>
                  <a:pt x="29637" y="109179"/>
                  <a:pt x="24696" y="104216"/>
                  <a:pt x="24696" y="99254"/>
                </a:cubicBezTo>
                <a:cubicBezTo>
                  <a:pt x="24696" y="99254"/>
                  <a:pt x="24696" y="99254"/>
                  <a:pt x="24696" y="99254"/>
                </a:cubicBezTo>
                <a:cubicBezTo>
                  <a:pt x="24696" y="99254"/>
                  <a:pt x="24696" y="94291"/>
                  <a:pt x="29637" y="94291"/>
                </a:cubicBezTo>
                <a:cubicBezTo>
                  <a:pt x="29637" y="94291"/>
                  <a:pt x="29637" y="94291"/>
                  <a:pt x="29637" y="94291"/>
                </a:cubicBezTo>
                <a:cubicBezTo>
                  <a:pt x="29637" y="94291"/>
                  <a:pt x="29637" y="94291"/>
                  <a:pt x="29637" y="94291"/>
                </a:cubicBezTo>
                <a:cubicBezTo>
                  <a:pt x="29637" y="94291"/>
                  <a:pt x="29637" y="94291"/>
                  <a:pt x="29637" y="94291"/>
                </a:cubicBezTo>
                <a:cubicBezTo>
                  <a:pt x="29637" y="94291"/>
                  <a:pt x="29637" y="94291"/>
                  <a:pt x="29637" y="94291"/>
                </a:cubicBezTo>
                <a:cubicBezTo>
                  <a:pt x="0" y="94291"/>
                  <a:pt x="0" y="94291"/>
                  <a:pt x="0" y="94291"/>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9347200" y="4635500"/>
            <a:ext cx="88180" cy="133935"/>
          </a:xfrm>
          <a:custGeom>
            <a:avLst/>
            <a:gdLst/>
            <a:ahLst/>
            <a:cxnLst/>
            <a:rect l="l" t="t" r="r" b="b"/>
            <a:pathLst>
              <a:path w="88180" h="133935">
                <a:moveTo>
                  <a:pt x="0" y="133935"/>
                </a:moveTo>
                <a:lnTo>
                  <a:pt x="34939" y="133935"/>
                </a:lnTo>
                <a:lnTo>
                  <a:pt x="34939" y="79030"/>
                </a:lnTo>
                <a:lnTo>
                  <a:pt x="54073" y="79030"/>
                </a:lnTo>
                <a:lnTo>
                  <a:pt x="54073" y="133935"/>
                </a:lnTo>
                <a:lnTo>
                  <a:pt x="88180" y="133935"/>
                </a:lnTo>
                <a:lnTo>
                  <a:pt x="88180" y="0"/>
                </a:lnTo>
                <a:lnTo>
                  <a:pt x="54073" y="0"/>
                </a:lnTo>
                <a:lnTo>
                  <a:pt x="54073" y="49914"/>
                </a:lnTo>
                <a:lnTo>
                  <a:pt x="34939" y="49914"/>
                </a:lnTo>
                <a:lnTo>
                  <a:pt x="34939" y="0"/>
                </a:lnTo>
                <a:lnTo>
                  <a:pt x="0" y="0"/>
                </a:lnTo>
                <a:lnTo>
                  <a:pt x="0" y="133935"/>
                </a:lnTo>
                <a:lnTo>
                  <a:pt x="0"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9486900" y="4635500"/>
            <a:ext cx="93172" cy="133935"/>
          </a:xfrm>
          <a:custGeom>
            <a:avLst/>
            <a:gdLst/>
            <a:ahLst/>
            <a:cxnLst/>
            <a:rect l="l" t="t" r="r" b="b"/>
            <a:pathLst>
              <a:path w="93172" h="133935">
                <a:moveTo>
                  <a:pt x="0" y="133935"/>
                </a:moveTo>
                <a:lnTo>
                  <a:pt x="29948" y="133935"/>
                </a:lnTo>
                <a:lnTo>
                  <a:pt x="34107" y="108979"/>
                </a:lnTo>
                <a:lnTo>
                  <a:pt x="59064" y="108979"/>
                </a:lnTo>
                <a:lnTo>
                  <a:pt x="64056" y="133935"/>
                </a:lnTo>
                <a:lnTo>
                  <a:pt x="93172" y="133935"/>
                </a:lnTo>
                <a:lnTo>
                  <a:pt x="64056" y="0"/>
                </a:lnTo>
                <a:lnTo>
                  <a:pt x="29948" y="0"/>
                </a:lnTo>
                <a:lnTo>
                  <a:pt x="0" y="133935"/>
                </a:lnTo>
                <a:lnTo>
                  <a:pt x="0" y="133935"/>
                </a:lnTo>
                <a:close/>
                <a:moveTo>
                  <a:pt x="39099" y="84022"/>
                </a:moveTo>
                <a:lnTo>
                  <a:pt x="44091" y="24957"/>
                </a:lnTo>
                <a:lnTo>
                  <a:pt x="54073" y="84022"/>
                </a:lnTo>
                <a:lnTo>
                  <a:pt x="39099" y="84022"/>
                </a:lnTo>
                <a:lnTo>
                  <a:pt x="39099" y="84022"/>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9626600" y="4635500"/>
            <a:ext cx="83189" cy="133935"/>
          </a:xfrm>
          <a:custGeom>
            <a:avLst/>
            <a:gdLst/>
            <a:ahLst/>
            <a:cxnLst/>
            <a:rect l="l" t="t" r="r" b="b"/>
            <a:pathLst>
              <a:path w="83189" h="133935">
                <a:moveTo>
                  <a:pt x="0" y="133935"/>
                </a:moveTo>
                <a:lnTo>
                  <a:pt x="29116" y="133935"/>
                </a:lnTo>
                <a:lnTo>
                  <a:pt x="24125" y="59064"/>
                </a:lnTo>
                <a:lnTo>
                  <a:pt x="49082" y="133935"/>
                </a:lnTo>
                <a:lnTo>
                  <a:pt x="83189" y="133935"/>
                </a:lnTo>
                <a:lnTo>
                  <a:pt x="83189" y="0"/>
                </a:lnTo>
                <a:lnTo>
                  <a:pt x="49082" y="0"/>
                </a:lnTo>
                <a:lnTo>
                  <a:pt x="54073" y="79030"/>
                </a:lnTo>
                <a:lnTo>
                  <a:pt x="29116" y="0"/>
                </a:lnTo>
                <a:lnTo>
                  <a:pt x="0" y="0"/>
                </a:lnTo>
                <a:lnTo>
                  <a:pt x="0" y="133935"/>
                </a:lnTo>
                <a:lnTo>
                  <a:pt x="0"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9867900" y="4635500"/>
            <a:ext cx="88180" cy="138927"/>
          </a:xfrm>
          <a:custGeom>
            <a:avLst/>
            <a:gdLst/>
            <a:ahLst/>
            <a:cxnLst/>
            <a:rect l="l" t="t" r="r" b="b"/>
            <a:pathLst>
              <a:path w="88180" h="138927">
                <a:moveTo>
                  <a:pt x="0" y="0"/>
                </a:moveTo>
                <a:cubicBezTo>
                  <a:pt x="0" y="99233"/>
                  <a:pt x="0" y="99233"/>
                  <a:pt x="0" y="99233"/>
                </a:cubicBezTo>
                <a:cubicBezTo>
                  <a:pt x="0" y="114118"/>
                  <a:pt x="4898" y="124041"/>
                  <a:pt x="14696" y="129003"/>
                </a:cubicBezTo>
                <a:cubicBezTo>
                  <a:pt x="19596" y="133965"/>
                  <a:pt x="34293" y="138927"/>
                  <a:pt x="48989" y="138927"/>
                </a:cubicBezTo>
                <a:cubicBezTo>
                  <a:pt x="58787" y="138927"/>
                  <a:pt x="68584" y="133965"/>
                  <a:pt x="78382" y="129003"/>
                </a:cubicBezTo>
                <a:cubicBezTo>
                  <a:pt x="83282" y="124041"/>
                  <a:pt x="88180" y="109156"/>
                  <a:pt x="88180" y="94271"/>
                </a:cubicBezTo>
                <a:cubicBezTo>
                  <a:pt x="88180" y="0"/>
                  <a:pt x="88180" y="0"/>
                  <a:pt x="88180" y="0"/>
                </a:cubicBezTo>
                <a:cubicBezTo>
                  <a:pt x="53887" y="0"/>
                  <a:pt x="53887" y="0"/>
                  <a:pt x="53887" y="0"/>
                </a:cubicBezTo>
                <a:cubicBezTo>
                  <a:pt x="53887" y="99233"/>
                  <a:pt x="53887" y="99233"/>
                  <a:pt x="53887" y="99233"/>
                </a:cubicBezTo>
                <a:cubicBezTo>
                  <a:pt x="53887" y="104195"/>
                  <a:pt x="53887" y="109156"/>
                  <a:pt x="53887" y="109156"/>
                </a:cubicBezTo>
                <a:cubicBezTo>
                  <a:pt x="48989" y="114118"/>
                  <a:pt x="48989" y="114118"/>
                  <a:pt x="44091" y="114118"/>
                </a:cubicBezTo>
                <a:cubicBezTo>
                  <a:pt x="44091" y="114118"/>
                  <a:pt x="44091" y="114118"/>
                  <a:pt x="44091" y="114118"/>
                </a:cubicBezTo>
                <a:cubicBezTo>
                  <a:pt x="44091" y="114118"/>
                  <a:pt x="44091" y="114118"/>
                  <a:pt x="44091" y="114118"/>
                </a:cubicBezTo>
                <a:cubicBezTo>
                  <a:pt x="44091" y="114118"/>
                  <a:pt x="44091" y="114118"/>
                  <a:pt x="44091" y="114118"/>
                </a:cubicBezTo>
                <a:cubicBezTo>
                  <a:pt x="44091" y="114118"/>
                  <a:pt x="44091" y="114118"/>
                  <a:pt x="44091" y="114118"/>
                </a:cubicBezTo>
                <a:cubicBezTo>
                  <a:pt x="39191" y="114118"/>
                  <a:pt x="39191" y="114118"/>
                  <a:pt x="39191" y="109156"/>
                </a:cubicBezTo>
                <a:cubicBezTo>
                  <a:pt x="34293" y="109156"/>
                  <a:pt x="34293" y="104195"/>
                  <a:pt x="34293" y="104195"/>
                </a:cubicBezTo>
                <a:cubicBezTo>
                  <a:pt x="34293" y="0"/>
                  <a:pt x="34293" y="0"/>
                  <a:pt x="34293" y="0"/>
                </a:cubicBezTo>
                <a:cubicBezTo>
                  <a:pt x="0" y="0"/>
                  <a:pt x="0" y="0"/>
                  <a:pt x="0" y="0"/>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007600" y="4635500"/>
            <a:ext cx="83189" cy="133935"/>
          </a:xfrm>
          <a:custGeom>
            <a:avLst/>
            <a:gdLst/>
            <a:ahLst/>
            <a:cxnLst/>
            <a:rect l="l" t="t" r="r" b="b"/>
            <a:pathLst>
              <a:path w="83189" h="133935">
                <a:moveTo>
                  <a:pt x="0" y="133935"/>
                </a:moveTo>
                <a:lnTo>
                  <a:pt x="29116" y="133935"/>
                </a:lnTo>
                <a:lnTo>
                  <a:pt x="24125" y="59064"/>
                </a:lnTo>
                <a:lnTo>
                  <a:pt x="49082" y="133935"/>
                </a:lnTo>
                <a:lnTo>
                  <a:pt x="83189" y="133935"/>
                </a:lnTo>
                <a:lnTo>
                  <a:pt x="83189" y="0"/>
                </a:lnTo>
                <a:lnTo>
                  <a:pt x="54073" y="0"/>
                </a:lnTo>
                <a:lnTo>
                  <a:pt x="54073" y="79030"/>
                </a:lnTo>
                <a:lnTo>
                  <a:pt x="29116" y="0"/>
                </a:lnTo>
                <a:lnTo>
                  <a:pt x="0" y="0"/>
                </a:lnTo>
                <a:lnTo>
                  <a:pt x="0" y="133935"/>
                </a:lnTo>
                <a:lnTo>
                  <a:pt x="0"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47300" y="4635500"/>
            <a:ext cx="29116" cy="133935"/>
          </a:xfrm>
          <a:custGeom>
            <a:avLst/>
            <a:gdLst/>
            <a:ahLst/>
            <a:cxnLst/>
            <a:rect l="l" t="t" r="r" b="b"/>
            <a:pathLst>
              <a:path w="29116" h="133935">
                <a:moveTo>
                  <a:pt x="0" y="133935"/>
                </a:moveTo>
                <a:lnTo>
                  <a:pt x="29116" y="133935"/>
                </a:lnTo>
                <a:lnTo>
                  <a:pt x="29116" y="0"/>
                </a:lnTo>
                <a:lnTo>
                  <a:pt x="0" y="0"/>
                </a:lnTo>
                <a:lnTo>
                  <a:pt x="0" y="133935"/>
                </a:lnTo>
                <a:lnTo>
                  <a:pt x="0"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236200" y="4635500"/>
            <a:ext cx="92340" cy="133935"/>
          </a:xfrm>
          <a:custGeom>
            <a:avLst/>
            <a:gdLst/>
            <a:ahLst/>
            <a:cxnLst/>
            <a:rect l="l" t="t" r="r" b="b"/>
            <a:pathLst>
              <a:path w="92340" h="133935">
                <a:moveTo>
                  <a:pt x="24125" y="133935"/>
                </a:moveTo>
                <a:lnTo>
                  <a:pt x="63224" y="133935"/>
                </a:lnTo>
                <a:lnTo>
                  <a:pt x="92340" y="0"/>
                </a:lnTo>
                <a:lnTo>
                  <a:pt x="63224" y="0"/>
                </a:lnTo>
                <a:lnTo>
                  <a:pt x="44091" y="94004"/>
                </a:lnTo>
                <a:lnTo>
                  <a:pt x="29116" y="0"/>
                </a:lnTo>
                <a:lnTo>
                  <a:pt x="0" y="0"/>
                </a:lnTo>
                <a:lnTo>
                  <a:pt x="24125" y="133935"/>
                </a:lnTo>
                <a:lnTo>
                  <a:pt x="24125"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375900" y="4635500"/>
            <a:ext cx="74038" cy="133935"/>
          </a:xfrm>
          <a:custGeom>
            <a:avLst/>
            <a:gdLst/>
            <a:ahLst/>
            <a:cxnLst/>
            <a:rect l="l" t="t" r="r" b="b"/>
            <a:pathLst>
              <a:path w="74038" h="133935">
                <a:moveTo>
                  <a:pt x="0" y="133935"/>
                </a:moveTo>
                <a:lnTo>
                  <a:pt x="74038" y="133935"/>
                </a:lnTo>
                <a:lnTo>
                  <a:pt x="74038" y="108979"/>
                </a:lnTo>
                <a:lnTo>
                  <a:pt x="29948" y="108979"/>
                </a:lnTo>
                <a:lnTo>
                  <a:pt x="29948" y="79030"/>
                </a:lnTo>
                <a:lnTo>
                  <a:pt x="69046" y="79030"/>
                </a:lnTo>
                <a:lnTo>
                  <a:pt x="69046" y="49914"/>
                </a:lnTo>
                <a:lnTo>
                  <a:pt x="29948" y="49914"/>
                </a:lnTo>
                <a:lnTo>
                  <a:pt x="29948" y="24957"/>
                </a:lnTo>
                <a:lnTo>
                  <a:pt x="74038" y="24957"/>
                </a:lnTo>
                <a:lnTo>
                  <a:pt x="74038" y="0"/>
                </a:lnTo>
                <a:lnTo>
                  <a:pt x="0" y="0"/>
                </a:lnTo>
                <a:lnTo>
                  <a:pt x="0" y="133935"/>
                </a:lnTo>
                <a:lnTo>
                  <a:pt x="0"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502900" y="4635500"/>
            <a:ext cx="88180" cy="133935"/>
          </a:xfrm>
          <a:custGeom>
            <a:avLst/>
            <a:gdLst/>
            <a:ahLst/>
            <a:cxnLst/>
            <a:rect l="l" t="t" r="r" b="b"/>
            <a:pathLst>
              <a:path w="88180" h="133935">
                <a:moveTo>
                  <a:pt x="0" y="133935"/>
                </a:moveTo>
                <a:cubicBezTo>
                  <a:pt x="29393" y="133935"/>
                  <a:pt x="29393" y="133935"/>
                  <a:pt x="29393" y="133935"/>
                </a:cubicBezTo>
                <a:cubicBezTo>
                  <a:pt x="29393" y="84329"/>
                  <a:pt x="29393" y="84329"/>
                  <a:pt x="29393" y="84329"/>
                </a:cubicBezTo>
                <a:cubicBezTo>
                  <a:pt x="39191" y="84329"/>
                  <a:pt x="39191" y="84329"/>
                  <a:pt x="39191" y="84329"/>
                </a:cubicBezTo>
                <a:cubicBezTo>
                  <a:pt x="44091" y="84329"/>
                  <a:pt x="44091" y="84329"/>
                  <a:pt x="48989" y="84329"/>
                </a:cubicBezTo>
                <a:cubicBezTo>
                  <a:pt x="48989" y="89290"/>
                  <a:pt x="48989" y="89290"/>
                  <a:pt x="48989" y="94251"/>
                </a:cubicBezTo>
                <a:cubicBezTo>
                  <a:pt x="48989" y="124014"/>
                  <a:pt x="48989" y="124014"/>
                  <a:pt x="48989" y="124014"/>
                </a:cubicBezTo>
                <a:cubicBezTo>
                  <a:pt x="48989" y="128975"/>
                  <a:pt x="48989" y="128975"/>
                  <a:pt x="48989" y="133935"/>
                </a:cubicBezTo>
                <a:cubicBezTo>
                  <a:pt x="53887" y="133935"/>
                  <a:pt x="53887" y="133935"/>
                  <a:pt x="58787" y="133935"/>
                </a:cubicBezTo>
                <a:cubicBezTo>
                  <a:pt x="88180" y="133935"/>
                  <a:pt x="88180" y="133935"/>
                  <a:pt x="88180" y="133935"/>
                </a:cubicBezTo>
                <a:cubicBezTo>
                  <a:pt x="88180" y="128975"/>
                  <a:pt x="88180" y="128975"/>
                  <a:pt x="88180" y="128975"/>
                </a:cubicBezTo>
                <a:cubicBezTo>
                  <a:pt x="88180" y="128975"/>
                  <a:pt x="83282" y="128975"/>
                  <a:pt x="83282" y="128975"/>
                </a:cubicBezTo>
                <a:cubicBezTo>
                  <a:pt x="83282" y="124014"/>
                  <a:pt x="83282" y="124014"/>
                  <a:pt x="83282" y="119054"/>
                </a:cubicBezTo>
                <a:cubicBezTo>
                  <a:pt x="78382" y="84329"/>
                  <a:pt x="78382" y="84329"/>
                  <a:pt x="78382" y="84329"/>
                </a:cubicBezTo>
                <a:cubicBezTo>
                  <a:pt x="78382" y="79369"/>
                  <a:pt x="78382" y="79369"/>
                  <a:pt x="78382" y="74408"/>
                </a:cubicBezTo>
                <a:cubicBezTo>
                  <a:pt x="73483" y="69447"/>
                  <a:pt x="68584" y="69447"/>
                  <a:pt x="63685" y="69447"/>
                </a:cubicBezTo>
                <a:cubicBezTo>
                  <a:pt x="68584" y="64487"/>
                  <a:pt x="73483" y="59526"/>
                  <a:pt x="78382" y="54566"/>
                </a:cubicBezTo>
                <a:cubicBezTo>
                  <a:pt x="78382" y="49605"/>
                  <a:pt x="83282" y="44646"/>
                  <a:pt x="83282" y="34724"/>
                </a:cubicBezTo>
                <a:cubicBezTo>
                  <a:pt x="83282" y="19842"/>
                  <a:pt x="78382" y="14882"/>
                  <a:pt x="68584" y="9921"/>
                </a:cubicBezTo>
                <a:cubicBezTo>
                  <a:pt x="63685" y="4961"/>
                  <a:pt x="53887" y="0"/>
                  <a:pt x="44091" y="0"/>
                </a:cubicBezTo>
                <a:cubicBezTo>
                  <a:pt x="0" y="0"/>
                  <a:pt x="0" y="0"/>
                  <a:pt x="0" y="0"/>
                </a:cubicBezTo>
                <a:cubicBezTo>
                  <a:pt x="0" y="133935"/>
                  <a:pt x="0" y="133935"/>
                  <a:pt x="0" y="133935"/>
                </a:cubicBezTo>
                <a:close/>
                <a:moveTo>
                  <a:pt x="29393" y="59526"/>
                </a:moveTo>
                <a:cubicBezTo>
                  <a:pt x="29393" y="24803"/>
                  <a:pt x="29393" y="24803"/>
                  <a:pt x="29393" y="24803"/>
                </a:cubicBezTo>
                <a:cubicBezTo>
                  <a:pt x="34293" y="24803"/>
                  <a:pt x="39191" y="24803"/>
                  <a:pt x="44091" y="24803"/>
                </a:cubicBezTo>
                <a:cubicBezTo>
                  <a:pt x="44091" y="24803"/>
                  <a:pt x="48989" y="29764"/>
                  <a:pt x="48989" y="39685"/>
                </a:cubicBezTo>
                <a:cubicBezTo>
                  <a:pt x="48989" y="39685"/>
                  <a:pt x="48989" y="39685"/>
                  <a:pt x="48989" y="39685"/>
                </a:cubicBezTo>
                <a:cubicBezTo>
                  <a:pt x="48989" y="49605"/>
                  <a:pt x="48989" y="49605"/>
                  <a:pt x="44091" y="54566"/>
                </a:cubicBezTo>
                <a:cubicBezTo>
                  <a:pt x="44091" y="59526"/>
                  <a:pt x="39191" y="59526"/>
                  <a:pt x="39191" y="59526"/>
                </a:cubicBezTo>
                <a:cubicBezTo>
                  <a:pt x="29393" y="59526"/>
                  <a:pt x="29393" y="59526"/>
                  <a:pt x="29393" y="59526"/>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642600" y="4622800"/>
            <a:ext cx="78198" cy="143918"/>
          </a:xfrm>
          <a:custGeom>
            <a:avLst/>
            <a:gdLst/>
            <a:ahLst/>
            <a:cxnLst/>
            <a:rect l="l" t="t" r="r" b="b"/>
            <a:pathLst>
              <a:path w="78198" h="143918">
                <a:moveTo>
                  <a:pt x="0" y="94291"/>
                </a:moveTo>
                <a:cubicBezTo>
                  <a:pt x="0" y="94291"/>
                  <a:pt x="0" y="94291"/>
                  <a:pt x="0" y="94291"/>
                </a:cubicBezTo>
                <a:cubicBezTo>
                  <a:pt x="0" y="94291"/>
                  <a:pt x="0" y="94291"/>
                  <a:pt x="0" y="94291"/>
                </a:cubicBezTo>
                <a:cubicBezTo>
                  <a:pt x="0" y="94291"/>
                  <a:pt x="0" y="94291"/>
                  <a:pt x="0" y="94291"/>
                </a:cubicBezTo>
                <a:cubicBezTo>
                  <a:pt x="0" y="94291"/>
                  <a:pt x="0" y="94291"/>
                  <a:pt x="0" y="99254"/>
                </a:cubicBezTo>
                <a:cubicBezTo>
                  <a:pt x="0" y="99254"/>
                  <a:pt x="0" y="99254"/>
                  <a:pt x="0" y="99254"/>
                </a:cubicBezTo>
                <a:cubicBezTo>
                  <a:pt x="0" y="99254"/>
                  <a:pt x="0" y="99254"/>
                  <a:pt x="0" y="99254"/>
                </a:cubicBezTo>
                <a:cubicBezTo>
                  <a:pt x="0" y="114141"/>
                  <a:pt x="0" y="124068"/>
                  <a:pt x="9775" y="129029"/>
                </a:cubicBezTo>
                <a:cubicBezTo>
                  <a:pt x="14662" y="138956"/>
                  <a:pt x="24437" y="138956"/>
                  <a:pt x="34211" y="143918"/>
                </a:cubicBezTo>
                <a:cubicBezTo>
                  <a:pt x="39099" y="143918"/>
                  <a:pt x="39099" y="143918"/>
                  <a:pt x="39099" y="143918"/>
                </a:cubicBezTo>
                <a:cubicBezTo>
                  <a:pt x="48873" y="143918"/>
                  <a:pt x="58649" y="138956"/>
                  <a:pt x="68424" y="133993"/>
                </a:cubicBezTo>
                <a:cubicBezTo>
                  <a:pt x="73311" y="129029"/>
                  <a:pt x="78198" y="114141"/>
                  <a:pt x="78198" y="99254"/>
                </a:cubicBezTo>
                <a:cubicBezTo>
                  <a:pt x="78198" y="99254"/>
                  <a:pt x="78198" y="99254"/>
                  <a:pt x="78198" y="99254"/>
                </a:cubicBezTo>
                <a:cubicBezTo>
                  <a:pt x="78198" y="84366"/>
                  <a:pt x="78198" y="79403"/>
                  <a:pt x="73311" y="74440"/>
                </a:cubicBezTo>
                <a:cubicBezTo>
                  <a:pt x="68424" y="69478"/>
                  <a:pt x="58649" y="64515"/>
                  <a:pt x="53762" y="59553"/>
                </a:cubicBezTo>
                <a:cubicBezTo>
                  <a:pt x="53762" y="59553"/>
                  <a:pt x="48873" y="54590"/>
                  <a:pt x="48873" y="54590"/>
                </a:cubicBezTo>
                <a:cubicBezTo>
                  <a:pt x="48873" y="54590"/>
                  <a:pt x="43986" y="54590"/>
                  <a:pt x="43986" y="54590"/>
                </a:cubicBezTo>
                <a:cubicBezTo>
                  <a:pt x="39099" y="49627"/>
                  <a:pt x="34211" y="49627"/>
                  <a:pt x="34211" y="44665"/>
                </a:cubicBezTo>
                <a:cubicBezTo>
                  <a:pt x="29324" y="44665"/>
                  <a:pt x="29324" y="39701"/>
                  <a:pt x="29324" y="34738"/>
                </a:cubicBezTo>
                <a:cubicBezTo>
                  <a:pt x="29324" y="29776"/>
                  <a:pt x="29324" y="29776"/>
                  <a:pt x="34211" y="29776"/>
                </a:cubicBezTo>
                <a:cubicBezTo>
                  <a:pt x="34211" y="24813"/>
                  <a:pt x="34211" y="24813"/>
                  <a:pt x="39099" y="24813"/>
                </a:cubicBezTo>
                <a:cubicBezTo>
                  <a:pt x="39099" y="24813"/>
                  <a:pt x="39099" y="24813"/>
                  <a:pt x="39099" y="24813"/>
                </a:cubicBezTo>
                <a:cubicBezTo>
                  <a:pt x="39099" y="24813"/>
                  <a:pt x="39099" y="24813"/>
                  <a:pt x="39099" y="24813"/>
                </a:cubicBezTo>
                <a:cubicBezTo>
                  <a:pt x="39099" y="24813"/>
                  <a:pt x="39099" y="24813"/>
                  <a:pt x="39099" y="24813"/>
                </a:cubicBezTo>
                <a:cubicBezTo>
                  <a:pt x="39099" y="24813"/>
                  <a:pt x="39099" y="24813"/>
                  <a:pt x="43986" y="24813"/>
                </a:cubicBezTo>
                <a:cubicBezTo>
                  <a:pt x="43986" y="24813"/>
                  <a:pt x="43986" y="29776"/>
                  <a:pt x="48873" y="29776"/>
                </a:cubicBezTo>
                <a:cubicBezTo>
                  <a:pt x="48873" y="34738"/>
                  <a:pt x="48873" y="34738"/>
                  <a:pt x="48873" y="39701"/>
                </a:cubicBezTo>
                <a:cubicBezTo>
                  <a:pt x="48873" y="44665"/>
                  <a:pt x="48873" y="44665"/>
                  <a:pt x="48873" y="44665"/>
                </a:cubicBezTo>
                <a:cubicBezTo>
                  <a:pt x="78198" y="44665"/>
                  <a:pt x="78198" y="44665"/>
                  <a:pt x="78198" y="44665"/>
                </a:cubicBezTo>
                <a:cubicBezTo>
                  <a:pt x="78198" y="39701"/>
                  <a:pt x="78198" y="39701"/>
                  <a:pt x="78198" y="39701"/>
                </a:cubicBezTo>
                <a:cubicBezTo>
                  <a:pt x="78198" y="29776"/>
                  <a:pt x="73311" y="19851"/>
                  <a:pt x="68424" y="9925"/>
                </a:cubicBezTo>
                <a:cubicBezTo>
                  <a:pt x="58649" y="4963"/>
                  <a:pt x="48873" y="0"/>
                  <a:pt x="39099" y="0"/>
                </a:cubicBezTo>
                <a:cubicBezTo>
                  <a:pt x="29324" y="0"/>
                  <a:pt x="19549" y="4963"/>
                  <a:pt x="14662" y="9925"/>
                </a:cubicBezTo>
                <a:cubicBezTo>
                  <a:pt x="4887" y="14888"/>
                  <a:pt x="0" y="24813"/>
                  <a:pt x="0" y="29776"/>
                </a:cubicBezTo>
                <a:cubicBezTo>
                  <a:pt x="0" y="34738"/>
                  <a:pt x="0" y="34738"/>
                  <a:pt x="0" y="34738"/>
                </a:cubicBezTo>
                <a:cubicBezTo>
                  <a:pt x="0" y="34738"/>
                  <a:pt x="0" y="34738"/>
                  <a:pt x="0" y="34738"/>
                </a:cubicBezTo>
                <a:cubicBezTo>
                  <a:pt x="0" y="34738"/>
                  <a:pt x="0" y="34738"/>
                  <a:pt x="0" y="34738"/>
                </a:cubicBezTo>
                <a:cubicBezTo>
                  <a:pt x="0" y="34738"/>
                  <a:pt x="0" y="34738"/>
                  <a:pt x="0" y="34738"/>
                </a:cubicBezTo>
                <a:cubicBezTo>
                  <a:pt x="0" y="39701"/>
                  <a:pt x="0" y="39701"/>
                  <a:pt x="0" y="39701"/>
                </a:cubicBezTo>
                <a:cubicBezTo>
                  <a:pt x="0" y="39701"/>
                  <a:pt x="0" y="39701"/>
                  <a:pt x="0" y="39701"/>
                </a:cubicBezTo>
                <a:cubicBezTo>
                  <a:pt x="0" y="49627"/>
                  <a:pt x="4887" y="54590"/>
                  <a:pt x="9775" y="64515"/>
                </a:cubicBezTo>
                <a:cubicBezTo>
                  <a:pt x="14662" y="69478"/>
                  <a:pt x="19549" y="74440"/>
                  <a:pt x="24437" y="79403"/>
                </a:cubicBezTo>
                <a:cubicBezTo>
                  <a:pt x="29324" y="79403"/>
                  <a:pt x="29324" y="79403"/>
                  <a:pt x="29324" y="84366"/>
                </a:cubicBezTo>
                <a:cubicBezTo>
                  <a:pt x="34211" y="84366"/>
                  <a:pt x="34211" y="84366"/>
                  <a:pt x="39099" y="84366"/>
                </a:cubicBezTo>
                <a:cubicBezTo>
                  <a:pt x="39099" y="89328"/>
                  <a:pt x="43986" y="89328"/>
                  <a:pt x="48873" y="94291"/>
                </a:cubicBezTo>
                <a:cubicBezTo>
                  <a:pt x="48873" y="99254"/>
                  <a:pt x="48873" y="99254"/>
                  <a:pt x="48873" y="104216"/>
                </a:cubicBezTo>
                <a:cubicBezTo>
                  <a:pt x="48873" y="109179"/>
                  <a:pt x="48873" y="109179"/>
                  <a:pt x="48873" y="114141"/>
                </a:cubicBezTo>
                <a:cubicBezTo>
                  <a:pt x="43986" y="114141"/>
                  <a:pt x="43986" y="114141"/>
                  <a:pt x="39099" y="119104"/>
                </a:cubicBezTo>
                <a:cubicBezTo>
                  <a:pt x="39099" y="119104"/>
                  <a:pt x="39099" y="119104"/>
                  <a:pt x="39099" y="119104"/>
                </a:cubicBezTo>
                <a:cubicBezTo>
                  <a:pt x="39099" y="119104"/>
                  <a:pt x="39099" y="119104"/>
                  <a:pt x="39099" y="119104"/>
                </a:cubicBezTo>
                <a:cubicBezTo>
                  <a:pt x="39099" y="119104"/>
                  <a:pt x="39099" y="119104"/>
                  <a:pt x="39099" y="119104"/>
                </a:cubicBezTo>
                <a:cubicBezTo>
                  <a:pt x="39099" y="119104"/>
                  <a:pt x="39099" y="119104"/>
                  <a:pt x="39099" y="119104"/>
                </a:cubicBezTo>
                <a:cubicBezTo>
                  <a:pt x="34211" y="119104"/>
                  <a:pt x="34211" y="114141"/>
                  <a:pt x="29324" y="114141"/>
                </a:cubicBezTo>
                <a:cubicBezTo>
                  <a:pt x="29324" y="109179"/>
                  <a:pt x="29324" y="104216"/>
                  <a:pt x="29324" y="99254"/>
                </a:cubicBezTo>
                <a:cubicBezTo>
                  <a:pt x="29324" y="99254"/>
                  <a:pt x="29324" y="99254"/>
                  <a:pt x="29324" y="99254"/>
                </a:cubicBezTo>
                <a:cubicBezTo>
                  <a:pt x="29324" y="99254"/>
                  <a:pt x="29324" y="94291"/>
                  <a:pt x="29324" y="94291"/>
                </a:cubicBezTo>
                <a:cubicBezTo>
                  <a:pt x="29324" y="94291"/>
                  <a:pt x="29324" y="94291"/>
                  <a:pt x="29324" y="94291"/>
                </a:cubicBezTo>
                <a:cubicBezTo>
                  <a:pt x="29324" y="94291"/>
                  <a:pt x="29324" y="94291"/>
                  <a:pt x="29324" y="94291"/>
                </a:cubicBezTo>
                <a:cubicBezTo>
                  <a:pt x="29324" y="94291"/>
                  <a:pt x="29324" y="94291"/>
                  <a:pt x="29324" y="94291"/>
                </a:cubicBezTo>
                <a:cubicBezTo>
                  <a:pt x="29324" y="94291"/>
                  <a:pt x="29324" y="94291"/>
                  <a:pt x="29324" y="94291"/>
                </a:cubicBezTo>
                <a:cubicBezTo>
                  <a:pt x="0" y="94291"/>
                  <a:pt x="0" y="94291"/>
                  <a:pt x="0" y="94291"/>
                </a:cubicBez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769600" y="4635500"/>
            <a:ext cx="34108" cy="133935"/>
          </a:xfrm>
          <a:custGeom>
            <a:avLst/>
            <a:gdLst/>
            <a:ahLst/>
            <a:cxnLst/>
            <a:rect l="l" t="t" r="r" b="b"/>
            <a:pathLst>
              <a:path w="34108" h="133935">
                <a:moveTo>
                  <a:pt x="0" y="133935"/>
                </a:moveTo>
                <a:lnTo>
                  <a:pt x="34108" y="133935"/>
                </a:lnTo>
                <a:lnTo>
                  <a:pt x="34108" y="0"/>
                </a:lnTo>
                <a:lnTo>
                  <a:pt x="0" y="0"/>
                </a:lnTo>
                <a:lnTo>
                  <a:pt x="0" y="133935"/>
                </a:lnTo>
                <a:lnTo>
                  <a:pt x="0"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858500" y="4635500"/>
            <a:ext cx="83189" cy="133935"/>
          </a:xfrm>
          <a:custGeom>
            <a:avLst/>
            <a:gdLst/>
            <a:ahLst/>
            <a:cxnLst/>
            <a:rect l="l" t="t" r="r" b="b"/>
            <a:pathLst>
              <a:path w="83189" h="133935">
                <a:moveTo>
                  <a:pt x="24957" y="133935"/>
                </a:moveTo>
                <a:lnTo>
                  <a:pt x="59064" y="133935"/>
                </a:lnTo>
                <a:lnTo>
                  <a:pt x="59064" y="24957"/>
                </a:lnTo>
                <a:lnTo>
                  <a:pt x="83189" y="24957"/>
                </a:lnTo>
                <a:lnTo>
                  <a:pt x="83189" y="0"/>
                </a:lnTo>
                <a:lnTo>
                  <a:pt x="0" y="0"/>
                </a:lnTo>
                <a:lnTo>
                  <a:pt x="0" y="24957"/>
                </a:lnTo>
                <a:lnTo>
                  <a:pt x="24957" y="24957"/>
                </a:lnTo>
                <a:lnTo>
                  <a:pt x="24957" y="133935"/>
                </a:lnTo>
                <a:lnTo>
                  <a:pt x="24957"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985500" y="4635500"/>
            <a:ext cx="93172" cy="133935"/>
          </a:xfrm>
          <a:custGeom>
            <a:avLst/>
            <a:gdLst/>
            <a:ahLst/>
            <a:cxnLst/>
            <a:rect l="l" t="t" r="r" b="b"/>
            <a:pathLst>
              <a:path w="93172" h="133935">
                <a:moveTo>
                  <a:pt x="29116" y="133935"/>
                </a:moveTo>
                <a:lnTo>
                  <a:pt x="64056" y="133935"/>
                </a:lnTo>
                <a:lnTo>
                  <a:pt x="64056" y="74038"/>
                </a:lnTo>
                <a:lnTo>
                  <a:pt x="93172" y="0"/>
                </a:lnTo>
                <a:lnTo>
                  <a:pt x="64056" y="0"/>
                </a:lnTo>
                <a:lnTo>
                  <a:pt x="49082" y="44922"/>
                </a:lnTo>
                <a:lnTo>
                  <a:pt x="29116" y="0"/>
                </a:lnTo>
                <a:lnTo>
                  <a:pt x="0" y="0"/>
                </a:lnTo>
                <a:lnTo>
                  <a:pt x="29116" y="74038"/>
                </a:lnTo>
                <a:lnTo>
                  <a:pt x="29116" y="133935"/>
                </a:lnTo>
                <a:lnTo>
                  <a:pt x="29116"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9080500" y="4635500"/>
            <a:ext cx="83189" cy="133935"/>
          </a:xfrm>
          <a:custGeom>
            <a:avLst/>
            <a:gdLst/>
            <a:ahLst/>
            <a:cxnLst/>
            <a:rect l="l" t="t" r="r" b="b"/>
            <a:pathLst>
              <a:path w="83189" h="133935">
                <a:moveTo>
                  <a:pt x="0" y="133935"/>
                </a:moveTo>
                <a:lnTo>
                  <a:pt x="29116" y="133935"/>
                </a:lnTo>
                <a:lnTo>
                  <a:pt x="24125" y="59064"/>
                </a:lnTo>
                <a:lnTo>
                  <a:pt x="49082" y="133935"/>
                </a:lnTo>
                <a:lnTo>
                  <a:pt x="83189" y="133935"/>
                </a:lnTo>
                <a:lnTo>
                  <a:pt x="83189" y="0"/>
                </a:lnTo>
                <a:lnTo>
                  <a:pt x="49082" y="0"/>
                </a:lnTo>
                <a:lnTo>
                  <a:pt x="54073" y="79030"/>
                </a:lnTo>
                <a:lnTo>
                  <a:pt x="29116" y="0"/>
                </a:lnTo>
                <a:lnTo>
                  <a:pt x="0" y="0"/>
                </a:lnTo>
                <a:lnTo>
                  <a:pt x="0" y="133935"/>
                </a:lnTo>
                <a:lnTo>
                  <a:pt x="0" y="133935"/>
                </a:lnTo>
                <a:close/>
              </a:path>
            </a:pathLst>
          </a:cu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9563100" y="2667000"/>
            <a:ext cx="82563" cy="185378"/>
          </a:xfrm>
          <a:custGeom>
            <a:avLst/>
            <a:gdLst/>
            <a:ahLst/>
            <a:cxnLst/>
            <a:rect l="l" t="t" r="r" b="b"/>
            <a:pathLst>
              <a:path w="82563" h="185378">
                <a:moveTo>
                  <a:pt x="55042" y="0"/>
                </a:moveTo>
                <a:cubicBezTo>
                  <a:pt x="36694" y="18538"/>
                  <a:pt x="27521" y="27807"/>
                  <a:pt x="0" y="27807"/>
                </a:cubicBezTo>
                <a:cubicBezTo>
                  <a:pt x="0" y="46345"/>
                  <a:pt x="0" y="46345"/>
                  <a:pt x="0" y="46345"/>
                </a:cubicBezTo>
                <a:cubicBezTo>
                  <a:pt x="9173" y="46345"/>
                  <a:pt x="9173" y="46345"/>
                  <a:pt x="9173" y="46345"/>
                </a:cubicBezTo>
                <a:cubicBezTo>
                  <a:pt x="18348" y="46345"/>
                  <a:pt x="18348" y="55613"/>
                  <a:pt x="27521" y="55613"/>
                </a:cubicBezTo>
                <a:cubicBezTo>
                  <a:pt x="27521" y="55613"/>
                  <a:pt x="27521" y="55613"/>
                  <a:pt x="27521" y="55613"/>
                </a:cubicBezTo>
                <a:cubicBezTo>
                  <a:pt x="36694" y="64882"/>
                  <a:pt x="36694" y="74151"/>
                  <a:pt x="36694" y="83420"/>
                </a:cubicBezTo>
                <a:cubicBezTo>
                  <a:pt x="36694" y="185378"/>
                  <a:pt x="36694" y="185378"/>
                  <a:pt x="36694" y="185378"/>
                </a:cubicBezTo>
                <a:cubicBezTo>
                  <a:pt x="82563" y="185378"/>
                  <a:pt x="82563" y="185378"/>
                  <a:pt x="82563" y="185378"/>
                </a:cubicBezTo>
                <a:cubicBezTo>
                  <a:pt x="82563" y="0"/>
                  <a:pt x="82563" y="0"/>
                  <a:pt x="82563" y="0"/>
                </a:cubicBezTo>
                <a:cubicBezTo>
                  <a:pt x="55042" y="0"/>
                  <a:pt x="55042" y="0"/>
                  <a:pt x="55042" y="0"/>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43" name="Freeform 43"/>
          <p:cNvSpPr/>
          <p:nvPr/>
        </p:nvSpPr>
        <p:spPr>
          <a:xfrm>
            <a:off x="9728200" y="2654300"/>
            <a:ext cx="110604" cy="204071"/>
          </a:xfrm>
          <a:custGeom>
            <a:avLst/>
            <a:gdLst/>
            <a:ahLst/>
            <a:cxnLst/>
            <a:rect l="l" t="t" r="r" b="b"/>
            <a:pathLst>
              <a:path w="110604" h="204071">
                <a:moveTo>
                  <a:pt x="0" y="176243"/>
                </a:moveTo>
                <a:cubicBezTo>
                  <a:pt x="9216" y="185519"/>
                  <a:pt x="9216" y="185519"/>
                  <a:pt x="18434" y="194795"/>
                </a:cubicBezTo>
                <a:cubicBezTo>
                  <a:pt x="27650" y="194795"/>
                  <a:pt x="36868" y="204071"/>
                  <a:pt x="55302" y="204071"/>
                </a:cubicBezTo>
                <a:cubicBezTo>
                  <a:pt x="64519" y="204071"/>
                  <a:pt x="73736" y="194795"/>
                  <a:pt x="82953" y="194795"/>
                </a:cubicBezTo>
                <a:cubicBezTo>
                  <a:pt x="92170" y="194795"/>
                  <a:pt x="101387" y="185519"/>
                  <a:pt x="101387" y="176243"/>
                </a:cubicBezTo>
                <a:cubicBezTo>
                  <a:pt x="110604" y="176243"/>
                  <a:pt x="110604" y="166967"/>
                  <a:pt x="110604" y="157691"/>
                </a:cubicBezTo>
                <a:cubicBezTo>
                  <a:pt x="110604" y="148415"/>
                  <a:pt x="110604" y="139140"/>
                  <a:pt x="110604" y="111312"/>
                </a:cubicBezTo>
                <a:cubicBezTo>
                  <a:pt x="110604" y="83483"/>
                  <a:pt x="110604" y="83483"/>
                  <a:pt x="110604" y="83483"/>
                </a:cubicBezTo>
                <a:cubicBezTo>
                  <a:pt x="110604" y="64931"/>
                  <a:pt x="110604" y="55655"/>
                  <a:pt x="110604" y="46380"/>
                </a:cubicBezTo>
                <a:cubicBezTo>
                  <a:pt x="110604" y="37104"/>
                  <a:pt x="110604" y="27828"/>
                  <a:pt x="101387" y="27828"/>
                </a:cubicBezTo>
                <a:cubicBezTo>
                  <a:pt x="101387" y="18552"/>
                  <a:pt x="92170" y="9276"/>
                  <a:pt x="82953" y="9276"/>
                </a:cubicBezTo>
                <a:cubicBezTo>
                  <a:pt x="73736" y="9276"/>
                  <a:pt x="64519" y="0"/>
                  <a:pt x="55302" y="0"/>
                </a:cubicBezTo>
                <a:cubicBezTo>
                  <a:pt x="46084" y="0"/>
                  <a:pt x="36868" y="9276"/>
                  <a:pt x="27650" y="9276"/>
                </a:cubicBezTo>
                <a:cubicBezTo>
                  <a:pt x="18434" y="9276"/>
                  <a:pt x="9216" y="18552"/>
                  <a:pt x="9216" y="18552"/>
                </a:cubicBezTo>
                <a:cubicBezTo>
                  <a:pt x="0" y="27828"/>
                  <a:pt x="0" y="37104"/>
                  <a:pt x="0" y="37104"/>
                </a:cubicBezTo>
                <a:cubicBezTo>
                  <a:pt x="0" y="46380"/>
                  <a:pt x="0" y="55655"/>
                  <a:pt x="0" y="64931"/>
                </a:cubicBezTo>
                <a:cubicBezTo>
                  <a:pt x="0" y="83483"/>
                  <a:pt x="0" y="83483"/>
                  <a:pt x="0" y="83483"/>
                </a:cubicBezTo>
                <a:cubicBezTo>
                  <a:pt x="0" y="92760"/>
                  <a:pt x="0" y="102036"/>
                  <a:pt x="0" y="111312"/>
                </a:cubicBezTo>
                <a:cubicBezTo>
                  <a:pt x="0" y="120588"/>
                  <a:pt x="9216" y="120588"/>
                  <a:pt x="9216" y="129864"/>
                </a:cubicBezTo>
                <a:cubicBezTo>
                  <a:pt x="18434" y="129864"/>
                  <a:pt x="27650" y="139140"/>
                  <a:pt x="36868" y="139140"/>
                </a:cubicBezTo>
                <a:cubicBezTo>
                  <a:pt x="46084" y="139140"/>
                  <a:pt x="46084" y="129864"/>
                  <a:pt x="55302" y="129864"/>
                </a:cubicBezTo>
                <a:cubicBezTo>
                  <a:pt x="55302" y="129864"/>
                  <a:pt x="64519" y="120588"/>
                  <a:pt x="64519" y="120588"/>
                </a:cubicBezTo>
                <a:cubicBezTo>
                  <a:pt x="64519" y="148415"/>
                  <a:pt x="64519" y="148415"/>
                  <a:pt x="64519" y="148415"/>
                </a:cubicBezTo>
                <a:cubicBezTo>
                  <a:pt x="64519" y="157691"/>
                  <a:pt x="64519" y="157691"/>
                  <a:pt x="64519" y="166967"/>
                </a:cubicBezTo>
                <a:cubicBezTo>
                  <a:pt x="64519" y="166967"/>
                  <a:pt x="64519" y="166967"/>
                  <a:pt x="64519" y="166967"/>
                </a:cubicBezTo>
                <a:cubicBezTo>
                  <a:pt x="55302" y="166967"/>
                  <a:pt x="55302" y="176243"/>
                  <a:pt x="55302" y="176243"/>
                </a:cubicBezTo>
                <a:cubicBezTo>
                  <a:pt x="55302" y="176243"/>
                  <a:pt x="46084" y="166967"/>
                  <a:pt x="46084" y="166967"/>
                </a:cubicBezTo>
                <a:cubicBezTo>
                  <a:pt x="46084" y="166967"/>
                  <a:pt x="46084" y="166967"/>
                  <a:pt x="46084" y="166967"/>
                </a:cubicBezTo>
                <a:cubicBezTo>
                  <a:pt x="46084" y="157691"/>
                  <a:pt x="46084" y="157691"/>
                  <a:pt x="46084" y="148415"/>
                </a:cubicBezTo>
                <a:cubicBezTo>
                  <a:pt x="0" y="148415"/>
                  <a:pt x="0" y="148415"/>
                  <a:pt x="0" y="148415"/>
                </a:cubicBezTo>
                <a:cubicBezTo>
                  <a:pt x="0" y="157691"/>
                  <a:pt x="0" y="166967"/>
                  <a:pt x="0" y="176243"/>
                </a:cubicBezTo>
                <a:cubicBezTo>
                  <a:pt x="0" y="176243"/>
                  <a:pt x="0" y="176243"/>
                  <a:pt x="0" y="176243"/>
                </a:cubicBezTo>
                <a:close/>
                <a:moveTo>
                  <a:pt x="46084" y="55655"/>
                </a:moveTo>
                <a:cubicBezTo>
                  <a:pt x="46084" y="46380"/>
                  <a:pt x="46084" y="37104"/>
                  <a:pt x="46084" y="37104"/>
                </a:cubicBezTo>
                <a:cubicBezTo>
                  <a:pt x="55302" y="37104"/>
                  <a:pt x="55302" y="37104"/>
                  <a:pt x="55302" y="37104"/>
                </a:cubicBezTo>
                <a:cubicBezTo>
                  <a:pt x="55302" y="37104"/>
                  <a:pt x="64519" y="37104"/>
                  <a:pt x="64519" y="37104"/>
                </a:cubicBezTo>
                <a:cubicBezTo>
                  <a:pt x="64519" y="37104"/>
                  <a:pt x="64519" y="46380"/>
                  <a:pt x="64519" y="55655"/>
                </a:cubicBezTo>
                <a:cubicBezTo>
                  <a:pt x="64519" y="83483"/>
                  <a:pt x="64519" y="83483"/>
                  <a:pt x="64519" y="83483"/>
                </a:cubicBezTo>
                <a:cubicBezTo>
                  <a:pt x="64519" y="92760"/>
                  <a:pt x="64519" y="102036"/>
                  <a:pt x="64519" y="102036"/>
                </a:cubicBezTo>
                <a:cubicBezTo>
                  <a:pt x="64519" y="102036"/>
                  <a:pt x="55302" y="102036"/>
                  <a:pt x="55302" y="102036"/>
                </a:cubicBezTo>
                <a:cubicBezTo>
                  <a:pt x="55302" y="102036"/>
                  <a:pt x="46084" y="102036"/>
                  <a:pt x="46084" y="102036"/>
                </a:cubicBezTo>
                <a:cubicBezTo>
                  <a:pt x="46084" y="102036"/>
                  <a:pt x="46084" y="92760"/>
                  <a:pt x="46084" y="83483"/>
                </a:cubicBezTo>
                <a:cubicBezTo>
                  <a:pt x="46084" y="55655"/>
                  <a:pt x="46084" y="55655"/>
                  <a:pt x="46084" y="55655"/>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44" name="Freeform 44"/>
          <p:cNvSpPr/>
          <p:nvPr/>
        </p:nvSpPr>
        <p:spPr>
          <a:xfrm>
            <a:off x="9931400" y="2654300"/>
            <a:ext cx="99699" cy="194724"/>
          </a:xfrm>
          <a:custGeom>
            <a:avLst/>
            <a:gdLst/>
            <a:ahLst/>
            <a:cxnLst/>
            <a:rect l="l" t="t" r="r" b="b"/>
            <a:pathLst>
              <a:path w="99699" h="194724">
                <a:moveTo>
                  <a:pt x="45317" y="166906"/>
                </a:moveTo>
                <a:cubicBezTo>
                  <a:pt x="72508" y="129816"/>
                  <a:pt x="90635" y="101999"/>
                  <a:pt x="99699" y="83453"/>
                </a:cubicBezTo>
                <a:cubicBezTo>
                  <a:pt x="99699" y="74181"/>
                  <a:pt x="99699" y="64908"/>
                  <a:pt x="99699" y="55635"/>
                </a:cubicBezTo>
                <a:cubicBezTo>
                  <a:pt x="99699" y="37090"/>
                  <a:pt x="99699" y="27818"/>
                  <a:pt x="90635" y="18545"/>
                </a:cubicBezTo>
                <a:cubicBezTo>
                  <a:pt x="81572" y="9272"/>
                  <a:pt x="63445" y="0"/>
                  <a:pt x="45317" y="0"/>
                </a:cubicBezTo>
                <a:cubicBezTo>
                  <a:pt x="36255" y="0"/>
                  <a:pt x="27191" y="9272"/>
                  <a:pt x="27191" y="9272"/>
                </a:cubicBezTo>
                <a:cubicBezTo>
                  <a:pt x="18127" y="9272"/>
                  <a:pt x="9064" y="18545"/>
                  <a:pt x="9064" y="18545"/>
                </a:cubicBezTo>
                <a:cubicBezTo>
                  <a:pt x="0" y="27818"/>
                  <a:pt x="0" y="37090"/>
                  <a:pt x="0" y="37090"/>
                </a:cubicBezTo>
                <a:cubicBezTo>
                  <a:pt x="0" y="46363"/>
                  <a:pt x="0" y="55635"/>
                  <a:pt x="0" y="64908"/>
                </a:cubicBezTo>
                <a:cubicBezTo>
                  <a:pt x="0" y="74181"/>
                  <a:pt x="0" y="74181"/>
                  <a:pt x="0" y="74181"/>
                </a:cubicBezTo>
                <a:cubicBezTo>
                  <a:pt x="36255" y="74181"/>
                  <a:pt x="36255" y="74181"/>
                  <a:pt x="36255" y="74181"/>
                </a:cubicBezTo>
                <a:cubicBezTo>
                  <a:pt x="36255" y="55635"/>
                  <a:pt x="36255" y="55635"/>
                  <a:pt x="36255" y="55635"/>
                </a:cubicBezTo>
                <a:cubicBezTo>
                  <a:pt x="36255" y="46363"/>
                  <a:pt x="36255" y="37090"/>
                  <a:pt x="45317" y="37090"/>
                </a:cubicBezTo>
                <a:cubicBezTo>
                  <a:pt x="45317" y="37090"/>
                  <a:pt x="45317" y="37090"/>
                  <a:pt x="45317" y="37090"/>
                </a:cubicBezTo>
                <a:cubicBezTo>
                  <a:pt x="54381" y="37090"/>
                  <a:pt x="54381" y="37090"/>
                  <a:pt x="54381" y="37090"/>
                </a:cubicBezTo>
                <a:cubicBezTo>
                  <a:pt x="63445" y="37090"/>
                  <a:pt x="63445" y="46363"/>
                  <a:pt x="63445" y="46363"/>
                </a:cubicBezTo>
                <a:cubicBezTo>
                  <a:pt x="63445" y="55635"/>
                  <a:pt x="54381" y="64908"/>
                  <a:pt x="54381" y="74181"/>
                </a:cubicBezTo>
                <a:cubicBezTo>
                  <a:pt x="45317" y="92725"/>
                  <a:pt x="27191" y="120543"/>
                  <a:pt x="0" y="166906"/>
                </a:cubicBezTo>
                <a:cubicBezTo>
                  <a:pt x="0" y="194724"/>
                  <a:pt x="0" y="194724"/>
                  <a:pt x="0" y="194724"/>
                </a:cubicBezTo>
                <a:cubicBezTo>
                  <a:pt x="99699" y="194724"/>
                  <a:pt x="99699" y="194724"/>
                  <a:pt x="99699" y="194724"/>
                </a:cubicBezTo>
                <a:cubicBezTo>
                  <a:pt x="99699" y="166906"/>
                  <a:pt x="99699" y="166906"/>
                  <a:pt x="99699" y="166906"/>
                </a:cubicBezTo>
                <a:cubicBezTo>
                  <a:pt x="45317" y="166906"/>
                  <a:pt x="45317" y="166906"/>
                  <a:pt x="45317" y="166906"/>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45" name="Freeform 45"/>
          <p:cNvSpPr/>
          <p:nvPr/>
        </p:nvSpPr>
        <p:spPr>
          <a:xfrm>
            <a:off x="10134600" y="2654300"/>
            <a:ext cx="110604" cy="204071"/>
          </a:xfrm>
          <a:custGeom>
            <a:avLst/>
            <a:gdLst/>
            <a:ahLst/>
            <a:cxnLst/>
            <a:rect l="l" t="t" r="r" b="b"/>
            <a:pathLst>
              <a:path w="110604" h="204071">
                <a:moveTo>
                  <a:pt x="110604" y="37104"/>
                </a:moveTo>
                <a:cubicBezTo>
                  <a:pt x="110604" y="37104"/>
                  <a:pt x="101387" y="27828"/>
                  <a:pt x="101387" y="18552"/>
                </a:cubicBezTo>
                <a:cubicBezTo>
                  <a:pt x="101387" y="18552"/>
                  <a:pt x="92170" y="9276"/>
                  <a:pt x="82953" y="9276"/>
                </a:cubicBezTo>
                <a:cubicBezTo>
                  <a:pt x="73736" y="9276"/>
                  <a:pt x="64519" y="0"/>
                  <a:pt x="55302" y="0"/>
                </a:cubicBezTo>
                <a:cubicBezTo>
                  <a:pt x="46084" y="0"/>
                  <a:pt x="36868" y="9276"/>
                  <a:pt x="27650" y="9276"/>
                </a:cubicBezTo>
                <a:cubicBezTo>
                  <a:pt x="18434" y="18552"/>
                  <a:pt x="9216" y="27828"/>
                  <a:pt x="9216" y="37104"/>
                </a:cubicBezTo>
                <a:cubicBezTo>
                  <a:pt x="0" y="46380"/>
                  <a:pt x="0" y="55655"/>
                  <a:pt x="0" y="74207"/>
                </a:cubicBezTo>
                <a:cubicBezTo>
                  <a:pt x="0" y="139140"/>
                  <a:pt x="0" y="139140"/>
                  <a:pt x="0" y="139140"/>
                </a:cubicBezTo>
                <a:cubicBezTo>
                  <a:pt x="0" y="148415"/>
                  <a:pt x="0" y="157691"/>
                  <a:pt x="0" y="166967"/>
                </a:cubicBezTo>
                <a:cubicBezTo>
                  <a:pt x="9216" y="176243"/>
                  <a:pt x="9216" y="176243"/>
                  <a:pt x="9216" y="185519"/>
                </a:cubicBezTo>
                <a:cubicBezTo>
                  <a:pt x="18434" y="185519"/>
                  <a:pt x="27650" y="194795"/>
                  <a:pt x="27650" y="194795"/>
                </a:cubicBezTo>
                <a:cubicBezTo>
                  <a:pt x="36868" y="194795"/>
                  <a:pt x="46084" y="204071"/>
                  <a:pt x="55302" y="204071"/>
                </a:cubicBezTo>
                <a:cubicBezTo>
                  <a:pt x="64519" y="204071"/>
                  <a:pt x="73736" y="194795"/>
                  <a:pt x="82953" y="194795"/>
                </a:cubicBezTo>
                <a:cubicBezTo>
                  <a:pt x="92170" y="194795"/>
                  <a:pt x="92170" y="194795"/>
                  <a:pt x="101387" y="185519"/>
                </a:cubicBezTo>
                <a:cubicBezTo>
                  <a:pt x="101387" y="176243"/>
                  <a:pt x="110604" y="176243"/>
                  <a:pt x="110604" y="166967"/>
                </a:cubicBezTo>
                <a:cubicBezTo>
                  <a:pt x="110604" y="157691"/>
                  <a:pt x="110604" y="148415"/>
                  <a:pt x="110604" y="139140"/>
                </a:cubicBezTo>
                <a:cubicBezTo>
                  <a:pt x="110604" y="74207"/>
                  <a:pt x="110604" y="74207"/>
                  <a:pt x="110604" y="74207"/>
                </a:cubicBezTo>
                <a:cubicBezTo>
                  <a:pt x="110604" y="55655"/>
                  <a:pt x="110604" y="46380"/>
                  <a:pt x="110604" y="37104"/>
                </a:cubicBezTo>
                <a:cubicBezTo>
                  <a:pt x="110604" y="37104"/>
                  <a:pt x="110604" y="37104"/>
                  <a:pt x="110604" y="37104"/>
                </a:cubicBezTo>
                <a:close/>
                <a:moveTo>
                  <a:pt x="64519" y="148415"/>
                </a:moveTo>
                <a:cubicBezTo>
                  <a:pt x="64519" y="157691"/>
                  <a:pt x="64519" y="166967"/>
                  <a:pt x="64519" y="166967"/>
                </a:cubicBezTo>
                <a:cubicBezTo>
                  <a:pt x="64519" y="166967"/>
                  <a:pt x="64519" y="166967"/>
                  <a:pt x="55302" y="166967"/>
                </a:cubicBezTo>
                <a:cubicBezTo>
                  <a:pt x="55302" y="166967"/>
                  <a:pt x="55302" y="166967"/>
                  <a:pt x="46084" y="166967"/>
                </a:cubicBezTo>
                <a:cubicBezTo>
                  <a:pt x="46084" y="166967"/>
                  <a:pt x="46084" y="157691"/>
                  <a:pt x="46084" y="148415"/>
                </a:cubicBezTo>
                <a:cubicBezTo>
                  <a:pt x="46084" y="55655"/>
                  <a:pt x="46084" y="55655"/>
                  <a:pt x="46084" y="55655"/>
                </a:cubicBezTo>
                <a:cubicBezTo>
                  <a:pt x="46084" y="46380"/>
                  <a:pt x="46084" y="37104"/>
                  <a:pt x="46084" y="37104"/>
                </a:cubicBezTo>
                <a:cubicBezTo>
                  <a:pt x="55302" y="37104"/>
                  <a:pt x="55302" y="37104"/>
                  <a:pt x="55302" y="37104"/>
                </a:cubicBezTo>
                <a:cubicBezTo>
                  <a:pt x="64519" y="37104"/>
                  <a:pt x="64519" y="37104"/>
                  <a:pt x="64519" y="37104"/>
                </a:cubicBezTo>
                <a:cubicBezTo>
                  <a:pt x="64519" y="37104"/>
                  <a:pt x="64519" y="46380"/>
                  <a:pt x="64519" y="55655"/>
                </a:cubicBezTo>
                <a:cubicBezTo>
                  <a:pt x="64519" y="148415"/>
                  <a:pt x="64519" y="148415"/>
                  <a:pt x="64519" y="148415"/>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46" name="AutoShape 46"/>
          <p:cNvSpPr/>
          <p:nvPr/>
        </p:nvSpPr>
        <p:spPr>
          <a:xfrm>
            <a:off x="9042400" y="1879600"/>
            <a:ext cx="1790700" cy="1816100"/>
          </a:xfrm>
          <a:prstGeom prst="ellipse">
            <a:avLst/>
          </a:prstGeom>
          <a:solidFill>
            <a:srgbClr val="1C217C">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47" name="Freeform 47"/>
          <p:cNvSpPr/>
          <p:nvPr/>
        </p:nvSpPr>
        <p:spPr>
          <a:xfrm>
            <a:off x="9029700" y="1854200"/>
            <a:ext cx="1788342" cy="1853769"/>
          </a:xfrm>
          <a:custGeom>
            <a:avLst/>
            <a:gdLst/>
            <a:ahLst/>
            <a:cxnLst/>
            <a:rect l="l" t="t" r="r" b="b"/>
            <a:pathLst>
              <a:path w="1788342" h="1853769">
                <a:moveTo>
                  <a:pt x="1751658" y="926885"/>
                </a:moveTo>
                <a:cubicBezTo>
                  <a:pt x="1751658" y="1223489"/>
                  <a:pt x="1595750" y="1492284"/>
                  <a:pt x="1357305" y="1649856"/>
                </a:cubicBezTo>
                <a:cubicBezTo>
                  <a:pt x="1100517" y="1807426"/>
                  <a:pt x="779534" y="1816694"/>
                  <a:pt x="522746" y="1677662"/>
                </a:cubicBezTo>
                <a:cubicBezTo>
                  <a:pt x="265958" y="1547898"/>
                  <a:pt x="100881" y="1279101"/>
                  <a:pt x="73368" y="991767"/>
                </a:cubicBezTo>
                <a:cubicBezTo>
                  <a:pt x="55025" y="695164"/>
                  <a:pt x="192590" y="407830"/>
                  <a:pt x="421865" y="240990"/>
                </a:cubicBezTo>
                <a:cubicBezTo>
                  <a:pt x="660311" y="64882"/>
                  <a:pt x="981295" y="27807"/>
                  <a:pt x="1247253" y="148302"/>
                </a:cubicBezTo>
                <a:cubicBezTo>
                  <a:pt x="1513211" y="268797"/>
                  <a:pt x="1696631" y="519055"/>
                  <a:pt x="1742486" y="797121"/>
                </a:cubicBezTo>
                <a:cubicBezTo>
                  <a:pt x="1751658" y="843465"/>
                  <a:pt x="1751658" y="880541"/>
                  <a:pt x="1751658" y="926885"/>
                </a:cubicBezTo>
                <a:cubicBezTo>
                  <a:pt x="1751658" y="945422"/>
                  <a:pt x="1788342" y="945422"/>
                  <a:pt x="1788342" y="926885"/>
                </a:cubicBezTo>
                <a:cubicBezTo>
                  <a:pt x="1788342" y="630282"/>
                  <a:pt x="1641606" y="361485"/>
                  <a:pt x="1403160" y="194645"/>
                </a:cubicBezTo>
                <a:cubicBezTo>
                  <a:pt x="1155544" y="27807"/>
                  <a:pt x="834559" y="0"/>
                  <a:pt x="568601" y="111227"/>
                </a:cubicBezTo>
                <a:cubicBezTo>
                  <a:pt x="302642" y="231722"/>
                  <a:pt x="110052" y="472712"/>
                  <a:pt x="55025" y="760045"/>
                </a:cubicBezTo>
                <a:cubicBezTo>
                  <a:pt x="0" y="1047380"/>
                  <a:pt x="91709" y="1353252"/>
                  <a:pt x="302642" y="1557167"/>
                </a:cubicBezTo>
                <a:cubicBezTo>
                  <a:pt x="513575" y="1761081"/>
                  <a:pt x="816218" y="1853769"/>
                  <a:pt x="1100517" y="1788888"/>
                </a:cubicBezTo>
                <a:cubicBezTo>
                  <a:pt x="1384818" y="1724006"/>
                  <a:pt x="1614093" y="1520091"/>
                  <a:pt x="1724144" y="1251294"/>
                </a:cubicBezTo>
                <a:cubicBezTo>
                  <a:pt x="1769999" y="1149337"/>
                  <a:pt x="1788342" y="1038111"/>
                  <a:pt x="1788342" y="926885"/>
                </a:cubicBezTo>
                <a:cubicBezTo>
                  <a:pt x="1788342" y="908347"/>
                  <a:pt x="1751658" y="908347"/>
                  <a:pt x="1751658" y="926885"/>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48" name="Freeform 48"/>
          <p:cNvSpPr/>
          <p:nvPr/>
        </p:nvSpPr>
        <p:spPr>
          <a:xfrm>
            <a:off x="9309100" y="2159000"/>
            <a:ext cx="1247790" cy="1243115"/>
          </a:xfrm>
          <a:custGeom>
            <a:avLst/>
            <a:gdLst/>
            <a:ahLst/>
            <a:cxnLst/>
            <a:rect l="l" t="t" r="r" b="b"/>
            <a:pathLst>
              <a:path w="1247790" h="1243115">
                <a:moveTo>
                  <a:pt x="1211090" y="621558"/>
                </a:moveTo>
                <a:cubicBezTo>
                  <a:pt x="1211090" y="769990"/>
                  <a:pt x="1156040" y="909145"/>
                  <a:pt x="1064292" y="1020468"/>
                </a:cubicBezTo>
                <a:cubicBezTo>
                  <a:pt x="972542" y="1122515"/>
                  <a:pt x="834918" y="1196731"/>
                  <a:pt x="688119" y="1215285"/>
                </a:cubicBezTo>
                <a:cubicBezTo>
                  <a:pt x="669770" y="1215285"/>
                  <a:pt x="651420" y="1215285"/>
                  <a:pt x="633070" y="1215285"/>
                </a:cubicBezTo>
                <a:cubicBezTo>
                  <a:pt x="504621" y="1215285"/>
                  <a:pt x="385347" y="1168900"/>
                  <a:pt x="284423" y="1094684"/>
                </a:cubicBezTo>
                <a:cubicBezTo>
                  <a:pt x="165148" y="1020468"/>
                  <a:pt x="82574" y="890590"/>
                  <a:pt x="55049" y="742159"/>
                </a:cubicBezTo>
                <a:cubicBezTo>
                  <a:pt x="27525" y="603004"/>
                  <a:pt x="45875" y="445295"/>
                  <a:pt x="119275" y="315417"/>
                </a:cubicBezTo>
                <a:cubicBezTo>
                  <a:pt x="192673" y="194817"/>
                  <a:pt x="311948" y="102047"/>
                  <a:pt x="449571" y="55662"/>
                </a:cubicBezTo>
                <a:cubicBezTo>
                  <a:pt x="504621" y="37108"/>
                  <a:pt x="568846" y="27831"/>
                  <a:pt x="623895" y="27831"/>
                </a:cubicBezTo>
                <a:cubicBezTo>
                  <a:pt x="715644" y="27831"/>
                  <a:pt x="798219" y="46385"/>
                  <a:pt x="871618" y="83492"/>
                </a:cubicBezTo>
                <a:cubicBezTo>
                  <a:pt x="1000067" y="139155"/>
                  <a:pt x="1100991" y="250478"/>
                  <a:pt x="1165216" y="380356"/>
                </a:cubicBezTo>
                <a:cubicBezTo>
                  <a:pt x="1192741" y="454572"/>
                  <a:pt x="1211090" y="538065"/>
                  <a:pt x="1211090" y="621558"/>
                </a:cubicBezTo>
                <a:close/>
                <a:moveTo>
                  <a:pt x="1238614" y="621558"/>
                </a:moveTo>
                <a:cubicBezTo>
                  <a:pt x="1247790" y="621558"/>
                  <a:pt x="1247790" y="621558"/>
                  <a:pt x="1247790" y="621558"/>
                </a:cubicBezTo>
                <a:cubicBezTo>
                  <a:pt x="1238614" y="473126"/>
                  <a:pt x="1192741" y="333972"/>
                  <a:pt x="1100991" y="222648"/>
                </a:cubicBezTo>
                <a:cubicBezTo>
                  <a:pt x="1009242" y="111324"/>
                  <a:pt x="880793" y="37108"/>
                  <a:pt x="743168" y="9277"/>
                </a:cubicBezTo>
                <a:cubicBezTo>
                  <a:pt x="706469" y="0"/>
                  <a:pt x="669770" y="0"/>
                  <a:pt x="633070" y="0"/>
                </a:cubicBezTo>
                <a:cubicBezTo>
                  <a:pt x="522971" y="0"/>
                  <a:pt x="412872" y="27831"/>
                  <a:pt x="321122" y="83492"/>
                </a:cubicBezTo>
                <a:cubicBezTo>
                  <a:pt x="201849" y="148431"/>
                  <a:pt x="110099" y="259756"/>
                  <a:pt x="55049" y="398911"/>
                </a:cubicBezTo>
                <a:cubicBezTo>
                  <a:pt x="0" y="528789"/>
                  <a:pt x="0" y="686497"/>
                  <a:pt x="45875" y="825651"/>
                </a:cubicBezTo>
                <a:cubicBezTo>
                  <a:pt x="91750" y="964806"/>
                  <a:pt x="183498" y="1076131"/>
                  <a:pt x="311948" y="1150346"/>
                </a:cubicBezTo>
                <a:cubicBezTo>
                  <a:pt x="403696" y="1215285"/>
                  <a:pt x="513796" y="1243115"/>
                  <a:pt x="633070" y="1243115"/>
                </a:cubicBezTo>
                <a:cubicBezTo>
                  <a:pt x="660594" y="1243115"/>
                  <a:pt x="697295" y="1243115"/>
                  <a:pt x="724819" y="1233839"/>
                </a:cubicBezTo>
                <a:cubicBezTo>
                  <a:pt x="862443" y="1215285"/>
                  <a:pt x="990892" y="1141070"/>
                  <a:pt x="1091816" y="1029745"/>
                </a:cubicBezTo>
                <a:cubicBezTo>
                  <a:pt x="1183565" y="918422"/>
                  <a:pt x="1238614" y="769990"/>
                  <a:pt x="1247790" y="621558"/>
                </a:cubicBezTo>
                <a:cubicBezTo>
                  <a:pt x="1238614" y="621558"/>
                  <a:pt x="1238614" y="621558"/>
                  <a:pt x="1238614" y="621558"/>
                </a:cubicBezTo>
                <a:cubicBezTo>
                  <a:pt x="1247790" y="621558"/>
                  <a:pt x="1247790" y="621558"/>
                  <a:pt x="1247790" y="621558"/>
                </a:cubicBezTo>
                <a:cubicBezTo>
                  <a:pt x="1238614" y="621558"/>
                  <a:pt x="1238614" y="621558"/>
                  <a:pt x="1238614" y="621558"/>
                </a:cubicBezTo>
                <a:cubicBezTo>
                  <a:pt x="1247790" y="621558"/>
                  <a:pt x="1247790" y="621558"/>
                  <a:pt x="1247790" y="621558"/>
                </a:cubicBezTo>
                <a:cubicBezTo>
                  <a:pt x="1238614" y="621558"/>
                  <a:pt x="1238614" y="621558"/>
                  <a:pt x="1238614" y="621558"/>
                </a:cubicBezTo>
                <a:cubicBezTo>
                  <a:pt x="1247790" y="621558"/>
                  <a:pt x="1247790" y="621558"/>
                  <a:pt x="1247790" y="621558"/>
                </a:cubicBezTo>
                <a:cubicBezTo>
                  <a:pt x="1238614" y="621558"/>
                  <a:pt x="1238614" y="621558"/>
                  <a:pt x="1238614" y="621558"/>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49" name="Freeform 49"/>
          <p:cNvSpPr/>
          <p:nvPr/>
        </p:nvSpPr>
        <p:spPr>
          <a:xfrm>
            <a:off x="9194800" y="3035300"/>
            <a:ext cx="127738" cy="101257"/>
          </a:xfrm>
          <a:custGeom>
            <a:avLst/>
            <a:gdLst/>
            <a:ahLst/>
            <a:cxnLst/>
            <a:rect l="l" t="t" r="r" b="b"/>
            <a:pathLst>
              <a:path w="127738" h="101257">
                <a:moveTo>
                  <a:pt x="127738" y="26482"/>
                </a:moveTo>
                <a:lnTo>
                  <a:pt x="118392" y="0"/>
                </a:lnTo>
                <a:lnTo>
                  <a:pt x="73216" y="17136"/>
                </a:lnTo>
                <a:lnTo>
                  <a:pt x="0" y="17136"/>
                </a:lnTo>
                <a:lnTo>
                  <a:pt x="9347" y="45176"/>
                </a:lnTo>
                <a:lnTo>
                  <a:pt x="54522" y="45176"/>
                </a:lnTo>
                <a:lnTo>
                  <a:pt x="18693" y="73217"/>
                </a:lnTo>
                <a:lnTo>
                  <a:pt x="35829" y="101257"/>
                </a:lnTo>
                <a:lnTo>
                  <a:pt x="82563" y="45176"/>
                </a:lnTo>
                <a:lnTo>
                  <a:pt x="127738" y="26482"/>
                </a:lnTo>
                <a:lnTo>
                  <a:pt x="127738" y="26482"/>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50" name="Freeform 50"/>
          <p:cNvSpPr/>
          <p:nvPr/>
        </p:nvSpPr>
        <p:spPr>
          <a:xfrm>
            <a:off x="9156700" y="2832100"/>
            <a:ext cx="119950" cy="91910"/>
          </a:xfrm>
          <a:custGeom>
            <a:avLst/>
            <a:gdLst/>
            <a:ahLst/>
            <a:cxnLst/>
            <a:rect l="l" t="t" r="r" b="b"/>
            <a:pathLst>
              <a:path w="119950" h="91910">
                <a:moveTo>
                  <a:pt x="119950" y="91910"/>
                </a:moveTo>
                <a:lnTo>
                  <a:pt x="119950" y="63870"/>
                </a:lnTo>
                <a:lnTo>
                  <a:pt x="91910" y="63870"/>
                </a:lnTo>
                <a:lnTo>
                  <a:pt x="91910" y="37388"/>
                </a:lnTo>
                <a:lnTo>
                  <a:pt x="110603" y="37388"/>
                </a:lnTo>
                <a:lnTo>
                  <a:pt x="110603" y="0"/>
                </a:lnTo>
                <a:lnTo>
                  <a:pt x="0" y="45176"/>
                </a:lnTo>
                <a:lnTo>
                  <a:pt x="0" y="82563"/>
                </a:lnTo>
                <a:lnTo>
                  <a:pt x="119950" y="91910"/>
                </a:lnTo>
                <a:lnTo>
                  <a:pt x="119950" y="91910"/>
                </a:lnTo>
                <a:close/>
                <a:moveTo>
                  <a:pt x="73217" y="63870"/>
                </a:moveTo>
                <a:lnTo>
                  <a:pt x="18693" y="63870"/>
                </a:lnTo>
                <a:lnTo>
                  <a:pt x="73217" y="45176"/>
                </a:lnTo>
                <a:lnTo>
                  <a:pt x="73217" y="63870"/>
                </a:lnTo>
                <a:lnTo>
                  <a:pt x="73217" y="63870"/>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51" name="Freeform 51"/>
          <p:cNvSpPr/>
          <p:nvPr/>
        </p:nvSpPr>
        <p:spPr>
          <a:xfrm>
            <a:off x="9144000" y="2654300"/>
            <a:ext cx="127738" cy="82563"/>
          </a:xfrm>
          <a:custGeom>
            <a:avLst/>
            <a:gdLst/>
            <a:ahLst/>
            <a:cxnLst/>
            <a:rect l="l" t="t" r="r" b="b"/>
            <a:pathLst>
              <a:path w="127738" h="82563">
                <a:moveTo>
                  <a:pt x="118392" y="82563"/>
                </a:moveTo>
                <a:lnTo>
                  <a:pt x="118392" y="54522"/>
                </a:lnTo>
                <a:lnTo>
                  <a:pt x="54522" y="54522"/>
                </a:lnTo>
                <a:lnTo>
                  <a:pt x="127738" y="37388"/>
                </a:lnTo>
                <a:lnTo>
                  <a:pt x="127738" y="9347"/>
                </a:lnTo>
                <a:lnTo>
                  <a:pt x="7789" y="0"/>
                </a:lnTo>
                <a:lnTo>
                  <a:pt x="7789" y="28040"/>
                </a:lnTo>
                <a:lnTo>
                  <a:pt x="73216" y="28040"/>
                </a:lnTo>
                <a:lnTo>
                  <a:pt x="0" y="45176"/>
                </a:lnTo>
                <a:lnTo>
                  <a:pt x="0" y="73217"/>
                </a:lnTo>
                <a:lnTo>
                  <a:pt x="118392" y="82563"/>
                </a:lnTo>
                <a:lnTo>
                  <a:pt x="118392" y="82563"/>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52" name="Freeform 52"/>
          <p:cNvSpPr/>
          <p:nvPr/>
        </p:nvSpPr>
        <p:spPr>
          <a:xfrm>
            <a:off x="9194800" y="2463800"/>
            <a:ext cx="118392" cy="101257"/>
          </a:xfrm>
          <a:custGeom>
            <a:avLst/>
            <a:gdLst/>
            <a:ahLst/>
            <a:cxnLst/>
            <a:rect l="l" t="t" r="r" b="b"/>
            <a:pathLst>
              <a:path w="118392" h="101257">
                <a:moveTo>
                  <a:pt x="63749" y="92052"/>
                </a:moveTo>
                <a:cubicBezTo>
                  <a:pt x="63749" y="92052"/>
                  <a:pt x="63749" y="92052"/>
                  <a:pt x="63749" y="92052"/>
                </a:cubicBezTo>
                <a:cubicBezTo>
                  <a:pt x="63749" y="92052"/>
                  <a:pt x="63749" y="92052"/>
                  <a:pt x="63749" y="92052"/>
                </a:cubicBezTo>
                <a:cubicBezTo>
                  <a:pt x="63749" y="92052"/>
                  <a:pt x="63749" y="92052"/>
                  <a:pt x="63749" y="92052"/>
                </a:cubicBezTo>
                <a:cubicBezTo>
                  <a:pt x="63749" y="92052"/>
                  <a:pt x="63749" y="92052"/>
                  <a:pt x="63749" y="92052"/>
                </a:cubicBezTo>
                <a:cubicBezTo>
                  <a:pt x="72856" y="92052"/>
                  <a:pt x="72856" y="92052"/>
                  <a:pt x="72856" y="92052"/>
                </a:cubicBezTo>
                <a:cubicBezTo>
                  <a:pt x="72856" y="92052"/>
                  <a:pt x="72856" y="92052"/>
                  <a:pt x="72856" y="92052"/>
                </a:cubicBezTo>
                <a:cubicBezTo>
                  <a:pt x="81963" y="101257"/>
                  <a:pt x="91070" y="101257"/>
                  <a:pt x="100178" y="92052"/>
                </a:cubicBezTo>
                <a:cubicBezTo>
                  <a:pt x="109285" y="92052"/>
                  <a:pt x="109285" y="82847"/>
                  <a:pt x="118392" y="73641"/>
                </a:cubicBezTo>
                <a:cubicBezTo>
                  <a:pt x="118392" y="73641"/>
                  <a:pt x="118392" y="73641"/>
                  <a:pt x="118392" y="73641"/>
                </a:cubicBezTo>
                <a:cubicBezTo>
                  <a:pt x="118392" y="64436"/>
                  <a:pt x="118392" y="55231"/>
                  <a:pt x="118392" y="46026"/>
                </a:cubicBezTo>
                <a:cubicBezTo>
                  <a:pt x="118392" y="36821"/>
                  <a:pt x="109285" y="27616"/>
                  <a:pt x="100178" y="27616"/>
                </a:cubicBezTo>
                <a:cubicBezTo>
                  <a:pt x="91070" y="18410"/>
                  <a:pt x="91070" y="18410"/>
                  <a:pt x="91070" y="18410"/>
                </a:cubicBezTo>
                <a:cubicBezTo>
                  <a:pt x="81963" y="18410"/>
                  <a:pt x="81963" y="18410"/>
                  <a:pt x="72856" y="18410"/>
                </a:cubicBezTo>
                <a:cubicBezTo>
                  <a:pt x="63749" y="27616"/>
                  <a:pt x="63749" y="27616"/>
                  <a:pt x="54643" y="27616"/>
                </a:cubicBezTo>
                <a:cubicBezTo>
                  <a:pt x="54643" y="36821"/>
                  <a:pt x="54643" y="36821"/>
                  <a:pt x="54643" y="36821"/>
                </a:cubicBezTo>
                <a:cubicBezTo>
                  <a:pt x="45536" y="36821"/>
                  <a:pt x="45536" y="36821"/>
                  <a:pt x="45536" y="36821"/>
                </a:cubicBezTo>
                <a:cubicBezTo>
                  <a:pt x="45536" y="36821"/>
                  <a:pt x="36429" y="46026"/>
                  <a:pt x="36429" y="46026"/>
                </a:cubicBezTo>
                <a:cubicBezTo>
                  <a:pt x="36429" y="46026"/>
                  <a:pt x="27322" y="46026"/>
                  <a:pt x="27322" y="46026"/>
                </a:cubicBezTo>
                <a:cubicBezTo>
                  <a:pt x="27322" y="46026"/>
                  <a:pt x="18214" y="46026"/>
                  <a:pt x="18214" y="36821"/>
                </a:cubicBezTo>
                <a:cubicBezTo>
                  <a:pt x="18214" y="36821"/>
                  <a:pt x="18214" y="36821"/>
                  <a:pt x="18214" y="36821"/>
                </a:cubicBezTo>
                <a:cubicBezTo>
                  <a:pt x="18214" y="36821"/>
                  <a:pt x="18214" y="36821"/>
                  <a:pt x="18214" y="36821"/>
                </a:cubicBezTo>
                <a:cubicBezTo>
                  <a:pt x="18214" y="36821"/>
                  <a:pt x="18214" y="36821"/>
                  <a:pt x="18214" y="36821"/>
                </a:cubicBezTo>
                <a:cubicBezTo>
                  <a:pt x="18214" y="36821"/>
                  <a:pt x="18214" y="36821"/>
                  <a:pt x="18214" y="36821"/>
                </a:cubicBezTo>
                <a:cubicBezTo>
                  <a:pt x="18214" y="36821"/>
                  <a:pt x="18214" y="27616"/>
                  <a:pt x="18214" y="27616"/>
                </a:cubicBezTo>
                <a:cubicBezTo>
                  <a:pt x="27322" y="27616"/>
                  <a:pt x="27322" y="27616"/>
                  <a:pt x="27322" y="27616"/>
                </a:cubicBezTo>
                <a:cubicBezTo>
                  <a:pt x="27322" y="27616"/>
                  <a:pt x="36429" y="27616"/>
                  <a:pt x="36429" y="27616"/>
                </a:cubicBezTo>
                <a:cubicBezTo>
                  <a:pt x="45536" y="27616"/>
                  <a:pt x="45536" y="27616"/>
                  <a:pt x="45536" y="27616"/>
                </a:cubicBezTo>
                <a:cubicBezTo>
                  <a:pt x="54643" y="9205"/>
                  <a:pt x="54643" y="9205"/>
                  <a:pt x="54643" y="9205"/>
                </a:cubicBezTo>
                <a:cubicBezTo>
                  <a:pt x="45536" y="9205"/>
                  <a:pt x="45536" y="9205"/>
                  <a:pt x="45536" y="9205"/>
                </a:cubicBezTo>
                <a:cubicBezTo>
                  <a:pt x="36429" y="0"/>
                  <a:pt x="27322" y="0"/>
                  <a:pt x="18214" y="9205"/>
                </a:cubicBezTo>
                <a:cubicBezTo>
                  <a:pt x="9107" y="9205"/>
                  <a:pt x="9107" y="18410"/>
                  <a:pt x="0" y="27616"/>
                </a:cubicBezTo>
                <a:cubicBezTo>
                  <a:pt x="0" y="36821"/>
                  <a:pt x="0" y="46026"/>
                  <a:pt x="0" y="55231"/>
                </a:cubicBezTo>
                <a:cubicBezTo>
                  <a:pt x="0" y="55231"/>
                  <a:pt x="9107" y="64436"/>
                  <a:pt x="18214" y="64436"/>
                </a:cubicBezTo>
                <a:cubicBezTo>
                  <a:pt x="18214" y="64436"/>
                  <a:pt x="18214" y="73641"/>
                  <a:pt x="18214" y="73641"/>
                </a:cubicBezTo>
                <a:cubicBezTo>
                  <a:pt x="18214" y="73641"/>
                  <a:pt x="18214" y="73641"/>
                  <a:pt x="18214" y="73641"/>
                </a:cubicBezTo>
                <a:cubicBezTo>
                  <a:pt x="18214" y="73641"/>
                  <a:pt x="18214" y="73641"/>
                  <a:pt x="18214" y="73641"/>
                </a:cubicBezTo>
                <a:cubicBezTo>
                  <a:pt x="18214" y="73641"/>
                  <a:pt x="18214" y="73641"/>
                  <a:pt x="18214" y="73641"/>
                </a:cubicBezTo>
                <a:cubicBezTo>
                  <a:pt x="18214" y="73641"/>
                  <a:pt x="18214" y="73641"/>
                  <a:pt x="18214" y="73641"/>
                </a:cubicBezTo>
                <a:cubicBezTo>
                  <a:pt x="18214" y="73641"/>
                  <a:pt x="18214" y="73641"/>
                  <a:pt x="18214" y="73641"/>
                </a:cubicBezTo>
                <a:cubicBezTo>
                  <a:pt x="27322" y="73641"/>
                  <a:pt x="36429" y="73641"/>
                  <a:pt x="45536" y="73641"/>
                </a:cubicBezTo>
                <a:cubicBezTo>
                  <a:pt x="45536" y="73641"/>
                  <a:pt x="54643" y="64436"/>
                  <a:pt x="63749" y="64436"/>
                </a:cubicBezTo>
                <a:cubicBezTo>
                  <a:pt x="63749" y="64436"/>
                  <a:pt x="63749" y="64436"/>
                  <a:pt x="63749" y="55231"/>
                </a:cubicBezTo>
                <a:cubicBezTo>
                  <a:pt x="63749" y="55231"/>
                  <a:pt x="72856" y="55231"/>
                  <a:pt x="72856" y="55231"/>
                </a:cubicBezTo>
                <a:cubicBezTo>
                  <a:pt x="72856" y="55231"/>
                  <a:pt x="81963" y="55231"/>
                  <a:pt x="81963" y="46026"/>
                </a:cubicBezTo>
                <a:cubicBezTo>
                  <a:pt x="81963" y="46026"/>
                  <a:pt x="91070" y="46026"/>
                  <a:pt x="91070" y="46026"/>
                </a:cubicBezTo>
                <a:cubicBezTo>
                  <a:pt x="91070" y="55231"/>
                  <a:pt x="100178" y="55231"/>
                  <a:pt x="100178" y="55231"/>
                </a:cubicBezTo>
                <a:cubicBezTo>
                  <a:pt x="100178" y="55231"/>
                  <a:pt x="100178" y="55231"/>
                  <a:pt x="100178" y="64436"/>
                </a:cubicBezTo>
                <a:cubicBezTo>
                  <a:pt x="100178" y="64436"/>
                  <a:pt x="100178" y="64436"/>
                  <a:pt x="100178" y="64436"/>
                </a:cubicBezTo>
                <a:cubicBezTo>
                  <a:pt x="100178" y="64436"/>
                  <a:pt x="100178" y="64436"/>
                  <a:pt x="100178" y="64436"/>
                </a:cubicBezTo>
                <a:cubicBezTo>
                  <a:pt x="100178" y="64436"/>
                  <a:pt x="100178" y="64436"/>
                  <a:pt x="100178" y="64436"/>
                </a:cubicBezTo>
                <a:cubicBezTo>
                  <a:pt x="100178" y="64436"/>
                  <a:pt x="100178" y="64436"/>
                  <a:pt x="100178" y="64436"/>
                </a:cubicBezTo>
                <a:cubicBezTo>
                  <a:pt x="100178" y="64436"/>
                  <a:pt x="91070" y="64436"/>
                  <a:pt x="91070" y="64436"/>
                </a:cubicBezTo>
                <a:cubicBezTo>
                  <a:pt x="91070" y="73641"/>
                  <a:pt x="81963" y="73641"/>
                  <a:pt x="81963" y="64436"/>
                </a:cubicBezTo>
                <a:cubicBezTo>
                  <a:pt x="81963" y="64436"/>
                  <a:pt x="81963" y="64436"/>
                  <a:pt x="81963" y="64436"/>
                </a:cubicBezTo>
                <a:cubicBezTo>
                  <a:pt x="72856" y="64436"/>
                  <a:pt x="72856" y="64436"/>
                  <a:pt x="72856" y="64436"/>
                </a:cubicBezTo>
                <a:cubicBezTo>
                  <a:pt x="72856" y="64436"/>
                  <a:pt x="72856" y="64436"/>
                  <a:pt x="72856" y="64436"/>
                </a:cubicBezTo>
                <a:cubicBezTo>
                  <a:pt x="72856" y="64436"/>
                  <a:pt x="72856" y="64436"/>
                  <a:pt x="72856" y="64436"/>
                </a:cubicBezTo>
                <a:cubicBezTo>
                  <a:pt x="72856" y="64436"/>
                  <a:pt x="72856" y="64436"/>
                  <a:pt x="72856" y="64436"/>
                </a:cubicBezTo>
                <a:cubicBezTo>
                  <a:pt x="72856" y="64436"/>
                  <a:pt x="72856" y="64436"/>
                  <a:pt x="72856" y="64436"/>
                </a:cubicBezTo>
                <a:cubicBezTo>
                  <a:pt x="63749" y="92052"/>
                  <a:pt x="63749" y="92052"/>
                  <a:pt x="63749" y="92052"/>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53" name="Freeform 53"/>
          <p:cNvSpPr/>
          <p:nvPr/>
        </p:nvSpPr>
        <p:spPr>
          <a:xfrm>
            <a:off x="9271000" y="2298700"/>
            <a:ext cx="146432" cy="129297"/>
          </a:xfrm>
          <a:custGeom>
            <a:avLst/>
            <a:gdLst/>
            <a:ahLst/>
            <a:cxnLst/>
            <a:rect l="l" t="t" r="r" b="b"/>
            <a:pathLst>
              <a:path w="146432" h="129297">
                <a:moveTo>
                  <a:pt x="101256" y="129297"/>
                </a:moveTo>
                <a:lnTo>
                  <a:pt x="119950" y="101257"/>
                </a:lnTo>
                <a:lnTo>
                  <a:pt x="73216" y="73217"/>
                </a:lnTo>
                <a:lnTo>
                  <a:pt x="91910" y="63870"/>
                </a:lnTo>
                <a:lnTo>
                  <a:pt x="127739" y="91910"/>
                </a:lnTo>
                <a:lnTo>
                  <a:pt x="146432" y="63870"/>
                </a:lnTo>
                <a:lnTo>
                  <a:pt x="45176" y="0"/>
                </a:lnTo>
                <a:lnTo>
                  <a:pt x="28040" y="18693"/>
                </a:lnTo>
                <a:lnTo>
                  <a:pt x="63870" y="45176"/>
                </a:lnTo>
                <a:lnTo>
                  <a:pt x="54522" y="63870"/>
                </a:lnTo>
                <a:lnTo>
                  <a:pt x="18693" y="37388"/>
                </a:lnTo>
                <a:lnTo>
                  <a:pt x="0" y="54522"/>
                </a:lnTo>
                <a:lnTo>
                  <a:pt x="101256" y="129297"/>
                </a:lnTo>
                <a:lnTo>
                  <a:pt x="101256" y="129297"/>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54" name="Freeform 54"/>
          <p:cNvSpPr/>
          <p:nvPr/>
        </p:nvSpPr>
        <p:spPr>
          <a:xfrm>
            <a:off x="9410700" y="2159000"/>
            <a:ext cx="129297" cy="130854"/>
          </a:xfrm>
          <a:custGeom>
            <a:avLst/>
            <a:gdLst/>
            <a:ahLst/>
            <a:cxnLst/>
            <a:rect l="l" t="t" r="r" b="b"/>
            <a:pathLst>
              <a:path w="129297" h="130854">
                <a:moveTo>
                  <a:pt x="54522" y="130854"/>
                </a:moveTo>
                <a:lnTo>
                  <a:pt x="82563" y="112160"/>
                </a:lnTo>
                <a:lnTo>
                  <a:pt x="73217" y="93467"/>
                </a:lnTo>
                <a:lnTo>
                  <a:pt x="82563" y="74774"/>
                </a:lnTo>
                <a:lnTo>
                  <a:pt x="101257" y="93467"/>
                </a:lnTo>
                <a:lnTo>
                  <a:pt x="129297" y="74774"/>
                </a:lnTo>
                <a:lnTo>
                  <a:pt x="28040" y="0"/>
                </a:lnTo>
                <a:lnTo>
                  <a:pt x="0" y="18693"/>
                </a:lnTo>
                <a:lnTo>
                  <a:pt x="54522" y="130854"/>
                </a:lnTo>
                <a:lnTo>
                  <a:pt x="54522" y="130854"/>
                </a:lnTo>
                <a:close/>
                <a:moveTo>
                  <a:pt x="54522" y="74774"/>
                </a:moveTo>
                <a:lnTo>
                  <a:pt x="28040" y="28040"/>
                </a:lnTo>
                <a:lnTo>
                  <a:pt x="63870" y="56081"/>
                </a:lnTo>
                <a:lnTo>
                  <a:pt x="54522" y="74774"/>
                </a:lnTo>
                <a:lnTo>
                  <a:pt x="54522" y="74774"/>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55" name="Freeform 55"/>
          <p:cNvSpPr/>
          <p:nvPr/>
        </p:nvSpPr>
        <p:spPr>
          <a:xfrm>
            <a:off x="9563100" y="2044700"/>
            <a:ext cx="119950" cy="138643"/>
          </a:xfrm>
          <a:custGeom>
            <a:avLst/>
            <a:gdLst/>
            <a:ahLst/>
            <a:cxnLst/>
            <a:rect l="l" t="t" r="r" b="b"/>
            <a:pathLst>
              <a:path w="119950" h="138643">
                <a:moveTo>
                  <a:pt x="46733" y="138643"/>
                </a:moveTo>
                <a:lnTo>
                  <a:pt x="73217" y="129296"/>
                </a:lnTo>
                <a:lnTo>
                  <a:pt x="46733" y="74774"/>
                </a:lnTo>
                <a:lnTo>
                  <a:pt x="91910" y="119949"/>
                </a:lnTo>
                <a:lnTo>
                  <a:pt x="119950" y="112160"/>
                </a:lnTo>
                <a:lnTo>
                  <a:pt x="63870" y="0"/>
                </a:lnTo>
                <a:lnTo>
                  <a:pt x="37388" y="9347"/>
                </a:lnTo>
                <a:lnTo>
                  <a:pt x="73217" y="74774"/>
                </a:lnTo>
                <a:lnTo>
                  <a:pt x="28040" y="18693"/>
                </a:lnTo>
                <a:lnTo>
                  <a:pt x="0" y="28040"/>
                </a:lnTo>
                <a:lnTo>
                  <a:pt x="46733" y="138643"/>
                </a:lnTo>
                <a:lnTo>
                  <a:pt x="46733" y="138643"/>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56" name="Freeform 56"/>
          <p:cNvSpPr/>
          <p:nvPr/>
        </p:nvSpPr>
        <p:spPr>
          <a:xfrm>
            <a:off x="9918700" y="1981200"/>
            <a:ext cx="82563" cy="129297"/>
          </a:xfrm>
          <a:custGeom>
            <a:avLst/>
            <a:gdLst/>
            <a:ahLst/>
            <a:cxnLst/>
            <a:rect l="l" t="t" r="r" b="b"/>
            <a:pathLst>
              <a:path w="82563" h="129297">
                <a:moveTo>
                  <a:pt x="0" y="0"/>
                </a:moveTo>
                <a:cubicBezTo>
                  <a:pt x="0" y="92354"/>
                  <a:pt x="0" y="92354"/>
                  <a:pt x="0" y="92354"/>
                </a:cubicBezTo>
                <a:cubicBezTo>
                  <a:pt x="0" y="101591"/>
                  <a:pt x="0" y="110827"/>
                  <a:pt x="9173" y="120062"/>
                </a:cubicBezTo>
                <a:cubicBezTo>
                  <a:pt x="18348" y="129297"/>
                  <a:pt x="27521" y="129297"/>
                  <a:pt x="36694" y="129297"/>
                </a:cubicBezTo>
                <a:cubicBezTo>
                  <a:pt x="45869" y="129297"/>
                  <a:pt x="55042" y="129297"/>
                  <a:pt x="64216" y="120062"/>
                </a:cubicBezTo>
                <a:cubicBezTo>
                  <a:pt x="73389" y="120062"/>
                  <a:pt x="73389" y="110827"/>
                  <a:pt x="73389" y="92354"/>
                </a:cubicBezTo>
                <a:cubicBezTo>
                  <a:pt x="82563" y="9235"/>
                  <a:pt x="82563" y="9235"/>
                  <a:pt x="82563" y="9235"/>
                </a:cubicBezTo>
                <a:cubicBezTo>
                  <a:pt x="55042" y="9235"/>
                  <a:pt x="55042" y="9235"/>
                  <a:pt x="55042" y="9235"/>
                </a:cubicBezTo>
                <a:cubicBezTo>
                  <a:pt x="45869" y="92354"/>
                  <a:pt x="45869" y="92354"/>
                  <a:pt x="45869" y="92354"/>
                </a:cubicBezTo>
                <a:cubicBezTo>
                  <a:pt x="45869" y="101591"/>
                  <a:pt x="45869" y="101591"/>
                  <a:pt x="45869" y="101591"/>
                </a:cubicBezTo>
                <a:cubicBezTo>
                  <a:pt x="45869" y="110827"/>
                  <a:pt x="36694" y="110827"/>
                  <a:pt x="36694" y="110827"/>
                </a:cubicBezTo>
                <a:cubicBezTo>
                  <a:pt x="36694" y="110827"/>
                  <a:pt x="36694" y="110827"/>
                  <a:pt x="36694" y="110827"/>
                </a:cubicBezTo>
                <a:cubicBezTo>
                  <a:pt x="36694" y="110827"/>
                  <a:pt x="36694" y="110827"/>
                  <a:pt x="36694" y="110827"/>
                </a:cubicBezTo>
                <a:cubicBezTo>
                  <a:pt x="36694" y="110827"/>
                  <a:pt x="36694" y="110827"/>
                  <a:pt x="36694" y="110827"/>
                </a:cubicBezTo>
                <a:cubicBezTo>
                  <a:pt x="36694" y="110827"/>
                  <a:pt x="36694" y="110827"/>
                  <a:pt x="36694" y="110827"/>
                </a:cubicBezTo>
                <a:cubicBezTo>
                  <a:pt x="36694" y="110827"/>
                  <a:pt x="36694" y="110827"/>
                  <a:pt x="27521" y="101591"/>
                </a:cubicBezTo>
                <a:cubicBezTo>
                  <a:pt x="27521" y="101591"/>
                  <a:pt x="27521" y="101591"/>
                  <a:pt x="27521" y="92354"/>
                </a:cubicBezTo>
                <a:cubicBezTo>
                  <a:pt x="27521" y="9235"/>
                  <a:pt x="27521" y="9235"/>
                  <a:pt x="27521" y="9235"/>
                </a:cubicBezTo>
                <a:cubicBezTo>
                  <a:pt x="0" y="0"/>
                  <a:pt x="0" y="0"/>
                  <a:pt x="0" y="0"/>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57" name="Freeform 57"/>
          <p:cNvSpPr/>
          <p:nvPr/>
        </p:nvSpPr>
        <p:spPr>
          <a:xfrm>
            <a:off x="10096500" y="2006600"/>
            <a:ext cx="99699" cy="140200"/>
          </a:xfrm>
          <a:custGeom>
            <a:avLst/>
            <a:gdLst/>
            <a:ahLst/>
            <a:cxnLst/>
            <a:rect l="l" t="t" r="r" b="b"/>
            <a:pathLst>
              <a:path w="99699" h="140200">
                <a:moveTo>
                  <a:pt x="0" y="112161"/>
                </a:moveTo>
                <a:lnTo>
                  <a:pt x="17136" y="121507"/>
                </a:lnTo>
                <a:lnTo>
                  <a:pt x="35829" y="56081"/>
                </a:lnTo>
                <a:lnTo>
                  <a:pt x="35829" y="130854"/>
                </a:lnTo>
                <a:lnTo>
                  <a:pt x="73217" y="140200"/>
                </a:lnTo>
                <a:lnTo>
                  <a:pt x="99699" y="18693"/>
                </a:lnTo>
                <a:lnTo>
                  <a:pt x="73217" y="9347"/>
                </a:lnTo>
                <a:lnTo>
                  <a:pt x="63870" y="84121"/>
                </a:lnTo>
                <a:lnTo>
                  <a:pt x="54522" y="9347"/>
                </a:lnTo>
                <a:lnTo>
                  <a:pt x="26482" y="0"/>
                </a:lnTo>
                <a:lnTo>
                  <a:pt x="0" y="112161"/>
                </a:lnTo>
                <a:lnTo>
                  <a:pt x="0" y="112161"/>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58" name="Freeform 58"/>
          <p:cNvSpPr/>
          <p:nvPr/>
        </p:nvSpPr>
        <p:spPr>
          <a:xfrm>
            <a:off x="10248900" y="2082800"/>
            <a:ext cx="82563" cy="119950"/>
          </a:xfrm>
          <a:custGeom>
            <a:avLst/>
            <a:gdLst/>
            <a:ahLst/>
            <a:cxnLst/>
            <a:rect l="l" t="t" r="r" b="b"/>
            <a:pathLst>
              <a:path w="82563" h="119950">
                <a:moveTo>
                  <a:pt x="0" y="101257"/>
                </a:moveTo>
                <a:lnTo>
                  <a:pt x="26482" y="119950"/>
                </a:lnTo>
                <a:lnTo>
                  <a:pt x="82563" y="9347"/>
                </a:lnTo>
                <a:lnTo>
                  <a:pt x="63870" y="0"/>
                </a:lnTo>
                <a:lnTo>
                  <a:pt x="0" y="101257"/>
                </a:lnTo>
                <a:lnTo>
                  <a:pt x="0" y="101257"/>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59" name="Freeform 59"/>
          <p:cNvSpPr/>
          <p:nvPr/>
        </p:nvSpPr>
        <p:spPr>
          <a:xfrm>
            <a:off x="10375900" y="2159000"/>
            <a:ext cx="119950" cy="130854"/>
          </a:xfrm>
          <a:custGeom>
            <a:avLst/>
            <a:gdLst/>
            <a:ahLst/>
            <a:cxnLst/>
            <a:rect l="l" t="t" r="r" b="b"/>
            <a:pathLst>
              <a:path w="119950" h="130854">
                <a:moveTo>
                  <a:pt x="0" y="102814"/>
                </a:moveTo>
                <a:lnTo>
                  <a:pt x="18693" y="130854"/>
                </a:lnTo>
                <a:lnTo>
                  <a:pt x="119950" y="56081"/>
                </a:lnTo>
                <a:lnTo>
                  <a:pt x="101257" y="37386"/>
                </a:lnTo>
                <a:lnTo>
                  <a:pt x="37388" y="84121"/>
                </a:lnTo>
                <a:lnTo>
                  <a:pt x="82563" y="18693"/>
                </a:lnTo>
                <a:lnTo>
                  <a:pt x="54522" y="0"/>
                </a:lnTo>
                <a:lnTo>
                  <a:pt x="0" y="102814"/>
                </a:lnTo>
                <a:lnTo>
                  <a:pt x="0" y="102814"/>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60" name="Freeform 60"/>
          <p:cNvSpPr/>
          <p:nvPr/>
        </p:nvSpPr>
        <p:spPr>
          <a:xfrm>
            <a:off x="10477500" y="2311400"/>
            <a:ext cx="137086" cy="129297"/>
          </a:xfrm>
          <a:custGeom>
            <a:avLst/>
            <a:gdLst/>
            <a:ahLst/>
            <a:cxnLst/>
            <a:rect l="l" t="t" r="r" b="b"/>
            <a:pathLst>
              <a:path w="137086" h="129297">
                <a:moveTo>
                  <a:pt x="0" y="73217"/>
                </a:moveTo>
                <a:lnTo>
                  <a:pt x="35829" y="129297"/>
                </a:lnTo>
                <a:lnTo>
                  <a:pt x="54522" y="110603"/>
                </a:lnTo>
                <a:lnTo>
                  <a:pt x="35829" y="82563"/>
                </a:lnTo>
                <a:lnTo>
                  <a:pt x="54522" y="63870"/>
                </a:lnTo>
                <a:lnTo>
                  <a:pt x="73217" y="91910"/>
                </a:lnTo>
                <a:lnTo>
                  <a:pt x="101257" y="82563"/>
                </a:lnTo>
                <a:lnTo>
                  <a:pt x="82563" y="54522"/>
                </a:lnTo>
                <a:lnTo>
                  <a:pt x="101257" y="35829"/>
                </a:lnTo>
                <a:lnTo>
                  <a:pt x="118392" y="73217"/>
                </a:lnTo>
                <a:lnTo>
                  <a:pt x="137086" y="54522"/>
                </a:lnTo>
                <a:lnTo>
                  <a:pt x="101257" y="0"/>
                </a:lnTo>
                <a:lnTo>
                  <a:pt x="0" y="73217"/>
                </a:lnTo>
                <a:lnTo>
                  <a:pt x="0" y="73217"/>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61" name="Freeform 61"/>
          <p:cNvSpPr/>
          <p:nvPr/>
        </p:nvSpPr>
        <p:spPr>
          <a:xfrm>
            <a:off x="10553700" y="2489200"/>
            <a:ext cx="127738" cy="110604"/>
          </a:xfrm>
          <a:custGeom>
            <a:avLst/>
            <a:gdLst/>
            <a:ahLst/>
            <a:cxnLst/>
            <a:rect l="l" t="t" r="r" b="b"/>
            <a:pathLst>
              <a:path w="127738" h="110604">
                <a:moveTo>
                  <a:pt x="0" y="36868"/>
                </a:moveTo>
                <a:cubicBezTo>
                  <a:pt x="9124" y="64519"/>
                  <a:pt x="9124" y="64519"/>
                  <a:pt x="9124" y="64519"/>
                </a:cubicBezTo>
                <a:cubicBezTo>
                  <a:pt x="54745" y="46084"/>
                  <a:pt x="54745" y="46084"/>
                  <a:pt x="54745" y="46084"/>
                </a:cubicBezTo>
                <a:cubicBezTo>
                  <a:pt x="54745" y="55302"/>
                  <a:pt x="54745" y="55302"/>
                  <a:pt x="54745" y="55302"/>
                </a:cubicBezTo>
                <a:cubicBezTo>
                  <a:pt x="54745" y="55302"/>
                  <a:pt x="54745" y="64519"/>
                  <a:pt x="54745" y="64519"/>
                </a:cubicBezTo>
                <a:cubicBezTo>
                  <a:pt x="54745" y="64519"/>
                  <a:pt x="54745" y="64519"/>
                  <a:pt x="45621" y="73736"/>
                </a:cubicBezTo>
                <a:cubicBezTo>
                  <a:pt x="27372" y="73736"/>
                  <a:pt x="27372" y="73736"/>
                  <a:pt x="27372" y="73736"/>
                </a:cubicBezTo>
                <a:cubicBezTo>
                  <a:pt x="18249" y="82953"/>
                  <a:pt x="18249" y="82953"/>
                  <a:pt x="18249" y="82953"/>
                </a:cubicBezTo>
                <a:cubicBezTo>
                  <a:pt x="18249" y="82953"/>
                  <a:pt x="18249" y="82953"/>
                  <a:pt x="18249" y="92170"/>
                </a:cubicBezTo>
                <a:cubicBezTo>
                  <a:pt x="27372" y="110604"/>
                  <a:pt x="27372" y="110604"/>
                  <a:pt x="27372" y="110604"/>
                </a:cubicBezTo>
                <a:cubicBezTo>
                  <a:pt x="27372" y="110604"/>
                  <a:pt x="27372" y="110604"/>
                  <a:pt x="27372" y="110604"/>
                </a:cubicBezTo>
                <a:cubicBezTo>
                  <a:pt x="27372" y="110604"/>
                  <a:pt x="27372" y="110604"/>
                  <a:pt x="27372" y="110604"/>
                </a:cubicBezTo>
                <a:cubicBezTo>
                  <a:pt x="27372" y="110604"/>
                  <a:pt x="36496" y="101387"/>
                  <a:pt x="36496" y="101387"/>
                </a:cubicBezTo>
                <a:cubicBezTo>
                  <a:pt x="63870" y="92170"/>
                  <a:pt x="63870" y="92170"/>
                  <a:pt x="63870" y="92170"/>
                </a:cubicBezTo>
                <a:cubicBezTo>
                  <a:pt x="63870" y="92170"/>
                  <a:pt x="72993" y="92170"/>
                  <a:pt x="72993" y="82953"/>
                </a:cubicBezTo>
                <a:cubicBezTo>
                  <a:pt x="72993" y="82953"/>
                  <a:pt x="72993" y="82953"/>
                  <a:pt x="72993" y="73736"/>
                </a:cubicBezTo>
                <a:cubicBezTo>
                  <a:pt x="82117" y="82953"/>
                  <a:pt x="82117" y="82953"/>
                  <a:pt x="91242" y="82953"/>
                </a:cubicBezTo>
                <a:cubicBezTo>
                  <a:pt x="91242" y="82953"/>
                  <a:pt x="100366" y="82953"/>
                  <a:pt x="109489" y="82953"/>
                </a:cubicBezTo>
                <a:cubicBezTo>
                  <a:pt x="118614" y="73736"/>
                  <a:pt x="127738" y="73736"/>
                  <a:pt x="127738" y="64519"/>
                </a:cubicBezTo>
                <a:cubicBezTo>
                  <a:pt x="127738" y="55302"/>
                  <a:pt x="127738" y="46084"/>
                  <a:pt x="127738" y="36868"/>
                </a:cubicBezTo>
                <a:cubicBezTo>
                  <a:pt x="109489" y="0"/>
                  <a:pt x="109489" y="0"/>
                  <a:pt x="109489" y="0"/>
                </a:cubicBezTo>
                <a:cubicBezTo>
                  <a:pt x="0" y="36868"/>
                  <a:pt x="0" y="36868"/>
                  <a:pt x="0" y="36868"/>
                </a:cubicBezTo>
                <a:close/>
                <a:moveTo>
                  <a:pt x="72993" y="46084"/>
                </a:moveTo>
                <a:cubicBezTo>
                  <a:pt x="100366" y="27650"/>
                  <a:pt x="100366" y="27650"/>
                  <a:pt x="100366" y="27650"/>
                </a:cubicBezTo>
                <a:cubicBezTo>
                  <a:pt x="100366" y="36868"/>
                  <a:pt x="100366" y="36868"/>
                  <a:pt x="100366" y="46084"/>
                </a:cubicBezTo>
                <a:cubicBezTo>
                  <a:pt x="100366" y="46084"/>
                  <a:pt x="100366" y="46084"/>
                  <a:pt x="91242" y="55302"/>
                </a:cubicBezTo>
                <a:cubicBezTo>
                  <a:pt x="91242" y="55302"/>
                  <a:pt x="91242" y="55302"/>
                  <a:pt x="91242" y="55302"/>
                </a:cubicBezTo>
                <a:cubicBezTo>
                  <a:pt x="82117" y="55302"/>
                  <a:pt x="82117" y="55302"/>
                  <a:pt x="82117" y="55302"/>
                </a:cubicBezTo>
                <a:cubicBezTo>
                  <a:pt x="72993" y="55302"/>
                  <a:pt x="72993" y="46084"/>
                  <a:pt x="72993" y="46084"/>
                </a:cubicBezTo>
                <a:cubicBezTo>
                  <a:pt x="72993" y="46084"/>
                  <a:pt x="72993" y="46084"/>
                  <a:pt x="72993" y="46084"/>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62" name="Freeform 62"/>
          <p:cNvSpPr/>
          <p:nvPr/>
        </p:nvSpPr>
        <p:spPr>
          <a:xfrm>
            <a:off x="10604500" y="2679700"/>
            <a:ext cx="119950" cy="73217"/>
          </a:xfrm>
          <a:custGeom>
            <a:avLst/>
            <a:gdLst/>
            <a:ahLst/>
            <a:cxnLst/>
            <a:rect l="l" t="t" r="r" b="b"/>
            <a:pathLst>
              <a:path w="119950" h="73217">
                <a:moveTo>
                  <a:pt x="36907" y="0"/>
                </a:moveTo>
                <a:cubicBezTo>
                  <a:pt x="36907" y="0"/>
                  <a:pt x="36907" y="0"/>
                  <a:pt x="36907" y="0"/>
                </a:cubicBezTo>
                <a:cubicBezTo>
                  <a:pt x="36907" y="0"/>
                  <a:pt x="36907" y="0"/>
                  <a:pt x="36907" y="0"/>
                </a:cubicBezTo>
                <a:cubicBezTo>
                  <a:pt x="36907" y="0"/>
                  <a:pt x="36907" y="0"/>
                  <a:pt x="36907" y="0"/>
                </a:cubicBezTo>
                <a:cubicBezTo>
                  <a:pt x="36907" y="0"/>
                  <a:pt x="36907" y="0"/>
                  <a:pt x="36907" y="0"/>
                </a:cubicBezTo>
                <a:cubicBezTo>
                  <a:pt x="36907" y="0"/>
                  <a:pt x="36907" y="0"/>
                  <a:pt x="36907" y="0"/>
                </a:cubicBezTo>
                <a:cubicBezTo>
                  <a:pt x="27681" y="0"/>
                  <a:pt x="27681" y="0"/>
                  <a:pt x="27681" y="0"/>
                </a:cubicBezTo>
                <a:cubicBezTo>
                  <a:pt x="18454" y="0"/>
                  <a:pt x="9227" y="9152"/>
                  <a:pt x="9227" y="9152"/>
                </a:cubicBezTo>
                <a:cubicBezTo>
                  <a:pt x="0" y="18305"/>
                  <a:pt x="0" y="27456"/>
                  <a:pt x="0" y="36609"/>
                </a:cubicBezTo>
                <a:cubicBezTo>
                  <a:pt x="0" y="36609"/>
                  <a:pt x="0" y="36609"/>
                  <a:pt x="0" y="36609"/>
                </a:cubicBezTo>
                <a:cubicBezTo>
                  <a:pt x="0" y="45761"/>
                  <a:pt x="0" y="54912"/>
                  <a:pt x="9227" y="64065"/>
                </a:cubicBezTo>
                <a:cubicBezTo>
                  <a:pt x="9227" y="73217"/>
                  <a:pt x="18454" y="73217"/>
                  <a:pt x="36907" y="73217"/>
                </a:cubicBezTo>
                <a:cubicBezTo>
                  <a:pt x="36907" y="73217"/>
                  <a:pt x="36907" y="73217"/>
                  <a:pt x="36907" y="73217"/>
                </a:cubicBezTo>
                <a:cubicBezTo>
                  <a:pt x="46134" y="73217"/>
                  <a:pt x="55362" y="73217"/>
                  <a:pt x="64588" y="64065"/>
                </a:cubicBezTo>
                <a:cubicBezTo>
                  <a:pt x="64588" y="64065"/>
                  <a:pt x="73815" y="54912"/>
                  <a:pt x="73815" y="45761"/>
                </a:cubicBezTo>
                <a:cubicBezTo>
                  <a:pt x="73815" y="45761"/>
                  <a:pt x="73815" y="45761"/>
                  <a:pt x="73815" y="45761"/>
                </a:cubicBezTo>
                <a:cubicBezTo>
                  <a:pt x="73815" y="45761"/>
                  <a:pt x="73815" y="36609"/>
                  <a:pt x="73815" y="36609"/>
                </a:cubicBezTo>
                <a:cubicBezTo>
                  <a:pt x="83043" y="36609"/>
                  <a:pt x="83043" y="36609"/>
                  <a:pt x="83043" y="27456"/>
                </a:cubicBezTo>
                <a:cubicBezTo>
                  <a:pt x="83043" y="27456"/>
                  <a:pt x="92269" y="27456"/>
                  <a:pt x="92269" y="27456"/>
                </a:cubicBezTo>
                <a:cubicBezTo>
                  <a:pt x="92269" y="27456"/>
                  <a:pt x="101496" y="27456"/>
                  <a:pt x="101496" y="27456"/>
                </a:cubicBezTo>
                <a:cubicBezTo>
                  <a:pt x="101496" y="27456"/>
                  <a:pt x="101496" y="27456"/>
                  <a:pt x="101496" y="36609"/>
                </a:cubicBezTo>
                <a:cubicBezTo>
                  <a:pt x="101496" y="36609"/>
                  <a:pt x="101496" y="36609"/>
                  <a:pt x="101496" y="36609"/>
                </a:cubicBezTo>
                <a:cubicBezTo>
                  <a:pt x="101496" y="36609"/>
                  <a:pt x="101496" y="36609"/>
                  <a:pt x="101496" y="36609"/>
                </a:cubicBezTo>
                <a:cubicBezTo>
                  <a:pt x="101496" y="36609"/>
                  <a:pt x="101496" y="36609"/>
                  <a:pt x="101496" y="36609"/>
                </a:cubicBezTo>
                <a:cubicBezTo>
                  <a:pt x="101496" y="36609"/>
                  <a:pt x="101496" y="36609"/>
                  <a:pt x="101496" y="36609"/>
                </a:cubicBezTo>
                <a:cubicBezTo>
                  <a:pt x="101496" y="36609"/>
                  <a:pt x="101496" y="36609"/>
                  <a:pt x="101496" y="45761"/>
                </a:cubicBezTo>
                <a:cubicBezTo>
                  <a:pt x="92269" y="45761"/>
                  <a:pt x="92269" y="45761"/>
                  <a:pt x="92269" y="45761"/>
                </a:cubicBezTo>
                <a:cubicBezTo>
                  <a:pt x="83043" y="45761"/>
                  <a:pt x="83043" y="45761"/>
                  <a:pt x="83043" y="45761"/>
                </a:cubicBezTo>
                <a:cubicBezTo>
                  <a:pt x="83043" y="73217"/>
                  <a:pt x="83043" y="73217"/>
                  <a:pt x="83043" y="73217"/>
                </a:cubicBezTo>
                <a:cubicBezTo>
                  <a:pt x="92269" y="73217"/>
                  <a:pt x="92269" y="73217"/>
                  <a:pt x="92269" y="73217"/>
                </a:cubicBezTo>
                <a:cubicBezTo>
                  <a:pt x="101496" y="73217"/>
                  <a:pt x="110724" y="64065"/>
                  <a:pt x="119950" y="54912"/>
                </a:cubicBezTo>
                <a:cubicBezTo>
                  <a:pt x="119950" y="45761"/>
                  <a:pt x="119950" y="36609"/>
                  <a:pt x="119950" y="27456"/>
                </a:cubicBezTo>
                <a:cubicBezTo>
                  <a:pt x="119950" y="18305"/>
                  <a:pt x="119950" y="18305"/>
                  <a:pt x="110724" y="9152"/>
                </a:cubicBezTo>
                <a:cubicBezTo>
                  <a:pt x="110724" y="0"/>
                  <a:pt x="101496" y="0"/>
                  <a:pt x="92269" y="0"/>
                </a:cubicBezTo>
                <a:cubicBezTo>
                  <a:pt x="92269" y="0"/>
                  <a:pt x="92269" y="0"/>
                  <a:pt x="92269" y="0"/>
                </a:cubicBezTo>
                <a:cubicBezTo>
                  <a:pt x="92269" y="0"/>
                  <a:pt x="92269" y="0"/>
                  <a:pt x="92269" y="0"/>
                </a:cubicBezTo>
                <a:cubicBezTo>
                  <a:pt x="92269" y="0"/>
                  <a:pt x="92269" y="0"/>
                  <a:pt x="92269" y="0"/>
                </a:cubicBezTo>
                <a:cubicBezTo>
                  <a:pt x="92269" y="0"/>
                  <a:pt x="92269" y="0"/>
                  <a:pt x="92269" y="0"/>
                </a:cubicBezTo>
                <a:cubicBezTo>
                  <a:pt x="92269" y="0"/>
                  <a:pt x="92269" y="0"/>
                  <a:pt x="83043" y="0"/>
                </a:cubicBezTo>
                <a:cubicBezTo>
                  <a:pt x="83043" y="0"/>
                  <a:pt x="83043" y="0"/>
                  <a:pt x="83043" y="0"/>
                </a:cubicBezTo>
                <a:cubicBezTo>
                  <a:pt x="73815" y="0"/>
                  <a:pt x="73815" y="0"/>
                  <a:pt x="64588" y="9152"/>
                </a:cubicBezTo>
                <a:cubicBezTo>
                  <a:pt x="64588" y="9152"/>
                  <a:pt x="55362" y="18305"/>
                  <a:pt x="55362" y="27456"/>
                </a:cubicBezTo>
                <a:cubicBezTo>
                  <a:pt x="55362" y="27456"/>
                  <a:pt x="46134" y="27456"/>
                  <a:pt x="46134" y="27456"/>
                </a:cubicBezTo>
                <a:cubicBezTo>
                  <a:pt x="46134" y="36609"/>
                  <a:pt x="46134" y="36609"/>
                  <a:pt x="46134" y="36609"/>
                </a:cubicBezTo>
                <a:cubicBezTo>
                  <a:pt x="46134" y="36609"/>
                  <a:pt x="46134" y="45761"/>
                  <a:pt x="36907" y="45761"/>
                </a:cubicBezTo>
                <a:cubicBezTo>
                  <a:pt x="36907" y="45761"/>
                  <a:pt x="36907" y="45761"/>
                  <a:pt x="27681" y="45761"/>
                </a:cubicBezTo>
                <a:cubicBezTo>
                  <a:pt x="27681" y="45761"/>
                  <a:pt x="27681" y="45761"/>
                  <a:pt x="27681" y="45761"/>
                </a:cubicBezTo>
                <a:cubicBezTo>
                  <a:pt x="18454" y="45761"/>
                  <a:pt x="18454" y="45761"/>
                  <a:pt x="18454" y="45761"/>
                </a:cubicBezTo>
                <a:cubicBezTo>
                  <a:pt x="18454" y="45761"/>
                  <a:pt x="18454" y="45761"/>
                  <a:pt x="18454" y="36609"/>
                </a:cubicBezTo>
                <a:cubicBezTo>
                  <a:pt x="18454" y="36609"/>
                  <a:pt x="18454" y="36609"/>
                  <a:pt x="18454" y="36609"/>
                </a:cubicBezTo>
                <a:cubicBezTo>
                  <a:pt x="18454" y="36609"/>
                  <a:pt x="18454" y="36609"/>
                  <a:pt x="18454" y="36609"/>
                </a:cubicBezTo>
                <a:cubicBezTo>
                  <a:pt x="18454" y="36609"/>
                  <a:pt x="18454" y="36609"/>
                  <a:pt x="18454" y="36609"/>
                </a:cubicBezTo>
                <a:cubicBezTo>
                  <a:pt x="18454" y="36609"/>
                  <a:pt x="18454" y="36609"/>
                  <a:pt x="18454" y="36609"/>
                </a:cubicBezTo>
                <a:cubicBezTo>
                  <a:pt x="27681" y="27456"/>
                  <a:pt x="27681" y="27456"/>
                  <a:pt x="36907" y="27456"/>
                </a:cubicBezTo>
                <a:cubicBezTo>
                  <a:pt x="36907" y="27456"/>
                  <a:pt x="36907" y="27456"/>
                  <a:pt x="36907" y="27456"/>
                </a:cubicBezTo>
                <a:cubicBezTo>
                  <a:pt x="36907" y="27456"/>
                  <a:pt x="36907" y="27456"/>
                  <a:pt x="36907" y="27456"/>
                </a:cubicBezTo>
                <a:cubicBezTo>
                  <a:pt x="36907" y="27456"/>
                  <a:pt x="36907" y="27456"/>
                  <a:pt x="36907" y="27456"/>
                </a:cubicBezTo>
                <a:cubicBezTo>
                  <a:pt x="36907" y="27456"/>
                  <a:pt x="36907" y="27456"/>
                  <a:pt x="36907" y="27456"/>
                </a:cubicBezTo>
                <a:cubicBezTo>
                  <a:pt x="36907" y="27456"/>
                  <a:pt x="36907" y="27456"/>
                  <a:pt x="36907" y="27456"/>
                </a:cubicBezTo>
                <a:cubicBezTo>
                  <a:pt x="36907" y="27456"/>
                  <a:pt x="36907" y="27456"/>
                  <a:pt x="36907" y="27456"/>
                </a:cubicBezTo>
                <a:cubicBezTo>
                  <a:pt x="36907" y="0"/>
                  <a:pt x="36907" y="0"/>
                  <a:pt x="36907" y="0"/>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63" name="Freeform 63"/>
          <p:cNvSpPr/>
          <p:nvPr/>
        </p:nvSpPr>
        <p:spPr>
          <a:xfrm>
            <a:off x="10591800" y="2857500"/>
            <a:ext cx="129297" cy="45176"/>
          </a:xfrm>
          <a:custGeom>
            <a:avLst/>
            <a:gdLst/>
            <a:ahLst/>
            <a:cxnLst/>
            <a:rect l="l" t="t" r="r" b="b"/>
            <a:pathLst>
              <a:path w="129297" h="45176">
                <a:moveTo>
                  <a:pt x="9347" y="0"/>
                </a:moveTo>
                <a:lnTo>
                  <a:pt x="0" y="26482"/>
                </a:lnTo>
                <a:lnTo>
                  <a:pt x="119950" y="45176"/>
                </a:lnTo>
                <a:lnTo>
                  <a:pt x="129297" y="17136"/>
                </a:lnTo>
                <a:lnTo>
                  <a:pt x="9347" y="0"/>
                </a:lnTo>
                <a:lnTo>
                  <a:pt x="9347" y="0"/>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64" name="Freeform 64"/>
          <p:cNvSpPr/>
          <p:nvPr/>
        </p:nvSpPr>
        <p:spPr>
          <a:xfrm>
            <a:off x="10553700" y="2997200"/>
            <a:ext cx="127738" cy="91910"/>
          </a:xfrm>
          <a:custGeom>
            <a:avLst/>
            <a:gdLst/>
            <a:ahLst/>
            <a:cxnLst/>
            <a:rect l="l" t="t" r="r" b="b"/>
            <a:pathLst>
              <a:path w="127738" h="91910">
                <a:moveTo>
                  <a:pt x="9347" y="0"/>
                </a:moveTo>
                <a:lnTo>
                  <a:pt x="0" y="28040"/>
                </a:lnTo>
                <a:lnTo>
                  <a:pt x="91909" y="63870"/>
                </a:lnTo>
                <a:lnTo>
                  <a:pt x="82563" y="82563"/>
                </a:lnTo>
                <a:lnTo>
                  <a:pt x="109045" y="91910"/>
                </a:lnTo>
                <a:lnTo>
                  <a:pt x="127738" y="28040"/>
                </a:lnTo>
                <a:lnTo>
                  <a:pt x="109045" y="18693"/>
                </a:lnTo>
                <a:lnTo>
                  <a:pt x="101256" y="37388"/>
                </a:lnTo>
                <a:lnTo>
                  <a:pt x="9347" y="0"/>
                </a:lnTo>
                <a:lnTo>
                  <a:pt x="9347" y="0"/>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65" name="Freeform 65"/>
          <p:cNvSpPr/>
          <p:nvPr/>
        </p:nvSpPr>
        <p:spPr>
          <a:xfrm>
            <a:off x="10490200" y="3149600"/>
            <a:ext cx="127738" cy="110604"/>
          </a:xfrm>
          <a:custGeom>
            <a:avLst/>
            <a:gdLst/>
            <a:ahLst/>
            <a:cxnLst/>
            <a:rect l="l" t="t" r="r" b="b"/>
            <a:pathLst>
              <a:path w="127738" h="110604">
                <a:moveTo>
                  <a:pt x="9347" y="0"/>
                </a:moveTo>
                <a:lnTo>
                  <a:pt x="0" y="18693"/>
                </a:lnTo>
                <a:lnTo>
                  <a:pt x="35829" y="56081"/>
                </a:lnTo>
                <a:lnTo>
                  <a:pt x="82563" y="110604"/>
                </a:lnTo>
                <a:lnTo>
                  <a:pt x="91909" y="91910"/>
                </a:lnTo>
                <a:lnTo>
                  <a:pt x="73216" y="56081"/>
                </a:lnTo>
                <a:lnTo>
                  <a:pt x="109045" y="65428"/>
                </a:lnTo>
                <a:lnTo>
                  <a:pt x="127738" y="37388"/>
                </a:lnTo>
                <a:lnTo>
                  <a:pt x="54522" y="28040"/>
                </a:lnTo>
                <a:lnTo>
                  <a:pt x="9347" y="0"/>
                </a:lnTo>
                <a:lnTo>
                  <a:pt x="9347" y="0"/>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66" name="Freeform 66"/>
          <p:cNvSpPr/>
          <p:nvPr/>
        </p:nvSpPr>
        <p:spPr>
          <a:xfrm>
            <a:off x="9359900" y="3225800"/>
            <a:ext cx="45176" cy="45176"/>
          </a:xfrm>
          <a:custGeom>
            <a:avLst/>
            <a:gdLst/>
            <a:ahLst/>
            <a:cxnLst/>
            <a:rect l="l" t="t" r="r" b="b"/>
            <a:pathLst>
              <a:path w="45176" h="45176">
                <a:moveTo>
                  <a:pt x="9347" y="45176"/>
                </a:moveTo>
                <a:lnTo>
                  <a:pt x="0" y="26482"/>
                </a:lnTo>
                <a:lnTo>
                  <a:pt x="9347" y="0"/>
                </a:lnTo>
                <a:lnTo>
                  <a:pt x="28040" y="0"/>
                </a:lnTo>
                <a:lnTo>
                  <a:pt x="45176" y="26482"/>
                </a:lnTo>
                <a:lnTo>
                  <a:pt x="28040" y="45176"/>
                </a:lnTo>
                <a:lnTo>
                  <a:pt x="9347" y="45176"/>
                </a:lnTo>
                <a:lnTo>
                  <a:pt x="9347" y="45176"/>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67" name="Freeform 67"/>
          <p:cNvSpPr/>
          <p:nvPr/>
        </p:nvSpPr>
        <p:spPr>
          <a:xfrm>
            <a:off x="10477500" y="3225800"/>
            <a:ext cx="45176" cy="45176"/>
          </a:xfrm>
          <a:custGeom>
            <a:avLst/>
            <a:gdLst/>
            <a:ahLst/>
            <a:cxnLst/>
            <a:rect l="l" t="t" r="r" b="b"/>
            <a:pathLst>
              <a:path w="45176" h="45176">
                <a:moveTo>
                  <a:pt x="9347" y="45176"/>
                </a:moveTo>
                <a:lnTo>
                  <a:pt x="0" y="26482"/>
                </a:lnTo>
                <a:lnTo>
                  <a:pt x="9347" y="0"/>
                </a:lnTo>
                <a:lnTo>
                  <a:pt x="35829" y="0"/>
                </a:lnTo>
                <a:lnTo>
                  <a:pt x="45176" y="26482"/>
                </a:lnTo>
                <a:lnTo>
                  <a:pt x="35829" y="45176"/>
                </a:lnTo>
                <a:lnTo>
                  <a:pt x="9347" y="45176"/>
                </a:lnTo>
                <a:lnTo>
                  <a:pt x="9347" y="45176"/>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68" name="Freeform 68"/>
          <p:cNvSpPr/>
          <p:nvPr/>
        </p:nvSpPr>
        <p:spPr>
          <a:xfrm>
            <a:off x="9766300" y="3162300"/>
            <a:ext cx="45176" cy="110604"/>
          </a:xfrm>
          <a:custGeom>
            <a:avLst/>
            <a:gdLst/>
            <a:ahLst/>
            <a:cxnLst/>
            <a:rect l="l" t="t" r="r" b="b"/>
            <a:pathLst>
              <a:path w="45176" h="110604">
                <a:moveTo>
                  <a:pt x="45176" y="0"/>
                </a:moveTo>
                <a:cubicBezTo>
                  <a:pt x="45176" y="110604"/>
                  <a:pt x="45176" y="110604"/>
                  <a:pt x="45176" y="110604"/>
                </a:cubicBezTo>
                <a:cubicBezTo>
                  <a:pt x="18071" y="110604"/>
                  <a:pt x="18071" y="110604"/>
                  <a:pt x="18071" y="110604"/>
                </a:cubicBezTo>
                <a:cubicBezTo>
                  <a:pt x="18071" y="46084"/>
                  <a:pt x="18071" y="46084"/>
                  <a:pt x="18071" y="46084"/>
                </a:cubicBezTo>
                <a:cubicBezTo>
                  <a:pt x="18071" y="36868"/>
                  <a:pt x="18071" y="36868"/>
                  <a:pt x="18071" y="36868"/>
                </a:cubicBezTo>
                <a:cubicBezTo>
                  <a:pt x="18071" y="36868"/>
                  <a:pt x="18071" y="27650"/>
                  <a:pt x="9035" y="27650"/>
                </a:cubicBezTo>
                <a:cubicBezTo>
                  <a:pt x="9035" y="27650"/>
                  <a:pt x="9035" y="27650"/>
                  <a:pt x="0" y="27650"/>
                </a:cubicBezTo>
                <a:cubicBezTo>
                  <a:pt x="0" y="27650"/>
                  <a:pt x="0" y="27650"/>
                  <a:pt x="0" y="27650"/>
                </a:cubicBezTo>
                <a:cubicBezTo>
                  <a:pt x="0" y="18434"/>
                  <a:pt x="0" y="18434"/>
                  <a:pt x="0" y="18434"/>
                </a:cubicBezTo>
                <a:cubicBezTo>
                  <a:pt x="9035" y="9216"/>
                  <a:pt x="18071" y="9216"/>
                  <a:pt x="27106" y="0"/>
                </a:cubicBezTo>
                <a:cubicBezTo>
                  <a:pt x="45176" y="0"/>
                  <a:pt x="45176" y="0"/>
                  <a:pt x="45176" y="0"/>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69" name="Freeform 69"/>
          <p:cNvSpPr/>
          <p:nvPr/>
        </p:nvSpPr>
        <p:spPr>
          <a:xfrm>
            <a:off x="9855200" y="3162300"/>
            <a:ext cx="63870" cy="110604"/>
          </a:xfrm>
          <a:custGeom>
            <a:avLst/>
            <a:gdLst/>
            <a:ahLst/>
            <a:cxnLst/>
            <a:rect l="l" t="t" r="r" b="b"/>
            <a:pathLst>
              <a:path w="63870" h="110604">
                <a:moveTo>
                  <a:pt x="27372" y="46084"/>
                </a:moveTo>
                <a:cubicBezTo>
                  <a:pt x="27372" y="46084"/>
                  <a:pt x="27372" y="55302"/>
                  <a:pt x="27372" y="55302"/>
                </a:cubicBezTo>
                <a:cubicBezTo>
                  <a:pt x="27372" y="55302"/>
                  <a:pt x="36497" y="55302"/>
                  <a:pt x="36497" y="55302"/>
                </a:cubicBezTo>
                <a:cubicBezTo>
                  <a:pt x="36497" y="55302"/>
                  <a:pt x="36497" y="55302"/>
                  <a:pt x="36497" y="55302"/>
                </a:cubicBezTo>
                <a:cubicBezTo>
                  <a:pt x="36497" y="55302"/>
                  <a:pt x="36497" y="46084"/>
                  <a:pt x="36497" y="46084"/>
                </a:cubicBezTo>
                <a:cubicBezTo>
                  <a:pt x="36497" y="27650"/>
                  <a:pt x="36497" y="27650"/>
                  <a:pt x="36497" y="27650"/>
                </a:cubicBezTo>
                <a:cubicBezTo>
                  <a:pt x="36497" y="18434"/>
                  <a:pt x="36497" y="18434"/>
                  <a:pt x="36497" y="18434"/>
                </a:cubicBezTo>
                <a:cubicBezTo>
                  <a:pt x="36497" y="18434"/>
                  <a:pt x="36497" y="9216"/>
                  <a:pt x="36497" y="9216"/>
                </a:cubicBezTo>
                <a:cubicBezTo>
                  <a:pt x="36497" y="9216"/>
                  <a:pt x="27372" y="18434"/>
                  <a:pt x="27372" y="18434"/>
                </a:cubicBezTo>
                <a:cubicBezTo>
                  <a:pt x="27372" y="18434"/>
                  <a:pt x="27372" y="18434"/>
                  <a:pt x="27372" y="27650"/>
                </a:cubicBezTo>
                <a:cubicBezTo>
                  <a:pt x="27372" y="46084"/>
                  <a:pt x="27372" y="46084"/>
                  <a:pt x="27372" y="46084"/>
                </a:cubicBezTo>
                <a:close/>
                <a:moveTo>
                  <a:pt x="0" y="82953"/>
                </a:moveTo>
                <a:cubicBezTo>
                  <a:pt x="27372" y="82953"/>
                  <a:pt x="27372" y="82953"/>
                  <a:pt x="27372" y="82953"/>
                </a:cubicBezTo>
                <a:cubicBezTo>
                  <a:pt x="27372" y="82953"/>
                  <a:pt x="27372" y="92170"/>
                  <a:pt x="27372" y="92170"/>
                </a:cubicBezTo>
                <a:cubicBezTo>
                  <a:pt x="27372" y="92170"/>
                  <a:pt x="27372" y="92170"/>
                  <a:pt x="27372" y="92170"/>
                </a:cubicBezTo>
                <a:cubicBezTo>
                  <a:pt x="27372" y="92170"/>
                  <a:pt x="36497" y="92170"/>
                  <a:pt x="36497" y="92170"/>
                </a:cubicBezTo>
                <a:cubicBezTo>
                  <a:pt x="36497" y="92170"/>
                  <a:pt x="36497" y="92170"/>
                  <a:pt x="36497" y="92170"/>
                </a:cubicBezTo>
                <a:cubicBezTo>
                  <a:pt x="36497" y="92170"/>
                  <a:pt x="36497" y="92170"/>
                  <a:pt x="36497" y="92170"/>
                </a:cubicBezTo>
                <a:cubicBezTo>
                  <a:pt x="36497" y="92170"/>
                  <a:pt x="36497" y="82953"/>
                  <a:pt x="36497" y="82953"/>
                </a:cubicBezTo>
                <a:cubicBezTo>
                  <a:pt x="36497" y="64519"/>
                  <a:pt x="36497" y="64519"/>
                  <a:pt x="36497" y="64519"/>
                </a:cubicBezTo>
                <a:cubicBezTo>
                  <a:pt x="36497" y="64519"/>
                  <a:pt x="36497" y="64519"/>
                  <a:pt x="36497" y="73736"/>
                </a:cubicBezTo>
                <a:cubicBezTo>
                  <a:pt x="27372" y="73736"/>
                  <a:pt x="27372" y="73736"/>
                  <a:pt x="27372" y="73736"/>
                </a:cubicBezTo>
                <a:cubicBezTo>
                  <a:pt x="18249" y="73736"/>
                  <a:pt x="18249" y="73736"/>
                  <a:pt x="9124" y="64519"/>
                </a:cubicBezTo>
                <a:cubicBezTo>
                  <a:pt x="9124" y="64519"/>
                  <a:pt x="0" y="64519"/>
                  <a:pt x="0" y="55302"/>
                </a:cubicBezTo>
                <a:cubicBezTo>
                  <a:pt x="0" y="55302"/>
                  <a:pt x="0" y="46084"/>
                  <a:pt x="0" y="46084"/>
                </a:cubicBezTo>
                <a:cubicBezTo>
                  <a:pt x="0" y="36868"/>
                  <a:pt x="0" y="36868"/>
                  <a:pt x="0" y="36868"/>
                </a:cubicBezTo>
                <a:cubicBezTo>
                  <a:pt x="0" y="27650"/>
                  <a:pt x="0" y="18434"/>
                  <a:pt x="0" y="18434"/>
                </a:cubicBezTo>
                <a:cubicBezTo>
                  <a:pt x="0" y="9216"/>
                  <a:pt x="0" y="9216"/>
                  <a:pt x="9124" y="9216"/>
                </a:cubicBezTo>
                <a:cubicBezTo>
                  <a:pt x="9124" y="0"/>
                  <a:pt x="9124" y="0"/>
                  <a:pt x="18249" y="0"/>
                </a:cubicBezTo>
                <a:cubicBezTo>
                  <a:pt x="18249" y="0"/>
                  <a:pt x="27372" y="0"/>
                  <a:pt x="36497" y="0"/>
                </a:cubicBezTo>
                <a:cubicBezTo>
                  <a:pt x="36497" y="0"/>
                  <a:pt x="45621" y="0"/>
                  <a:pt x="54746" y="0"/>
                </a:cubicBezTo>
                <a:cubicBezTo>
                  <a:pt x="54746" y="0"/>
                  <a:pt x="54746" y="0"/>
                  <a:pt x="63870" y="9216"/>
                </a:cubicBezTo>
                <a:cubicBezTo>
                  <a:pt x="63870" y="9216"/>
                  <a:pt x="63870" y="18434"/>
                  <a:pt x="63870" y="18434"/>
                </a:cubicBezTo>
                <a:cubicBezTo>
                  <a:pt x="63870" y="27650"/>
                  <a:pt x="63870" y="36868"/>
                  <a:pt x="63870" y="46084"/>
                </a:cubicBezTo>
                <a:cubicBezTo>
                  <a:pt x="63870" y="64519"/>
                  <a:pt x="63870" y="64519"/>
                  <a:pt x="63870" y="64519"/>
                </a:cubicBezTo>
                <a:cubicBezTo>
                  <a:pt x="63870" y="73736"/>
                  <a:pt x="63870" y="82953"/>
                  <a:pt x="63870" y="82953"/>
                </a:cubicBezTo>
                <a:cubicBezTo>
                  <a:pt x="63870" y="92170"/>
                  <a:pt x="63870" y="92170"/>
                  <a:pt x="63870" y="101387"/>
                </a:cubicBezTo>
                <a:cubicBezTo>
                  <a:pt x="54746" y="101387"/>
                  <a:pt x="54746" y="110604"/>
                  <a:pt x="54746" y="110604"/>
                </a:cubicBezTo>
                <a:cubicBezTo>
                  <a:pt x="45621" y="110604"/>
                  <a:pt x="36497" y="110604"/>
                  <a:pt x="36497" y="110604"/>
                </a:cubicBezTo>
                <a:cubicBezTo>
                  <a:pt x="27372" y="110604"/>
                  <a:pt x="18249" y="110604"/>
                  <a:pt x="18249" y="110604"/>
                </a:cubicBezTo>
                <a:cubicBezTo>
                  <a:pt x="9124" y="101387"/>
                  <a:pt x="9124" y="101387"/>
                  <a:pt x="0" y="101387"/>
                </a:cubicBezTo>
                <a:cubicBezTo>
                  <a:pt x="0" y="92170"/>
                  <a:pt x="0" y="82953"/>
                  <a:pt x="0" y="82953"/>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70" name="Freeform 70"/>
          <p:cNvSpPr/>
          <p:nvPr/>
        </p:nvSpPr>
        <p:spPr>
          <a:xfrm>
            <a:off x="9956800" y="3162300"/>
            <a:ext cx="65428" cy="110604"/>
          </a:xfrm>
          <a:custGeom>
            <a:avLst/>
            <a:gdLst/>
            <a:ahLst/>
            <a:cxnLst/>
            <a:rect l="l" t="t" r="r" b="b"/>
            <a:pathLst>
              <a:path w="65428" h="110604">
                <a:moveTo>
                  <a:pt x="65428" y="92170"/>
                </a:moveTo>
                <a:cubicBezTo>
                  <a:pt x="65428" y="110604"/>
                  <a:pt x="65428" y="110604"/>
                  <a:pt x="65428" y="110604"/>
                </a:cubicBezTo>
                <a:cubicBezTo>
                  <a:pt x="0" y="110604"/>
                  <a:pt x="0" y="110604"/>
                  <a:pt x="0" y="110604"/>
                </a:cubicBezTo>
                <a:cubicBezTo>
                  <a:pt x="0" y="92170"/>
                  <a:pt x="0" y="92170"/>
                  <a:pt x="0" y="92170"/>
                </a:cubicBezTo>
                <a:cubicBezTo>
                  <a:pt x="18693" y="64519"/>
                  <a:pt x="28040" y="46084"/>
                  <a:pt x="37388" y="36868"/>
                </a:cubicBezTo>
                <a:cubicBezTo>
                  <a:pt x="37388" y="27650"/>
                  <a:pt x="37388" y="27650"/>
                  <a:pt x="37388" y="18434"/>
                </a:cubicBezTo>
                <a:cubicBezTo>
                  <a:pt x="37388" y="18434"/>
                  <a:pt x="37388" y="18434"/>
                  <a:pt x="37388" y="18434"/>
                </a:cubicBezTo>
                <a:cubicBezTo>
                  <a:pt x="37388" y="18434"/>
                  <a:pt x="37388" y="9216"/>
                  <a:pt x="37388" y="9216"/>
                </a:cubicBezTo>
                <a:cubicBezTo>
                  <a:pt x="28040" y="9216"/>
                  <a:pt x="28040" y="18434"/>
                  <a:pt x="28040" y="18434"/>
                </a:cubicBezTo>
                <a:cubicBezTo>
                  <a:pt x="28040" y="18434"/>
                  <a:pt x="28040" y="18434"/>
                  <a:pt x="28040" y="27650"/>
                </a:cubicBezTo>
                <a:cubicBezTo>
                  <a:pt x="28040" y="36868"/>
                  <a:pt x="28040" y="36868"/>
                  <a:pt x="28040" y="36868"/>
                </a:cubicBezTo>
                <a:cubicBezTo>
                  <a:pt x="0" y="36868"/>
                  <a:pt x="0" y="36868"/>
                  <a:pt x="0" y="36868"/>
                </a:cubicBezTo>
                <a:cubicBezTo>
                  <a:pt x="0" y="27650"/>
                  <a:pt x="0" y="27650"/>
                  <a:pt x="0" y="27650"/>
                </a:cubicBezTo>
                <a:cubicBezTo>
                  <a:pt x="0" y="27650"/>
                  <a:pt x="0" y="18434"/>
                  <a:pt x="0" y="18434"/>
                </a:cubicBezTo>
                <a:cubicBezTo>
                  <a:pt x="0" y="9216"/>
                  <a:pt x="9347" y="9216"/>
                  <a:pt x="9347" y="9216"/>
                </a:cubicBezTo>
                <a:cubicBezTo>
                  <a:pt x="9347" y="0"/>
                  <a:pt x="18693" y="0"/>
                  <a:pt x="18693" y="0"/>
                </a:cubicBezTo>
                <a:cubicBezTo>
                  <a:pt x="18693" y="0"/>
                  <a:pt x="28040" y="0"/>
                  <a:pt x="37388" y="0"/>
                </a:cubicBezTo>
                <a:cubicBezTo>
                  <a:pt x="46735" y="0"/>
                  <a:pt x="56081" y="0"/>
                  <a:pt x="56081" y="0"/>
                </a:cubicBezTo>
                <a:cubicBezTo>
                  <a:pt x="65428" y="9216"/>
                  <a:pt x="65428" y="18434"/>
                  <a:pt x="65428" y="27650"/>
                </a:cubicBezTo>
                <a:cubicBezTo>
                  <a:pt x="65428" y="27650"/>
                  <a:pt x="65428" y="36868"/>
                  <a:pt x="65428" y="46084"/>
                </a:cubicBezTo>
                <a:cubicBezTo>
                  <a:pt x="56081" y="55302"/>
                  <a:pt x="46735" y="64519"/>
                  <a:pt x="37388" y="92170"/>
                </a:cubicBezTo>
                <a:cubicBezTo>
                  <a:pt x="65428" y="92170"/>
                  <a:pt x="65428" y="92170"/>
                  <a:pt x="65428" y="92170"/>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71" name="Freeform 71"/>
          <p:cNvSpPr/>
          <p:nvPr/>
        </p:nvSpPr>
        <p:spPr>
          <a:xfrm>
            <a:off x="10058400" y="3162300"/>
            <a:ext cx="63870" cy="110604"/>
          </a:xfrm>
          <a:custGeom>
            <a:avLst/>
            <a:gdLst/>
            <a:ahLst/>
            <a:cxnLst/>
            <a:rect l="l" t="t" r="r" b="b"/>
            <a:pathLst>
              <a:path w="63870" h="110604">
                <a:moveTo>
                  <a:pt x="36497" y="27650"/>
                </a:moveTo>
                <a:cubicBezTo>
                  <a:pt x="36497" y="18434"/>
                  <a:pt x="36497" y="18434"/>
                  <a:pt x="36497" y="18434"/>
                </a:cubicBezTo>
                <a:cubicBezTo>
                  <a:pt x="36497" y="18434"/>
                  <a:pt x="36497" y="9216"/>
                  <a:pt x="36497" y="9216"/>
                </a:cubicBezTo>
                <a:cubicBezTo>
                  <a:pt x="27372" y="9216"/>
                  <a:pt x="27372" y="18434"/>
                  <a:pt x="27372" y="18434"/>
                </a:cubicBezTo>
                <a:cubicBezTo>
                  <a:pt x="27372" y="18434"/>
                  <a:pt x="27372" y="18434"/>
                  <a:pt x="27372" y="27650"/>
                </a:cubicBezTo>
                <a:cubicBezTo>
                  <a:pt x="27372" y="82953"/>
                  <a:pt x="27372" y="82953"/>
                  <a:pt x="27372" y="82953"/>
                </a:cubicBezTo>
                <a:cubicBezTo>
                  <a:pt x="27372" y="82953"/>
                  <a:pt x="27372" y="92170"/>
                  <a:pt x="27372" y="92170"/>
                </a:cubicBezTo>
                <a:cubicBezTo>
                  <a:pt x="27372" y="92170"/>
                  <a:pt x="27372" y="92170"/>
                  <a:pt x="36497" y="92170"/>
                </a:cubicBezTo>
                <a:cubicBezTo>
                  <a:pt x="36497" y="92170"/>
                  <a:pt x="36497" y="92170"/>
                  <a:pt x="36497" y="92170"/>
                </a:cubicBezTo>
                <a:cubicBezTo>
                  <a:pt x="36497" y="92170"/>
                  <a:pt x="36497" y="82953"/>
                  <a:pt x="36497" y="82953"/>
                </a:cubicBezTo>
                <a:cubicBezTo>
                  <a:pt x="36497" y="27650"/>
                  <a:pt x="36497" y="27650"/>
                  <a:pt x="36497" y="27650"/>
                </a:cubicBezTo>
                <a:close/>
                <a:moveTo>
                  <a:pt x="63870" y="36868"/>
                </a:moveTo>
                <a:cubicBezTo>
                  <a:pt x="63870" y="73736"/>
                  <a:pt x="63870" y="73736"/>
                  <a:pt x="63870" y="73736"/>
                </a:cubicBezTo>
                <a:cubicBezTo>
                  <a:pt x="63870" y="82953"/>
                  <a:pt x="63870" y="82953"/>
                  <a:pt x="63870" y="92170"/>
                </a:cubicBezTo>
                <a:cubicBezTo>
                  <a:pt x="63870" y="92170"/>
                  <a:pt x="63870" y="101387"/>
                  <a:pt x="54746" y="101387"/>
                </a:cubicBezTo>
                <a:cubicBezTo>
                  <a:pt x="54746" y="101387"/>
                  <a:pt x="54746" y="110604"/>
                  <a:pt x="45621" y="110604"/>
                </a:cubicBezTo>
                <a:cubicBezTo>
                  <a:pt x="45621" y="110604"/>
                  <a:pt x="36497" y="110604"/>
                  <a:pt x="36497" y="110604"/>
                </a:cubicBezTo>
                <a:cubicBezTo>
                  <a:pt x="27372" y="110604"/>
                  <a:pt x="18249" y="110604"/>
                  <a:pt x="18249" y="110604"/>
                </a:cubicBezTo>
                <a:cubicBezTo>
                  <a:pt x="18249" y="110604"/>
                  <a:pt x="9124" y="101387"/>
                  <a:pt x="9124" y="101387"/>
                </a:cubicBezTo>
                <a:cubicBezTo>
                  <a:pt x="9124" y="101387"/>
                  <a:pt x="0" y="92170"/>
                  <a:pt x="0" y="92170"/>
                </a:cubicBezTo>
                <a:cubicBezTo>
                  <a:pt x="0" y="92170"/>
                  <a:pt x="0" y="82953"/>
                  <a:pt x="0" y="73736"/>
                </a:cubicBezTo>
                <a:cubicBezTo>
                  <a:pt x="0" y="36868"/>
                  <a:pt x="0" y="36868"/>
                  <a:pt x="0" y="36868"/>
                </a:cubicBezTo>
                <a:cubicBezTo>
                  <a:pt x="0" y="27650"/>
                  <a:pt x="0" y="18434"/>
                  <a:pt x="0" y="9216"/>
                </a:cubicBezTo>
                <a:cubicBezTo>
                  <a:pt x="9124" y="9216"/>
                  <a:pt x="9124" y="0"/>
                  <a:pt x="18249" y="0"/>
                </a:cubicBezTo>
                <a:cubicBezTo>
                  <a:pt x="18249" y="0"/>
                  <a:pt x="27372" y="0"/>
                  <a:pt x="36497" y="0"/>
                </a:cubicBezTo>
                <a:cubicBezTo>
                  <a:pt x="36497" y="0"/>
                  <a:pt x="45621" y="0"/>
                  <a:pt x="45621" y="0"/>
                </a:cubicBezTo>
                <a:cubicBezTo>
                  <a:pt x="54746" y="0"/>
                  <a:pt x="54746" y="0"/>
                  <a:pt x="54746" y="9216"/>
                </a:cubicBezTo>
                <a:cubicBezTo>
                  <a:pt x="63870" y="9216"/>
                  <a:pt x="63870" y="9216"/>
                  <a:pt x="63870" y="18434"/>
                </a:cubicBezTo>
                <a:cubicBezTo>
                  <a:pt x="63870" y="18434"/>
                  <a:pt x="63870" y="27650"/>
                  <a:pt x="63870" y="36868"/>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72" name="Freeform 72"/>
          <p:cNvSpPr/>
          <p:nvPr/>
        </p:nvSpPr>
        <p:spPr>
          <a:xfrm>
            <a:off x="9448800" y="3314700"/>
            <a:ext cx="155779" cy="147991"/>
          </a:xfrm>
          <a:custGeom>
            <a:avLst/>
            <a:gdLst/>
            <a:ahLst/>
            <a:cxnLst/>
            <a:rect l="l" t="t" r="r" b="b"/>
            <a:pathLst>
              <a:path w="155779" h="147991">
                <a:moveTo>
                  <a:pt x="119125" y="92494"/>
                </a:moveTo>
                <a:cubicBezTo>
                  <a:pt x="119125" y="92494"/>
                  <a:pt x="109962" y="92494"/>
                  <a:pt x="109962" y="101744"/>
                </a:cubicBezTo>
                <a:cubicBezTo>
                  <a:pt x="109962" y="101744"/>
                  <a:pt x="119125" y="101744"/>
                  <a:pt x="119125" y="101744"/>
                </a:cubicBezTo>
                <a:cubicBezTo>
                  <a:pt x="119125" y="101744"/>
                  <a:pt x="119125" y="92494"/>
                  <a:pt x="119125" y="92494"/>
                </a:cubicBezTo>
                <a:cubicBezTo>
                  <a:pt x="119125" y="92494"/>
                  <a:pt x="119125" y="92494"/>
                  <a:pt x="119125" y="92494"/>
                </a:cubicBezTo>
                <a:close/>
                <a:moveTo>
                  <a:pt x="100799" y="36998"/>
                </a:moveTo>
                <a:cubicBezTo>
                  <a:pt x="100799" y="36998"/>
                  <a:pt x="91634" y="36998"/>
                  <a:pt x="91634" y="36998"/>
                </a:cubicBezTo>
                <a:cubicBezTo>
                  <a:pt x="91634" y="36998"/>
                  <a:pt x="91634" y="36998"/>
                  <a:pt x="91634" y="46247"/>
                </a:cubicBezTo>
                <a:cubicBezTo>
                  <a:pt x="91634" y="36998"/>
                  <a:pt x="91634" y="36998"/>
                  <a:pt x="91634" y="36998"/>
                </a:cubicBezTo>
                <a:cubicBezTo>
                  <a:pt x="91634" y="46247"/>
                  <a:pt x="82471" y="46247"/>
                  <a:pt x="82471" y="46247"/>
                </a:cubicBezTo>
                <a:cubicBezTo>
                  <a:pt x="91634" y="46247"/>
                  <a:pt x="91634" y="46247"/>
                  <a:pt x="91634" y="46247"/>
                </a:cubicBezTo>
                <a:cubicBezTo>
                  <a:pt x="100799" y="46247"/>
                  <a:pt x="91634" y="46247"/>
                  <a:pt x="100799" y="46247"/>
                </a:cubicBezTo>
                <a:cubicBezTo>
                  <a:pt x="100799" y="46247"/>
                  <a:pt x="100799" y="46247"/>
                  <a:pt x="100799" y="46247"/>
                </a:cubicBezTo>
                <a:cubicBezTo>
                  <a:pt x="100799" y="46247"/>
                  <a:pt x="100799" y="36998"/>
                  <a:pt x="100799" y="36998"/>
                </a:cubicBezTo>
                <a:cubicBezTo>
                  <a:pt x="100799" y="36998"/>
                  <a:pt x="100799" y="36998"/>
                  <a:pt x="100799" y="36998"/>
                </a:cubicBezTo>
                <a:close/>
                <a:moveTo>
                  <a:pt x="9163" y="36998"/>
                </a:moveTo>
                <a:cubicBezTo>
                  <a:pt x="9163" y="36998"/>
                  <a:pt x="9163" y="36998"/>
                  <a:pt x="9163" y="36998"/>
                </a:cubicBezTo>
                <a:cubicBezTo>
                  <a:pt x="9163" y="36998"/>
                  <a:pt x="9163" y="36998"/>
                  <a:pt x="9163" y="36998"/>
                </a:cubicBezTo>
                <a:cubicBezTo>
                  <a:pt x="9163" y="36998"/>
                  <a:pt x="18327" y="36998"/>
                  <a:pt x="18327" y="36998"/>
                </a:cubicBezTo>
                <a:cubicBezTo>
                  <a:pt x="18327" y="36998"/>
                  <a:pt x="18327" y="36998"/>
                  <a:pt x="18327" y="36998"/>
                </a:cubicBezTo>
                <a:cubicBezTo>
                  <a:pt x="18327" y="36998"/>
                  <a:pt x="18327" y="36998"/>
                  <a:pt x="27490" y="36998"/>
                </a:cubicBezTo>
                <a:cubicBezTo>
                  <a:pt x="27490" y="36998"/>
                  <a:pt x="27490" y="36998"/>
                  <a:pt x="27490" y="36998"/>
                </a:cubicBezTo>
                <a:cubicBezTo>
                  <a:pt x="36653" y="46247"/>
                  <a:pt x="36653" y="36998"/>
                  <a:pt x="36653" y="46247"/>
                </a:cubicBezTo>
                <a:cubicBezTo>
                  <a:pt x="45818" y="36998"/>
                  <a:pt x="45818" y="36998"/>
                  <a:pt x="45818" y="36998"/>
                </a:cubicBezTo>
                <a:cubicBezTo>
                  <a:pt x="45818" y="27748"/>
                  <a:pt x="45818" y="27748"/>
                  <a:pt x="45818" y="27748"/>
                </a:cubicBezTo>
                <a:cubicBezTo>
                  <a:pt x="45818" y="27748"/>
                  <a:pt x="45818" y="27748"/>
                  <a:pt x="45818" y="27748"/>
                </a:cubicBezTo>
                <a:cubicBezTo>
                  <a:pt x="45818" y="27748"/>
                  <a:pt x="45818" y="27748"/>
                  <a:pt x="45818" y="18499"/>
                </a:cubicBezTo>
                <a:cubicBezTo>
                  <a:pt x="45818" y="18499"/>
                  <a:pt x="45818" y="27748"/>
                  <a:pt x="45818" y="18499"/>
                </a:cubicBezTo>
                <a:cubicBezTo>
                  <a:pt x="54981" y="27748"/>
                  <a:pt x="54981" y="18499"/>
                  <a:pt x="54981" y="18499"/>
                </a:cubicBezTo>
                <a:cubicBezTo>
                  <a:pt x="54981" y="27748"/>
                  <a:pt x="54981" y="27748"/>
                  <a:pt x="54981" y="27748"/>
                </a:cubicBezTo>
                <a:cubicBezTo>
                  <a:pt x="64144" y="27748"/>
                  <a:pt x="64144" y="27748"/>
                  <a:pt x="64144" y="27748"/>
                </a:cubicBezTo>
                <a:cubicBezTo>
                  <a:pt x="64144" y="27748"/>
                  <a:pt x="64144" y="27748"/>
                  <a:pt x="64144" y="27748"/>
                </a:cubicBezTo>
                <a:cubicBezTo>
                  <a:pt x="64144" y="27748"/>
                  <a:pt x="64144" y="27748"/>
                  <a:pt x="64144" y="36998"/>
                </a:cubicBezTo>
                <a:cubicBezTo>
                  <a:pt x="64144" y="36998"/>
                  <a:pt x="64144" y="36998"/>
                  <a:pt x="64144" y="36998"/>
                </a:cubicBezTo>
                <a:cubicBezTo>
                  <a:pt x="64144" y="46247"/>
                  <a:pt x="64144" y="46247"/>
                  <a:pt x="64144" y="46247"/>
                </a:cubicBezTo>
                <a:cubicBezTo>
                  <a:pt x="64144" y="46247"/>
                  <a:pt x="64144" y="46247"/>
                  <a:pt x="64144" y="46247"/>
                </a:cubicBezTo>
                <a:cubicBezTo>
                  <a:pt x="54981" y="46247"/>
                  <a:pt x="64144" y="55496"/>
                  <a:pt x="64144" y="55496"/>
                </a:cubicBezTo>
                <a:cubicBezTo>
                  <a:pt x="64144" y="55496"/>
                  <a:pt x="54981" y="64746"/>
                  <a:pt x="54981" y="64746"/>
                </a:cubicBezTo>
                <a:cubicBezTo>
                  <a:pt x="54981" y="64746"/>
                  <a:pt x="54981" y="64746"/>
                  <a:pt x="54981" y="64746"/>
                </a:cubicBezTo>
                <a:cubicBezTo>
                  <a:pt x="45818" y="64746"/>
                  <a:pt x="45818" y="64746"/>
                  <a:pt x="45818" y="73995"/>
                </a:cubicBezTo>
                <a:cubicBezTo>
                  <a:pt x="45818" y="73995"/>
                  <a:pt x="45818" y="64746"/>
                  <a:pt x="45818" y="64746"/>
                </a:cubicBezTo>
                <a:cubicBezTo>
                  <a:pt x="45818" y="64746"/>
                  <a:pt x="45818" y="64746"/>
                  <a:pt x="54981" y="64746"/>
                </a:cubicBezTo>
                <a:cubicBezTo>
                  <a:pt x="54981" y="64746"/>
                  <a:pt x="54981" y="64746"/>
                  <a:pt x="54981" y="64746"/>
                </a:cubicBezTo>
                <a:cubicBezTo>
                  <a:pt x="64144" y="64746"/>
                  <a:pt x="64144" y="64746"/>
                  <a:pt x="64144" y="64746"/>
                </a:cubicBezTo>
                <a:cubicBezTo>
                  <a:pt x="64144" y="64746"/>
                  <a:pt x="64144" y="64746"/>
                  <a:pt x="64144" y="64746"/>
                </a:cubicBezTo>
                <a:cubicBezTo>
                  <a:pt x="64144" y="64746"/>
                  <a:pt x="73308" y="64746"/>
                  <a:pt x="73308" y="55496"/>
                </a:cubicBezTo>
                <a:cubicBezTo>
                  <a:pt x="73308" y="55496"/>
                  <a:pt x="73308" y="55496"/>
                  <a:pt x="73308" y="55496"/>
                </a:cubicBezTo>
                <a:cubicBezTo>
                  <a:pt x="73308" y="55496"/>
                  <a:pt x="73308" y="55496"/>
                  <a:pt x="73308" y="55496"/>
                </a:cubicBezTo>
                <a:cubicBezTo>
                  <a:pt x="64144" y="46247"/>
                  <a:pt x="73308" y="46247"/>
                  <a:pt x="64144" y="46247"/>
                </a:cubicBezTo>
                <a:cubicBezTo>
                  <a:pt x="64144" y="46247"/>
                  <a:pt x="64144" y="46247"/>
                  <a:pt x="64144" y="46247"/>
                </a:cubicBezTo>
                <a:cubicBezTo>
                  <a:pt x="64144" y="46247"/>
                  <a:pt x="64144" y="46247"/>
                  <a:pt x="64144" y="46247"/>
                </a:cubicBezTo>
                <a:cubicBezTo>
                  <a:pt x="64144" y="46247"/>
                  <a:pt x="64144" y="36998"/>
                  <a:pt x="64144" y="36998"/>
                </a:cubicBezTo>
                <a:cubicBezTo>
                  <a:pt x="64144" y="36998"/>
                  <a:pt x="64144" y="36998"/>
                  <a:pt x="64144" y="36998"/>
                </a:cubicBezTo>
                <a:cubicBezTo>
                  <a:pt x="64144" y="36998"/>
                  <a:pt x="73308" y="36998"/>
                  <a:pt x="73308" y="36998"/>
                </a:cubicBezTo>
                <a:cubicBezTo>
                  <a:pt x="73308" y="27748"/>
                  <a:pt x="64144" y="27748"/>
                  <a:pt x="64144" y="27748"/>
                </a:cubicBezTo>
                <a:cubicBezTo>
                  <a:pt x="64144" y="27748"/>
                  <a:pt x="64144" y="27748"/>
                  <a:pt x="64144" y="27748"/>
                </a:cubicBezTo>
                <a:cubicBezTo>
                  <a:pt x="64144" y="27748"/>
                  <a:pt x="64144" y="27748"/>
                  <a:pt x="64144" y="27748"/>
                </a:cubicBezTo>
                <a:cubicBezTo>
                  <a:pt x="64144" y="18499"/>
                  <a:pt x="64144" y="18499"/>
                  <a:pt x="64144" y="18499"/>
                </a:cubicBezTo>
                <a:cubicBezTo>
                  <a:pt x="64144" y="18499"/>
                  <a:pt x="64144" y="18499"/>
                  <a:pt x="64144" y="18499"/>
                </a:cubicBezTo>
                <a:cubicBezTo>
                  <a:pt x="64144" y="18499"/>
                  <a:pt x="73308" y="9249"/>
                  <a:pt x="73308" y="9249"/>
                </a:cubicBezTo>
                <a:cubicBezTo>
                  <a:pt x="73308" y="9249"/>
                  <a:pt x="73308" y="9249"/>
                  <a:pt x="73308" y="9249"/>
                </a:cubicBezTo>
                <a:cubicBezTo>
                  <a:pt x="82471" y="9249"/>
                  <a:pt x="82471" y="9249"/>
                  <a:pt x="82471" y="9249"/>
                </a:cubicBezTo>
                <a:cubicBezTo>
                  <a:pt x="82471" y="9249"/>
                  <a:pt x="82471" y="9249"/>
                  <a:pt x="82471" y="9249"/>
                </a:cubicBezTo>
                <a:cubicBezTo>
                  <a:pt x="82471" y="18499"/>
                  <a:pt x="91634" y="9249"/>
                  <a:pt x="91634" y="9249"/>
                </a:cubicBezTo>
                <a:cubicBezTo>
                  <a:pt x="100799" y="9249"/>
                  <a:pt x="91634" y="0"/>
                  <a:pt x="100799" y="0"/>
                </a:cubicBezTo>
                <a:cubicBezTo>
                  <a:pt x="100799" y="0"/>
                  <a:pt x="100799" y="0"/>
                  <a:pt x="100799" y="0"/>
                </a:cubicBezTo>
                <a:cubicBezTo>
                  <a:pt x="100799" y="0"/>
                  <a:pt x="100799" y="0"/>
                  <a:pt x="100799" y="0"/>
                </a:cubicBezTo>
                <a:cubicBezTo>
                  <a:pt x="100799" y="0"/>
                  <a:pt x="100799" y="9249"/>
                  <a:pt x="109962" y="9249"/>
                </a:cubicBezTo>
                <a:cubicBezTo>
                  <a:pt x="109962" y="9249"/>
                  <a:pt x="100799" y="9249"/>
                  <a:pt x="100799" y="18499"/>
                </a:cubicBezTo>
                <a:cubicBezTo>
                  <a:pt x="109962" y="18499"/>
                  <a:pt x="119125" y="27748"/>
                  <a:pt x="128289" y="27748"/>
                </a:cubicBezTo>
                <a:cubicBezTo>
                  <a:pt x="128289" y="27748"/>
                  <a:pt x="128289" y="27748"/>
                  <a:pt x="128289" y="27748"/>
                </a:cubicBezTo>
                <a:cubicBezTo>
                  <a:pt x="128289" y="18499"/>
                  <a:pt x="128289" y="18499"/>
                  <a:pt x="137452" y="18499"/>
                </a:cubicBezTo>
                <a:cubicBezTo>
                  <a:pt x="137452" y="18499"/>
                  <a:pt x="137452" y="18499"/>
                  <a:pt x="137452" y="18499"/>
                </a:cubicBezTo>
                <a:cubicBezTo>
                  <a:pt x="137452" y="18499"/>
                  <a:pt x="137452" y="18499"/>
                  <a:pt x="137452" y="9249"/>
                </a:cubicBezTo>
                <a:cubicBezTo>
                  <a:pt x="137452" y="9249"/>
                  <a:pt x="137452" y="9249"/>
                  <a:pt x="137452" y="9249"/>
                </a:cubicBezTo>
                <a:cubicBezTo>
                  <a:pt x="137452" y="9249"/>
                  <a:pt x="137452" y="9249"/>
                  <a:pt x="146615" y="9249"/>
                </a:cubicBezTo>
                <a:cubicBezTo>
                  <a:pt x="146615" y="9249"/>
                  <a:pt x="146615" y="9249"/>
                  <a:pt x="146615" y="9249"/>
                </a:cubicBezTo>
                <a:cubicBezTo>
                  <a:pt x="155779" y="18499"/>
                  <a:pt x="155779" y="18499"/>
                  <a:pt x="155779" y="27748"/>
                </a:cubicBezTo>
                <a:cubicBezTo>
                  <a:pt x="155779" y="27748"/>
                  <a:pt x="155779" y="27748"/>
                  <a:pt x="146615" y="36998"/>
                </a:cubicBezTo>
                <a:cubicBezTo>
                  <a:pt x="146615" y="36998"/>
                  <a:pt x="146615" y="36998"/>
                  <a:pt x="146615" y="36998"/>
                </a:cubicBezTo>
                <a:cubicBezTo>
                  <a:pt x="146615" y="36998"/>
                  <a:pt x="146615" y="36998"/>
                  <a:pt x="146615" y="36998"/>
                </a:cubicBezTo>
                <a:cubicBezTo>
                  <a:pt x="146615" y="36998"/>
                  <a:pt x="146615" y="36998"/>
                  <a:pt x="137452" y="36998"/>
                </a:cubicBezTo>
                <a:cubicBezTo>
                  <a:pt x="137452" y="46247"/>
                  <a:pt x="146615" y="46247"/>
                  <a:pt x="146615" y="46247"/>
                </a:cubicBezTo>
                <a:cubicBezTo>
                  <a:pt x="146615" y="46247"/>
                  <a:pt x="146615" y="46247"/>
                  <a:pt x="146615" y="46247"/>
                </a:cubicBezTo>
                <a:cubicBezTo>
                  <a:pt x="146615" y="46247"/>
                  <a:pt x="146615" y="46247"/>
                  <a:pt x="146615" y="46247"/>
                </a:cubicBezTo>
                <a:cubicBezTo>
                  <a:pt x="146615" y="46247"/>
                  <a:pt x="146615" y="55496"/>
                  <a:pt x="146615" y="55496"/>
                </a:cubicBezTo>
                <a:cubicBezTo>
                  <a:pt x="137452" y="55496"/>
                  <a:pt x="137452" y="55496"/>
                  <a:pt x="137452" y="55496"/>
                </a:cubicBezTo>
                <a:cubicBezTo>
                  <a:pt x="137452" y="55496"/>
                  <a:pt x="137452" y="55496"/>
                  <a:pt x="137452" y="55496"/>
                </a:cubicBezTo>
                <a:cubicBezTo>
                  <a:pt x="137452" y="55496"/>
                  <a:pt x="128289" y="55496"/>
                  <a:pt x="128289" y="55496"/>
                </a:cubicBezTo>
                <a:cubicBezTo>
                  <a:pt x="119125" y="46247"/>
                  <a:pt x="119125" y="46247"/>
                  <a:pt x="119125" y="46247"/>
                </a:cubicBezTo>
                <a:cubicBezTo>
                  <a:pt x="119125" y="46247"/>
                  <a:pt x="119125" y="46247"/>
                  <a:pt x="119125" y="46247"/>
                </a:cubicBezTo>
                <a:cubicBezTo>
                  <a:pt x="119125" y="46247"/>
                  <a:pt x="109962" y="55496"/>
                  <a:pt x="109962" y="55496"/>
                </a:cubicBezTo>
                <a:cubicBezTo>
                  <a:pt x="109962" y="55496"/>
                  <a:pt x="109962" y="55496"/>
                  <a:pt x="109962" y="55496"/>
                </a:cubicBezTo>
                <a:cubicBezTo>
                  <a:pt x="100799" y="55496"/>
                  <a:pt x="100799" y="55496"/>
                  <a:pt x="100799" y="55496"/>
                </a:cubicBezTo>
                <a:cubicBezTo>
                  <a:pt x="100799" y="55496"/>
                  <a:pt x="100799" y="55496"/>
                  <a:pt x="100799" y="55496"/>
                </a:cubicBezTo>
                <a:cubicBezTo>
                  <a:pt x="100799" y="55496"/>
                  <a:pt x="100799" y="55496"/>
                  <a:pt x="100799" y="55496"/>
                </a:cubicBezTo>
                <a:cubicBezTo>
                  <a:pt x="100799" y="55496"/>
                  <a:pt x="109962" y="64746"/>
                  <a:pt x="100799" y="64746"/>
                </a:cubicBezTo>
                <a:cubicBezTo>
                  <a:pt x="100799" y="64746"/>
                  <a:pt x="100799" y="73995"/>
                  <a:pt x="100799" y="73995"/>
                </a:cubicBezTo>
                <a:cubicBezTo>
                  <a:pt x="100799" y="73995"/>
                  <a:pt x="100799" y="64746"/>
                  <a:pt x="100799" y="64746"/>
                </a:cubicBezTo>
                <a:cubicBezTo>
                  <a:pt x="100799" y="64746"/>
                  <a:pt x="100799" y="73995"/>
                  <a:pt x="91634" y="73995"/>
                </a:cubicBezTo>
                <a:cubicBezTo>
                  <a:pt x="91634" y="64746"/>
                  <a:pt x="91634" y="64746"/>
                  <a:pt x="82471" y="73995"/>
                </a:cubicBezTo>
                <a:cubicBezTo>
                  <a:pt x="91634" y="73995"/>
                  <a:pt x="91634" y="73995"/>
                  <a:pt x="100799" y="73995"/>
                </a:cubicBezTo>
                <a:cubicBezTo>
                  <a:pt x="100799" y="73995"/>
                  <a:pt x="100799" y="73995"/>
                  <a:pt x="100799" y="73995"/>
                </a:cubicBezTo>
                <a:cubicBezTo>
                  <a:pt x="100799" y="83245"/>
                  <a:pt x="100799" y="83245"/>
                  <a:pt x="100799" y="92494"/>
                </a:cubicBezTo>
                <a:cubicBezTo>
                  <a:pt x="100799" y="92494"/>
                  <a:pt x="91634" y="92494"/>
                  <a:pt x="91634" y="92494"/>
                </a:cubicBezTo>
                <a:cubicBezTo>
                  <a:pt x="91634" y="92494"/>
                  <a:pt x="91634" y="92494"/>
                  <a:pt x="91634" y="92494"/>
                </a:cubicBezTo>
                <a:cubicBezTo>
                  <a:pt x="82471" y="92494"/>
                  <a:pt x="82471" y="92494"/>
                  <a:pt x="73308" y="92494"/>
                </a:cubicBezTo>
                <a:cubicBezTo>
                  <a:pt x="73308" y="101744"/>
                  <a:pt x="82471" y="101744"/>
                  <a:pt x="82471" y="101744"/>
                </a:cubicBezTo>
                <a:cubicBezTo>
                  <a:pt x="82471" y="101744"/>
                  <a:pt x="91634" y="101744"/>
                  <a:pt x="91634" y="92494"/>
                </a:cubicBezTo>
                <a:cubicBezTo>
                  <a:pt x="91634" y="92494"/>
                  <a:pt x="91634" y="92494"/>
                  <a:pt x="100799" y="92494"/>
                </a:cubicBezTo>
                <a:cubicBezTo>
                  <a:pt x="100799" y="92494"/>
                  <a:pt x="100799" y="92494"/>
                  <a:pt x="100799" y="92494"/>
                </a:cubicBezTo>
                <a:cubicBezTo>
                  <a:pt x="100799" y="83245"/>
                  <a:pt x="109962" y="83245"/>
                  <a:pt x="109962" y="83245"/>
                </a:cubicBezTo>
                <a:cubicBezTo>
                  <a:pt x="109962" y="83245"/>
                  <a:pt x="109962" y="83245"/>
                  <a:pt x="109962" y="83245"/>
                </a:cubicBezTo>
                <a:cubicBezTo>
                  <a:pt x="109962" y="83245"/>
                  <a:pt x="109962" y="83245"/>
                  <a:pt x="109962" y="83245"/>
                </a:cubicBezTo>
                <a:cubicBezTo>
                  <a:pt x="119125" y="73995"/>
                  <a:pt x="119125" y="73995"/>
                  <a:pt x="119125" y="73995"/>
                </a:cubicBezTo>
                <a:cubicBezTo>
                  <a:pt x="119125" y="73995"/>
                  <a:pt x="119125" y="73995"/>
                  <a:pt x="119125" y="64746"/>
                </a:cubicBezTo>
                <a:cubicBezTo>
                  <a:pt x="119125" y="64746"/>
                  <a:pt x="119125" y="64746"/>
                  <a:pt x="128289" y="64746"/>
                </a:cubicBezTo>
                <a:cubicBezTo>
                  <a:pt x="128289" y="64746"/>
                  <a:pt x="128289" y="73995"/>
                  <a:pt x="128289" y="73995"/>
                </a:cubicBezTo>
                <a:cubicBezTo>
                  <a:pt x="128289" y="73995"/>
                  <a:pt x="128289" y="73995"/>
                  <a:pt x="128289" y="73995"/>
                </a:cubicBezTo>
                <a:cubicBezTo>
                  <a:pt x="128289" y="83245"/>
                  <a:pt x="128289" y="83245"/>
                  <a:pt x="128289" y="83245"/>
                </a:cubicBezTo>
                <a:cubicBezTo>
                  <a:pt x="128289" y="83245"/>
                  <a:pt x="128289" y="83245"/>
                  <a:pt x="128289" y="92494"/>
                </a:cubicBezTo>
                <a:cubicBezTo>
                  <a:pt x="128289" y="92494"/>
                  <a:pt x="128289" y="92494"/>
                  <a:pt x="128289" y="92494"/>
                </a:cubicBezTo>
                <a:cubicBezTo>
                  <a:pt x="128289" y="101744"/>
                  <a:pt x="128289" y="101744"/>
                  <a:pt x="128289" y="101744"/>
                </a:cubicBezTo>
                <a:cubicBezTo>
                  <a:pt x="128289" y="110993"/>
                  <a:pt x="128289" y="110993"/>
                  <a:pt x="128289" y="110993"/>
                </a:cubicBezTo>
                <a:cubicBezTo>
                  <a:pt x="128289" y="110993"/>
                  <a:pt x="128289" y="110993"/>
                  <a:pt x="128289" y="110993"/>
                </a:cubicBezTo>
                <a:cubicBezTo>
                  <a:pt x="128289" y="110993"/>
                  <a:pt x="119125" y="110993"/>
                  <a:pt x="119125" y="110993"/>
                </a:cubicBezTo>
                <a:cubicBezTo>
                  <a:pt x="119125" y="110993"/>
                  <a:pt x="119125" y="110993"/>
                  <a:pt x="119125" y="110993"/>
                </a:cubicBezTo>
                <a:cubicBezTo>
                  <a:pt x="119125" y="110993"/>
                  <a:pt x="119125" y="110993"/>
                  <a:pt x="119125" y="110993"/>
                </a:cubicBezTo>
                <a:cubicBezTo>
                  <a:pt x="119125" y="110993"/>
                  <a:pt x="109962" y="110993"/>
                  <a:pt x="109962" y="110993"/>
                </a:cubicBezTo>
                <a:cubicBezTo>
                  <a:pt x="109962" y="110993"/>
                  <a:pt x="109962" y="110993"/>
                  <a:pt x="109962" y="110993"/>
                </a:cubicBezTo>
                <a:cubicBezTo>
                  <a:pt x="100799" y="110993"/>
                  <a:pt x="100799" y="110993"/>
                  <a:pt x="91634" y="110993"/>
                </a:cubicBezTo>
                <a:cubicBezTo>
                  <a:pt x="91634" y="110993"/>
                  <a:pt x="91634" y="110993"/>
                  <a:pt x="91634" y="110993"/>
                </a:cubicBezTo>
                <a:cubicBezTo>
                  <a:pt x="91634" y="110993"/>
                  <a:pt x="82471" y="110993"/>
                  <a:pt x="82471" y="120242"/>
                </a:cubicBezTo>
                <a:cubicBezTo>
                  <a:pt x="82471" y="120242"/>
                  <a:pt x="82471" y="120242"/>
                  <a:pt x="91634" y="120242"/>
                </a:cubicBezTo>
                <a:cubicBezTo>
                  <a:pt x="91634" y="120242"/>
                  <a:pt x="91634" y="120242"/>
                  <a:pt x="91634" y="120242"/>
                </a:cubicBezTo>
                <a:cubicBezTo>
                  <a:pt x="100799" y="129492"/>
                  <a:pt x="100799" y="129492"/>
                  <a:pt x="100799" y="129492"/>
                </a:cubicBezTo>
                <a:cubicBezTo>
                  <a:pt x="100799" y="129492"/>
                  <a:pt x="100799" y="129492"/>
                  <a:pt x="100799" y="129492"/>
                </a:cubicBezTo>
                <a:cubicBezTo>
                  <a:pt x="100799" y="129492"/>
                  <a:pt x="100799" y="129492"/>
                  <a:pt x="100799" y="129492"/>
                </a:cubicBezTo>
                <a:cubicBezTo>
                  <a:pt x="100799" y="138741"/>
                  <a:pt x="100799" y="138741"/>
                  <a:pt x="100799" y="138741"/>
                </a:cubicBezTo>
                <a:cubicBezTo>
                  <a:pt x="109962" y="138741"/>
                  <a:pt x="100799" y="147991"/>
                  <a:pt x="100799" y="147991"/>
                </a:cubicBezTo>
                <a:cubicBezTo>
                  <a:pt x="100799" y="147991"/>
                  <a:pt x="91634" y="147991"/>
                  <a:pt x="91634" y="147991"/>
                </a:cubicBezTo>
                <a:cubicBezTo>
                  <a:pt x="91634" y="147991"/>
                  <a:pt x="91634" y="147991"/>
                  <a:pt x="91634" y="147991"/>
                </a:cubicBezTo>
                <a:cubicBezTo>
                  <a:pt x="91634" y="147991"/>
                  <a:pt x="91634" y="147991"/>
                  <a:pt x="91634" y="147991"/>
                </a:cubicBezTo>
                <a:cubicBezTo>
                  <a:pt x="91634" y="147991"/>
                  <a:pt x="91634" y="147991"/>
                  <a:pt x="91634" y="147991"/>
                </a:cubicBezTo>
                <a:cubicBezTo>
                  <a:pt x="82471" y="147991"/>
                  <a:pt x="82471" y="138741"/>
                  <a:pt x="82471" y="138741"/>
                </a:cubicBezTo>
                <a:cubicBezTo>
                  <a:pt x="82471" y="138741"/>
                  <a:pt x="82471" y="138741"/>
                  <a:pt x="82471" y="138741"/>
                </a:cubicBezTo>
                <a:cubicBezTo>
                  <a:pt x="82471" y="138741"/>
                  <a:pt x="73308" y="138741"/>
                  <a:pt x="73308" y="138741"/>
                </a:cubicBezTo>
                <a:cubicBezTo>
                  <a:pt x="73308" y="138741"/>
                  <a:pt x="73308" y="138741"/>
                  <a:pt x="73308" y="138741"/>
                </a:cubicBezTo>
                <a:cubicBezTo>
                  <a:pt x="73308" y="129492"/>
                  <a:pt x="64144" y="129492"/>
                  <a:pt x="64144" y="129492"/>
                </a:cubicBezTo>
                <a:cubicBezTo>
                  <a:pt x="64144" y="129492"/>
                  <a:pt x="64144" y="129492"/>
                  <a:pt x="54981" y="129492"/>
                </a:cubicBezTo>
                <a:cubicBezTo>
                  <a:pt x="54981" y="129492"/>
                  <a:pt x="45818" y="129492"/>
                  <a:pt x="45818" y="120242"/>
                </a:cubicBezTo>
                <a:cubicBezTo>
                  <a:pt x="45818" y="120242"/>
                  <a:pt x="45818" y="120242"/>
                  <a:pt x="45818" y="120242"/>
                </a:cubicBezTo>
                <a:cubicBezTo>
                  <a:pt x="54981" y="120242"/>
                  <a:pt x="54981" y="120242"/>
                  <a:pt x="54981" y="120242"/>
                </a:cubicBezTo>
                <a:cubicBezTo>
                  <a:pt x="54981" y="120242"/>
                  <a:pt x="54981" y="129492"/>
                  <a:pt x="64144" y="120242"/>
                </a:cubicBezTo>
                <a:cubicBezTo>
                  <a:pt x="64144" y="120242"/>
                  <a:pt x="54981" y="120242"/>
                  <a:pt x="64144" y="110993"/>
                </a:cubicBezTo>
                <a:cubicBezTo>
                  <a:pt x="64144" y="110993"/>
                  <a:pt x="64144" y="110993"/>
                  <a:pt x="64144" y="110993"/>
                </a:cubicBezTo>
                <a:cubicBezTo>
                  <a:pt x="73308" y="110993"/>
                  <a:pt x="73308" y="110993"/>
                  <a:pt x="73308" y="110993"/>
                </a:cubicBezTo>
                <a:cubicBezTo>
                  <a:pt x="73308" y="101744"/>
                  <a:pt x="73308" y="101744"/>
                  <a:pt x="73308" y="101744"/>
                </a:cubicBezTo>
                <a:cubicBezTo>
                  <a:pt x="73308" y="101744"/>
                  <a:pt x="73308" y="101744"/>
                  <a:pt x="73308" y="101744"/>
                </a:cubicBezTo>
                <a:cubicBezTo>
                  <a:pt x="73308" y="101744"/>
                  <a:pt x="73308" y="101744"/>
                  <a:pt x="73308" y="101744"/>
                </a:cubicBezTo>
                <a:cubicBezTo>
                  <a:pt x="64144" y="92494"/>
                  <a:pt x="64144" y="101744"/>
                  <a:pt x="64144" y="101744"/>
                </a:cubicBezTo>
                <a:cubicBezTo>
                  <a:pt x="64144" y="101744"/>
                  <a:pt x="64144" y="101744"/>
                  <a:pt x="64144" y="101744"/>
                </a:cubicBezTo>
                <a:cubicBezTo>
                  <a:pt x="64144" y="101744"/>
                  <a:pt x="64144" y="101744"/>
                  <a:pt x="64144" y="110993"/>
                </a:cubicBezTo>
                <a:cubicBezTo>
                  <a:pt x="64144" y="110993"/>
                  <a:pt x="64144" y="110993"/>
                  <a:pt x="64144" y="110993"/>
                </a:cubicBezTo>
                <a:cubicBezTo>
                  <a:pt x="54981" y="110993"/>
                  <a:pt x="45818" y="110993"/>
                  <a:pt x="45818" y="101744"/>
                </a:cubicBezTo>
                <a:cubicBezTo>
                  <a:pt x="45818" y="101744"/>
                  <a:pt x="45818" y="101744"/>
                  <a:pt x="45818" y="92494"/>
                </a:cubicBezTo>
                <a:cubicBezTo>
                  <a:pt x="45818" y="92494"/>
                  <a:pt x="45818" y="92494"/>
                  <a:pt x="54981" y="92494"/>
                </a:cubicBezTo>
                <a:cubicBezTo>
                  <a:pt x="54981" y="83245"/>
                  <a:pt x="54981" y="83245"/>
                  <a:pt x="64144" y="83245"/>
                </a:cubicBezTo>
                <a:cubicBezTo>
                  <a:pt x="64144" y="83245"/>
                  <a:pt x="64144" y="83245"/>
                  <a:pt x="64144" y="83245"/>
                </a:cubicBezTo>
                <a:cubicBezTo>
                  <a:pt x="73308" y="83245"/>
                  <a:pt x="64144" y="83245"/>
                  <a:pt x="73308" y="83245"/>
                </a:cubicBezTo>
                <a:cubicBezTo>
                  <a:pt x="73308" y="83245"/>
                  <a:pt x="73308" y="83245"/>
                  <a:pt x="73308" y="83245"/>
                </a:cubicBezTo>
                <a:cubicBezTo>
                  <a:pt x="73308" y="83245"/>
                  <a:pt x="73308" y="83245"/>
                  <a:pt x="73308" y="83245"/>
                </a:cubicBezTo>
                <a:cubicBezTo>
                  <a:pt x="64144" y="83245"/>
                  <a:pt x="64144" y="83245"/>
                  <a:pt x="64144" y="83245"/>
                </a:cubicBezTo>
                <a:cubicBezTo>
                  <a:pt x="54981" y="83245"/>
                  <a:pt x="54981" y="83245"/>
                  <a:pt x="54981" y="83245"/>
                </a:cubicBezTo>
                <a:cubicBezTo>
                  <a:pt x="54981" y="83245"/>
                  <a:pt x="54981" y="83245"/>
                  <a:pt x="54981" y="83245"/>
                </a:cubicBezTo>
                <a:cubicBezTo>
                  <a:pt x="54981" y="83245"/>
                  <a:pt x="54981" y="83245"/>
                  <a:pt x="45818" y="83245"/>
                </a:cubicBezTo>
                <a:cubicBezTo>
                  <a:pt x="45818" y="92494"/>
                  <a:pt x="45818" y="92494"/>
                  <a:pt x="45818" y="92494"/>
                </a:cubicBezTo>
                <a:cubicBezTo>
                  <a:pt x="45818" y="92494"/>
                  <a:pt x="45818" y="92494"/>
                  <a:pt x="45818" y="92494"/>
                </a:cubicBezTo>
                <a:cubicBezTo>
                  <a:pt x="45818" y="92494"/>
                  <a:pt x="36653" y="92494"/>
                  <a:pt x="36653" y="92494"/>
                </a:cubicBezTo>
                <a:cubicBezTo>
                  <a:pt x="27490" y="92494"/>
                  <a:pt x="36653" y="83245"/>
                  <a:pt x="36653" y="83245"/>
                </a:cubicBezTo>
                <a:cubicBezTo>
                  <a:pt x="27490" y="83245"/>
                  <a:pt x="27490" y="83245"/>
                  <a:pt x="27490" y="83245"/>
                </a:cubicBezTo>
                <a:cubicBezTo>
                  <a:pt x="27490" y="83245"/>
                  <a:pt x="18327" y="83245"/>
                  <a:pt x="18327" y="83245"/>
                </a:cubicBezTo>
                <a:cubicBezTo>
                  <a:pt x="18327" y="83245"/>
                  <a:pt x="18327" y="83245"/>
                  <a:pt x="18327" y="83245"/>
                </a:cubicBezTo>
                <a:cubicBezTo>
                  <a:pt x="18327" y="83245"/>
                  <a:pt x="9163" y="83245"/>
                  <a:pt x="9163" y="83245"/>
                </a:cubicBezTo>
                <a:cubicBezTo>
                  <a:pt x="9163" y="83245"/>
                  <a:pt x="9163" y="83245"/>
                  <a:pt x="9163" y="83245"/>
                </a:cubicBezTo>
                <a:cubicBezTo>
                  <a:pt x="9163" y="83245"/>
                  <a:pt x="9163" y="92494"/>
                  <a:pt x="9163" y="83245"/>
                </a:cubicBezTo>
                <a:cubicBezTo>
                  <a:pt x="9163" y="83245"/>
                  <a:pt x="9163" y="83245"/>
                  <a:pt x="9163" y="83245"/>
                </a:cubicBezTo>
                <a:cubicBezTo>
                  <a:pt x="9163" y="83245"/>
                  <a:pt x="9163" y="83245"/>
                  <a:pt x="9163" y="92494"/>
                </a:cubicBezTo>
                <a:cubicBezTo>
                  <a:pt x="0" y="83245"/>
                  <a:pt x="0" y="83245"/>
                  <a:pt x="0" y="83245"/>
                </a:cubicBezTo>
                <a:cubicBezTo>
                  <a:pt x="0" y="83245"/>
                  <a:pt x="0" y="83245"/>
                  <a:pt x="0" y="83245"/>
                </a:cubicBezTo>
                <a:cubicBezTo>
                  <a:pt x="0" y="83245"/>
                  <a:pt x="0" y="83245"/>
                  <a:pt x="0" y="83245"/>
                </a:cubicBezTo>
                <a:cubicBezTo>
                  <a:pt x="0" y="83245"/>
                  <a:pt x="0" y="73995"/>
                  <a:pt x="0" y="73995"/>
                </a:cubicBezTo>
                <a:cubicBezTo>
                  <a:pt x="0" y="73995"/>
                  <a:pt x="0" y="73995"/>
                  <a:pt x="0" y="73995"/>
                </a:cubicBezTo>
                <a:cubicBezTo>
                  <a:pt x="0" y="64746"/>
                  <a:pt x="9163" y="73995"/>
                  <a:pt x="9163" y="73995"/>
                </a:cubicBezTo>
                <a:cubicBezTo>
                  <a:pt x="9163" y="64746"/>
                  <a:pt x="18327" y="64746"/>
                  <a:pt x="18327" y="64746"/>
                </a:cubicBezTo>
                <a:cubicBezTo>
                  <a:pt x="27490" y="64746"/>
                  <a:pt x="27490" y="64746"/>
                  <a:pt x="27490" y="55496"/>
                </a:cubicBezTo>
                <a:cubicBezTo>
                  <a:pt x="27490" y="55496"/>
                  <a:pt x="18327" y="55496"/>
                  <a:pt x="18327" y="55496"/>
                </a:cubicBezTo>
                <a:cubicBezTo>
                  <a:pt x="18327" y="55496"/>
                  <a:pt x="18327" y="46247"/>
                  <a:pt x="9163" y="46247"/>
                </a:cubicBezTo>
                <a:cubicBezTo>
                  <a:pt x="9163" y="46247"/>
                  <a:pt x="9163" y="46247"/>
                  <a:pt x="9163" y="46247"/>
                </a:cubicBezTo>
                <a:cubicBezTo>
                  <a:pt x="9163" y="46247"/>
                  <a:pt x="9163" y="46247"/>
                  <a:pt x="9163" y="46247"/>
                </a:cubicBezTo>
                <a:cubicBezTo>
                  <a:pt x="9163" y="46247"/>
                  <a:pt x="9163" y="36998"/>
                  <a:pt x="9163" y="36998"/>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73" name="Freeform 73"/>
          <p:cNvSpPr/>
          <p:nvPr/>
        </p:nvSpPr>
        <p:spPr>
          <a:xfrm>
            <a:off x="9461500" y="3416300"/>
            <a:ext cx="65428" cy="65428"/>
          </a:xfrm>
          <a:custGeom>
            <a:avLst/>
            <a:gdLst/>
            <a:ahLst/>
            <a:cxnLst/>
            <a:rect l="l" t="t" r="r" b="b"/>
            <a:pathLst>
              <a:path w="65428" h="65428">
                <a:moveTo>
                  <a:pt x="65428" y="56081"/>
                </a:moveTo>
                <a:cubicBezTo>
                  <a:pt x="65428" y="56081"/>
                  <a:pt x="65428" y="56081"/>
                  <a:pt x="65428" y="65428"/>
                </a:cubicBezTo>
                <a:cubicBezTo>
                  <a:pt x="56081" y="65428"/>
                  <a:pt x="56081" y="65428"/>
                  <a:pt x="56081" y="65428"/>
                </a:cubicBezTo>
                <a:cubicBezTo>
                  <a:pt x="56081" y="65428"/>
                  <a:pt x="56081" y="56081"/>
                  <a:pt x="46735" y="56081"/>
                </a:cubicBezTo>
                <a:cubicBezTo>
                  <a:pt x="46735" y="56081"/>
                  <a:pt x="46735" y="46735"/>
                  <a:pt x="46735" y="46735"/>
                </a:cubicBezTo>
                <a:cubicBezTo>
                  <a:pt x="46735" y="46735"/>
                  <a:pt x="46735" y="46735"/>
                  <a:pt x="46735" y="46735"/>
                </a:cubicBezTo>
                <a:cubicBezTo>
                  <a:pt x="46735" y="46735"/>
                  <a:pt x="46735" y="46735"/>
                  <a:pt x="37388" y="37388"/>
                </a:cubicBezTo>
                <a:cubicBezTo>
                  <a:pt x="37388" y="37388"/>
                  <a:pt x="37388" y="37388"/>
                  <a:pt x="37388" y="28040"/>
                </a:cubicBezTo>
                <a:cubicBezTo>
                  <a:pt x="28040" y="28040"/>
                  <a:pt x="28040" y="28040"/>
                  <a:pt x="28040" y="28040"/>
                </a:cubicBezTo>
                <a:cubicBezTo>
                  <a:pt x="18693" y="28040"/>
                  <a:pt x="18693" y="28040"/>
                  <a:pt x="18693" y="28040"/>
                </a:cubicBezTo>
                <a:cubicBezTo>
                  <a:pt x="9347" y="28040"/>
                  <a:pt x="9347" y="28040"/>
                  <a:pt x="9347" y="28040"/>
                </a:cubicBezTo>
                <a:cubicBezTo>
                  <a:pt x="9347" y="28040"/>
                  <a:pt x="9347" y="28040"/>
                  <a:pt x="9347" y="28040"/>
                </a:cubicBezTo>
                <a:cubicBezTo>
                  <a:pt x="9347" y="28040"/>
                  <a:pt x="9347" y="28040"/>
                  <a:pt x="0" y="18693"/>
                </a:cubicBezTo>
                <a:cubicBezTo>
                  <a:pt x="0" y="18693"/>
                  <a:pt x="0" y="18693"/>
                  <a:pt x="0" y="9347"/>
                </a:cubicBezTo>
                <a:cubicBezTo>
                  <a:pt x="0" y="9347"/>
                  <a:pt x="0" y="9347"/>
                  <a:pt x="0" y="9347"/>
                </a:cubicBezTo>
                <a:cubicBezTo>
                  <a:pt x="0" y="9347"/>
                  <a:pt x="0" y="0"/>
                  <a:pt x="0" y="0"/>
                </a:cubicBezTo>
                <a:cubicBezTo>
                  <a:pt x="0" y="0"/>
                  <a:pt x="9347" y="0"/>
                  <a:pt x="9347" y="0"/>
                </a:cubicBezTo>
                <a:cubicBezTo>
                  <a:pt x="9347" y="0"/>
                  <a:pt x="9347" y="9347"/>
                  <a:pt x="9347" y="9347"/>
                </a:cubicBezTo>
                <a:cubicBezTo>
                  <a:pt x="9347" y="9347"/>
                  <a:pt x="9347" y="9347"/>
                  <a:pt x="18693" y="9347"/>
                </a:cubicBezTo>
                <a:cubicBezTo>
                  <a:pt x="18693" y="9347"/>
                  <a:pt x="18693" y="9347"/>
                  <a:pt x="18693" y="9347"/>
                </a:cubicBezTo>
                <a:cubicBezTo>
                  <a:pt x="18693" y="9347"/>
                  <a:pt x="18693" y="18693"/>
                  <a:pt x="18693" y="18693"/>
                </a:cubicBezTo>
                <a:cubicBezTo>
                  <a:pt x="28040" y="18693"/>
                  <a:pt x="28040" y="28040"/>
                  <a:pt x="37388" y="28040"/>
                </a:cubicBezTo>
                <a:cubicBezTo>
                  <a:pt x="37388" y="28040"/>
                  <a:pt x="37388" y="28040"/>
                  <a:pt x="37388" y="28040"/>
                </a:cubicBezTo>
                <a:cubicBezTo>
                  <a:pt x="37388" y="28040"/>
                  <a:pt x="37388" y="28040"/>
                  <a:pt x="37388" y="28040"/>
                </a:cubicBezTo>
                <a:cubicBezTo>
                  <a:pt x="37388" y="28040"/>
                  <a:pt x="37388" y="37388"/>
                  <a:pt x="46735" y="37388"/>
                </a:cubicBezTo>
                <a:cubicBezTo>
                  <a:pt x="46735" y="37388"/>
                  <a:pt x="46735" y="37388"/>
                  <a:pt x="46735" y="37388"/>
                </a:cubicBezTo>
                <a:cubicBezTo>
                  <a:pt x="46735" y="37388"/>
                  <a:pt x="56081" y="37388"/>
                  <a:pt x="56081" y="37388"/>
                </a:cubicBezTo>
                <a:cubicBezTo>
                  <a:pt x="56081" y="37388"/>
                  <a:pt x="56081" y="37388"/>
                  <a:pt x="56081" y="37388"/>
                </a:cubicBezTo>
                <a:cubicBezTo>
                  <a:pt x="56081" y="46735"/>
                  <a:pt x="56081" y="46735"/>
                  <a:pt x="56081" y="46735"/>
                </a:cubicBezTo>
                <a:cubicBezTo>
                  <a:pt x="56081" y="46735"/>
                  <a:pt x="56081" y="46735"/>
                  <a:pt x="65428" y="46735"/>
                </a:cubicBezTo>
                <a:cubicBezTo>
                  <a:pt x="65428" y="46735"/>
                  <a:pt x="65428" y="46735"/>
                  <a:pt x="65428" y="56081"/>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74" name="Freeform 74"/>
          <p:cNvSpPr/>
          <p:nvPr/>
        </p:nvSpPr>
        <p:spPr>
          <a:xfrm>
            <a:off x="9436100" y="3403600"/>
            <a:ext cx="28042" cy="26483"/>
          </a:xfrm>
          <a:custGeom>
            <a:avLst/>
            <a:gdLst/>
            <a:ahLst/>
            <a:cxnLst/>
            <a:rect l="l" t="t" r="r" b="b"/>
            <a:pathLst>
              <a:path w="28042" h="26483">
                <a:moveTo>
                  <a:pt x="28042" y="17656"/>
                </a:moveTo>
                <a:cubicBezTo>
                  <a:pt x="28042" y="17656"/>
                  <a:pt x="28042" y="17656"/>
                  <a:pt x="28042" y="17656"/>
                </a:cubicBezTo>
                <a:cubicBezTo>
                  <a:pt x="28042" y="17656"/>
                  <a:pt x="28042" y="17656"/>
                  <a:pt x="28042" y="17656"/>
                </a:cubicBezTo>
                <a:cubicBezTo>
                  <a:pt x="28042" y="17656"/>
                  <a:pt x="28042" y="17656"/>
                  <a:pt x="28042" y="17656"/>
                </a:cubicBezTo>
                <a:cubicBezTo>
                  <a:pt x="28042" y="17656"/>
                  <a:pt x="28042" y="17656"/>
                  <a:pt x="18694" y="26483"/>
                </a:cubicBezTo>
                <a:cubicBezTo>
                  <a:pt x="18694" y="17656"/>
                  <a:pt x="18694" y="17656"/>
                  <a:pt x="18694" y="17656"/>
                </a:cubicBezTo>
                <a:cubicBezTo>
                  <a:pt x="18694" y="17656"/>
                  <a:pt x="18694" y="26483"/>
                  <a:pt x="18694" y="26483"/>
                </a:cubicBezTo>
                <a:cubicBezTo>
                  <a:pt x="18694" y="26483"/>
                  <a:pt x="9347" y="17656"/>
                  <a:pt x="9347" y="17656"/>
                </a:cubicBezTo>
                <a:cubicBezTo>
                  <a:pt x="9347" y="17656"/>
                  <a:pt x="9347" y="17656"/>
                  <a:pt x="9347" y="8828"/>
                </a:cubicBezTo>
                <a:cubicBezTo>
                  <a:pt x="9347" y="8828"/>
                  <a:pt x="9347" y="8828"/>
                  <a:pt x="0" y="8828"/>
                </a:cubicBezTo>
                <a:cubicBezTo>
                  <a:pt x="0" y="8828"/>
                  <a:pt x="0" y="8828"/>
                  <a:pt x="9347" y="8828"/>
                </a:cubicBezTo>
                <a:cubicBezTo>
                  <a:pt x="9347" y="8828"/>
                  <a:pt x="0" y="8828"/>
                  <a:pt x="0" y="8828"/>
                </a:cubicBezTo>
                <a:cubicBezTo>
                  <a:pt x="0" y="0"/>
                  <a:pt x="0" y="0"/>
                  <a:pt x="0" y="0"/>
                </a:cubicBezTo>
                <a:cubicBezTo>
                  <a:pt x="9347" y="0"/>
                  <a:pt x="9347" y="0"/>
                  <a:pt x="9347" y="0"/>
                </a:cubicBezTo>
                <a:cubicBezTo>
                  <a:pt x="9347" y="0"/>
                  <a:pt x="9347" y="0"/>
                  <a:pt x="9347" y="0"/>
                </a:cubicBezTo>
                <a:cubicBezTo>
                  <a:pt x="9347" y="0"/>
                  <a:pt x="9347" y="0"/>
                  <a:pt x="9347" y="0"/>
                </a:cubicBezTo>
                <a:cubicBezTo>
                  <a:pt x="9347" y="0"/>
                  <a:pt x="9347" y="0"/>
                  <a:pt x="9347" y="0"/>
                </a:cubicBezTo>
                <a:cubicBezTo>
                  <a:pt x="9347" y="0"/>
                  <a:pt x="9347" y="8828"/>
                  <a:pt x="18694" y="8828"/>
                </a:cubicBezTo>
                <a:cubicBezTo>
                  <a:pt x="18694" y="8828"/>
                  <a:pt x="18694" y="8828"/>
                  <a:pt x="18694" y="8828"/>
                </a:cubicBezTo>
                <a:cubicBezTo>
                  <a:pt x="18694" y="8828"/>
                  <a:pt x="18694" y="8828"/>
                  <a:pt x="18694" y="8828"/>
                </a:cubicBezTo>
                <a:cubicBezTo>
                  <a:pt x="18694" y="8828"/>
                  <a:pt x="18694" y="8828"/>
                  <a:pt x="18694" y="8828"/>
                </a:cubicBezTo>
                <a:cubicBezTo>
                  <a:pt x="28042" y="8828"/>
                  <a:pt x="28042" y="8828"/>
                  <a:pt x="28042" y="8828"/>
                </a:cubicBezTo>
                <a:cubicBezTo>
                  <a:pt x="28042" y="8828"/>
                  <a:pt x="28042" y="8828"/>
                  <a:pt x="28042" y="8828"/>
                </a:cubicBezTo>
                <a:cubicBezTo>
                  <a:pt x="28042" y="8828"/>
                  <a:pt x="28042" y="8828"/>
                  <a:pt x="28042" y="17656"/>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75" name="Freeform 75"/>
          <p:cNvSpPr/>
          <p:nvPr/>
        </p:nvSpPr>
        <p:spPr>
          <a:xfrm>
            <a:off x="9715500" y="3479800"/>
            <a:ext cx="101257" cy="74774"/>
          </a:xfrm>
          <a:custGeom>
            <a:avLst/>
            <a:gdLst/>
            <a:ahLst/>
            <a:cxnLst/>
            <a:rect l="l" t="t" r="r" b="b"/>
            <a:pathLst>
              <a:path w="101257" h="74774">
                <a:moveTo>
                  <a:pt x="92052" y="56081"/>
                </a:moveTo>
                <a:cubicBezTo>
                  <a:pt x="92052" y="56081"/>
                  <a:pt x="92052" y="56081"/>
                  <a:pt x="92052" y="56081"/>
                </a:cubicBezTo>
                <a:cubicBezTo>
                  <a:pt x="82847" y="56081"/>
                  <a:pt x="82847" y="56081"/>
                  <a:pt x="82847" y="56081"/>
                </a:cubicBezTo>
                <a:cubicBezTo>
                  <a:pt x="82847" y="46733"/>
                  <a:pt x="82847" y="46733"/>
                  <a:pt x="82847" y="46733"/>
                </a:cubicBezTo>
                <a:cubicBezTo>
                  <a:pt x="82847" y="46733"/>
                  <a:pt x="82847" y="46733"/>
                  <a:pt x="82847" y="46733"/>
                </a:cubicBezTo>
                <a:cubicBezTo>
                  <a:pt x="82847" y="46733"/>
                  <a:pt x="82847" y="46733"/>
                  <a:pt x="82847" y="46733"/>
                </a:cubicBezTo>
                <a:cubicBezTo>
                  <a:pt x="82847" y="46733"/>
                  <a:pt x="82847" y="46733"/>
                  <a:pt x="82847" y="46733"/>
                </a:cubicBezTo>
                <a:cubicBezTo>
                  <a:pt x="73641" y="46733"/>
                  <a:pt x="73641" y="46733"/>
                  <a:pt x="73641" y="37388"/>
                </a:cubicBezTo>
                <a:cubicBezTo>
                  <a:pt x="73641" y="37388"/>
                  <a:pt x="73641" y="37388"/>
                  <a:pt x="82847" y="37388"/>
                </a:cubicBezTo>
                <a:cubicBezTo>
                  <a:pt x="82847" y="37388"/>
                  <a:pt x="82847" y="37388"/>
                  <a:pt x="82847" y="37388"/>
                </a:cubicBezTo>
                <a:cubicBezTo>
                  <a:pt x="82847" y="37388"/>
                  <a:pt x="82847" y="28040"/>
                  <a:pt x="82847" y="28040"/>
                </a:cubicBezTo>
                <a:cubicBezTo>
                  <a:pt x="82847" y="28040"/>
                  <a:pt x="82847" y="28040"/>
                  <a:pt x="82847" y="28040"/>
                </a:cubicBezTo>
                <a:cubicBezTo>
                  <a:pt x="82847" y="28040"/>
                  <a:pt x="82847" y="28040"/>
                  <a:pt x="82847" y="18693"/>
                </a:cubicBezTo>
                <a:cubicBezTo>
                  <a:pt x="82847" y="18693"/>
                  <a:pt x="82847" y="18693"/>
                  <a:pt x="82847" y="18693"/>
                </a:cubicBezTo>
                <a:cubicBezTo>
                  <a:pt x="82847" y="18693"/>
                  <a:pt x="82847" y="18693"/>
                  <a:pt x="82847" y="18693"/>
                </a:cubicBezTo>
                <a:cubicBezTo>
                  <a:pt x="82847" y="18693"/>
                  <a:pt x="82847" y="18693"/>
                  <a:pt x="82847" y="9347"/>
                </a:cubicBezTo>
                <a:cubicBezTo>
                  <a:pt x="73641" y="9347"/>
                  <a:pt x="73641" y="9347"/>
                  <a:pt x="73641" y="9347"/>
                </a:cubicBezTo>
                <a:cubicBezTo>
                  <a:pt x="73641" y="9347"/>
                  <a:pt x="73641" y="9347"/>
                  <a:pt x="73641" y="0"/>
                </a:cubicBezTo>
                <a:cubicBezTo>
                  <a:pt x="73641" y="0"/>
                  <a:pt x="73641" y="0"/>
                  <a:pt x="73641" y="0"/>
                </a:cubicBezTo>
                <a:cubicBezTo>
                  <a:pt x="73641" y="0"/>
                  <a:pt x="73641" y="0"/>
                  <a:pt x="73641" y="0"/>
                </a:cubicBezTo>
                <a:cubicBezTo>
                  <a:pt x="73641" y="0"/>
                  <a:pt x="73641" y="0"/>
                  <a:pt x="73641" y="0"/>
                </a:cubicBezTo>
                <a:cubicBezTo>
                  <a:pt x="73641" y="0"/>
                  <a:pt x="73641" y="0"/>
                  <a:pt x="73641" y="0"/>
                </a:cubicBezTo>
                <a:cubicBezTo>
                  <a:pt x="73641" y="0"/>
                  <a:pt x="73641" y="0"/>
                  <a:pt x="73641" y="0"/>
                </a:cubicBezTo>
                <a:cubicBezTo>
                  <a:pt x="73641" y="0"/>
                  <a:pt x="64436" y="0"/>
                  <a:pt x="64436" y="0"/>
                </a:cubicBezTo>
                <a:cubicBezTo>
                  <a:pt x="64436" y="0"/>
                  <a:pt x="64436" y="0"/>
                  <a:pt x="55231" y="0"/>
                </a:cubicBezTo>
                <a:cubicBezTo>
                  <a:pt x="55231" y="9347"/>
                  <a:pt x="55231" y="18693"/>
                  <a:pt x="55231" y="18693"/>
                </a:cubicBezTo>
                <a:cubicBezTo>
                  <a:pt x="55231" y="18693"/>
                  <a:pt x="55231" y="28040"/>
                  <a:pt x="55231" y="28040"/>
                </a:cubicBezTo>
                <a:cubicBezTo>
                  <a:pt x="55231" y="28040"/>
                  <a:pt x="55231" y="28040"/>
                  <a:pt x="46026" y="28040"/>
                </a:cubicBezTo>
                <a:cubicBezTo>
                  <a:pt x="46026" y="28040"/>
                  <a:pt x="46026" y="28040"/>
                  <a:pt x="46026" y="28040"/>
                </a:cubicBezTo>
                <a:cubicBezTo>
                  <a:pt x="46026" y="28040"/>
                  <a:pt x="46026" y="28040"/>
                  <a:pt x="46026" y="37388"/>
                </a:cubicBezTo>
                <a:cubicBezTo>
                  <a:pt x="46026" y="37388"/>
                  <a:pt x="46026" y="37388"/>
                  <a:pt x="46026" y="37388"/>
                </a:cubicBezTo>
                <a:cubicBezTo>
                  <a:pt x="46026" y="37388"/>
                  <a:pt x="46026" y="37388"/>
                  <a:pt x="46026" y="37388"/>
                </a:cubicBezTo>
                <a:cubicBezTo>
                  <a:pt x="46026" y="37388"/>
                  <a:pt x="46026" y="37388"/>
                  <a:pt x="46026" y="37388"/>
                </a:cubicBezTo>
                <a:cubicBezTo>
                  <a:pt x="46026" y="37388"/>
                  <a:pt x="46026" y="37388"/>
                  <a:pt x="36821" y="37388"/>
                </a:cubicBezTo>
                <a:cubicBezTo>
                  <a:pt x="36821" y="37388"/>
                  <a:pt x="36821" y="37388"/>
                  <a:pt x="36821" y="37388"/>
                </a:cubicBezTo>
                <a:cubicBezTo>
                  <a:pt x="36821" y="37388"/>
                  <a:pt x="36821" y="37388"/>
                  <a:pt x="36821" y="37388"/>
                </a:cubicBezTo>
                <a:cubicBezTo>
                  <a:pt x="36821" y="37388"/>
                  <a:pt x="36821" y="37388"/>
                  <a:pt x="36821" y="37388"/>
                </a:cubicBezTo>
                <a:cubicBezTo>
                  <a:pt x="36821" y="28040"/>
                  <a:pt x="36821" y="28040"/>
                  <a:pt x="36821" y="18693"/>
                </a:cubicBezTo>
                <a:cubicBezTo>
                  <a:pt x="36821" y="18693"/>
                  <a:pt x="36821" y="18693"/>
                  <a:pt x="36821" y="18693"/>
                </a:cubicBezTo>
                <a:cubicBezTo>
                  <a:pt x="36821" y="18693"/>
                  <a:pt x="36821" y="9347"/>
                  <a:pt x="36821" y="9347"/>
                </a:cubicBezTo>
                <a:cubicBezTo>
                  <a:pt x="36821" y="9347"/>
                  <a:pt x="36821" y="9347"/>
                  <a:pt x="36821" y="9347"/>
                </a:cubicBezTo>
                <a:cubicBezTo>
                  <a:pt x="36821" y="9347"/>
                  <a:pt x="36821" y="9347"/>
                  <a:pt x="36821" y="9347"/>
                </a:cubicBezTo>
                <a:cubicBezTo>
                  <a:pt x="27616" y="9347"/>
                  <a:pt x="27616" y="9347"/>
                  <a:pt x="27616" y="9347"/>
                </a:cubicBezTo>
                <a:cubicBezTo>
                  <a:pt x="27616" y="9347"/>
                  <a:pt x="27616" y="18693"/>
                  <a:pt x="27616" y="18693"/>
                </a:cubicBezTo>
                <a:cubicBezTo>
                  <a:pt x="18410" y="18693"/>
                  <a:pt x="18410" y="18693"/>
                  <a:pt x="18410" y="18693"/>
                </a:cubicBezTo>
                <a:cubicBezTo>
                  <a:pt x="18410" y="18693"/>
                  <a:pt x="9205" y="28040"/>
                  <a:pt x="9205" y="28040"/>
                </a:cubicBezTo>
                <a:cubicBezTo>
                  <a:pt x="9205" y="28040"/>
                  <a:pt x="9205" y="28040"/>
                  <a:pt x="9205" y="28040"/>
                </a:cubicBezTo>
                <a:cubicBezTo>
                  <a:pt x="9205" y="28040"/>
                  <a:pt x="9205" y="28040"/>
                  <a:pt x="9205" y="28040"/>
                </a:cubicBezTo>
                <a:cubicBezTo>
                  <a:pt x="9205" y="28040"/>
                  <a:pt x="0" y="28040"/>
                  <a:pt x="0" y="28040"/>
                </a:cubicBezTo>
                <a:cubicBezTo>
                  <a:pt x="0" y="28040"/>
                  <a:pt x="0" y="28040"/>
                  <a:pt x="0" y="28040"/>
                </a:cubicBezTo>
                <a:cubicBezTo>
                  <a:pt x="0" y="28040"/>
                  <a:pt x="0" y="37388"/>
                  <a:pt x="0" y="37388"/>
                </a:cubicBezTo>
                <a:cubicBezTo>
                  <a:pt x="0" y="37388"/>
                  <a:pt x="0" y="37388"/>
                  <a:pt x="0" y="37388"/>
                </a:cubicBezTo>
                <a:cubicBezTo>
                  <a:pt x="0" y="37388"/>
                  <a:pt x="0" y="37388"/>
                  <a:pt x="0" y="37388"/>
                </a:cubicBezTo>
                <a:cubicBezTo>
                  <a:pt x="0" y="46733"/>
                  <a:pt x="0" y="46733"/>
                  <a:pt x="9205" y="46733"/>
                </a:cubicBezTo>
                <a:cubicBezTo>
                  <a:pt x="9205" y="46733"/>
                  <a:pt x="9205" y="46733"/>
                  <a:pt x="9205" y="56081"/>
                </a:cubicBezTo>
                <a:cubicBezTo>
                  <a:pt x="9205" y="56081"/>
                  <a:pt x="9205" y="56081"/>
                  <a:pt x="9205" y="56081"/>
                </a:cubicBezTo>
                <a:cubicBezTo>
                  <a:pt x="9205" y="56081"/>
                  <a:pt x="9205" y="56081"/>
                  <a:pt x="9205" y="56081"/>
                </a:cubicBezTo>
                <a:cubicBezTo>
                  <a:pt x="9205" y="56081"/>
                  <a:pt x="9205" y="56081"/>
                  <a:pt x="9205" y="56081"/>
                </a:cubicBezTo>
                <a:cubicBezTo>
                  <a:pt x="9205" y="56081"/>
                  <a:pt x="18410" y="56081"/>
                  <a:pt x="18410" y="56081"/>
                </a:cubicBezTo>
                <a:cubicBezTo>
                  <a:pt x="18410" y="56081"/>
                  <a:pt x="18410" y="56081"/>
                  <a:pt x="18410" y="56081"/>
                </a:cubicBezTo>
                <a:cubicBezTo>
                  <a:pt x="18410" y="56081"/>
                  <a:pt x="18410" y="65428"/>
                  <a:pt x="18410" y="65428"/>
                </a:cubicBezTo>
                <a:cubicBezTo>
                  <a:pt x="18410" y="65428"/>
                  <a:pt x="18410" y="56081"/>
                  <a:pt x="18410" y="56081"/>
                </a:cubicBezTo>
                <a:cubicBezTo>
                  <a:pt x="18410" y="56081"/>
                  <a:pt x="18410" y="56081"/>
                  <a:pt x="18410" y="56081"/>
                </a:cubicBezTo>
                <a:cubicBezTo>
                  <a:pt x="18410" y="56081"/>
                  <a:pt x="18410" y="56081"/>
                  <a:pt x="18410" y="56081"/>
                </a:cubicBezTo>
                <a:cubicBezTo>
                  <a:pt x="18410" y="56081"/>
                  <a:pt x="18410" y="56081"/>
                  <a:pt x="18410" y="56081"/>
                </a:cubicBezTo>
                <a:cubicBezTo>
                  <a:pt x="27616" y="56081"/>
                  <a:pt x="27616" y="56081"/>
                  <a:pt x="27616" y="56081"/>
                </a:cubicBezTo>
                <a:cubicBezTo>
                  <a:pt x="27616" y="46733"/>
                  <a:pt x="27616" y="46733"/>
                  <a:pt x="27616" y="46733"/>
                </a:cubicBezTo>
                <a:cubicBezTo>
                  <a:pt x="27616" y="46733"/>
                  <a:pt x="27616" y="46733"/>
                  <a:pt x="27616" y="46733"/>
                </a:cubicBezTo>
                <a:cubicBezTo>
                  <a:pt x="27616" y="46733"/>
                  <a:pt x="36821" y="46733"/>
                  <a:pt x="36821" y="46733"/>
                </a:cubicBezTo>
                <a:cubicBezTo>
                  <a:pt x="36821" y="56081"/>
                  <a:pt x="36821" y="56081"/>
                  <a:pt x="46026" y="56081"/>
                </a:cubicBezTo>
                <a:cubicBezTo>
                  <a:pt x="46026" y="56081"/>
                  <a:pt x="55231" y="56081"/>
                  <a:pt x="55231" y="56081"/>
                </a:cubicBezTo>
                <a:cubicBezTo>
                  <a:pt x="55231" y="56081"/>
                  <a:pt x="55231" y="56081"/>
                  <a:pt x="64436" y="56081"/>
                </a:cubicBezTo>
                <a:cubicBezTo>
                  <a:pt x="64436" y="56081"/>
                  <a:pt x="64436" y="56081"/>
                  <a:pt x="64436" y="56081"/>
                </a:cubicBezTo>
                <a:cubicBezTo>
                  <a:pt x="64436" y="56081"/>
                  <a:pt x="64436" y="65428"/>
                  <a:pt x="73641" y="65428"/>
                </a:cubicBezTo>
                <a:cubicBezTo>
                  <a:pt x="73641" y="65428"/>
                  <a:pt x="73641" y="65428"/>
                  <a:pt x="73641" y="65428"/>
                </a:cubicBezTo>
                <a:cubicBezTo>
                  <a:pt x="73641" y="65428"/>
                  <a:pt x="73641" y="65428"/>
                  <a:pt x="82847" y="65428"/>
                </a:cubicBezTo>
                <a:cubicBezTo>
                  <a:pt x="82847" y="65428"/>
                  <a:pt x="92052" y="74774"/>
                  <a:pt x="92052" y="74774"/>
                </a:cubicBezTo>
                <a:cubicBezTo>
                  <a:pt x="92052" y="74774"/>
                  <a:pt x="92052" y="65428"/>
                  <a:pt x="92052" y="65428"/>
                </a:cubicBezTo>
                <a:cubicBezTo>
                  <a:pt x="92052" y="65428"/>
                  <a:pt x="92052" y="65428"/>
                  <a:pt x="92052" y="65428"/>
                </a:cubicBezTo>
                <a:cubicBezTo>
                  <a:pt x="92052" y="65428"/>
                  <a:pt x="101257" y="65428"/>
                  <a:pt x="92052" y="65428"/>
                </a:cubicBezTo>
                <a:cubicBezTo>
                  <a:pt x="92052" y="56081"/>
                  <a:pt x="92052" y="56081"/>
                  <a:pt x="92052" y="56081"/>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76" name="Freeform 76"/>
          <p:cNvSpPr/>
          <p:nvPr/>
        </p:nvSpPr>
        <p:spPr>
          <a:xfrm>
            <a:off x="9804400" y="3505200"/>
            <a:ext cx="37388" cy="56079"/>
          </a:xfrm>
          <a:custGeom>
            <a:avLst/>
            <a:gdLst/>
            <a:ahLst/>
            <a:cxnLst/>
            <a:rect l="l" t="t" r="r" b="b"/>
            <a:pathLst>
              <a:path w="37388" h="56079">
                <a:moveTo>
                  <a:pt x="37388" y="28040"/>
                </a:moveTo>
                <a:cubicBezTo>
                  <a:pt x="37388" y="28040"/>
                  <a:pt x="37388" y="28040"/>
                  <a:pt x="37388" y="18693"/>
                </a:cubicBezTo>
                <a:cubicBezTo>
                  <a:pt x="37388" y="18693"/>
                  <a:pt x="37388" y="18693"/>
                  <a:pt x="37388" y="18693"/>
                </a:cubicBezTo>
                <a:cubicBezTo>
                  <a:pt x="37388" y="18693"/>
                  <a:pt x="37388" y="18693"/>
                  <a:pt x="37388" y="18693"/>
                </a:cubicBezTo>
                <a:cubicBezTo>
                  <a:pt x="37388" y="18693"/>
                  <a:pt x="37388" y="18693"/>
                  <a:pt x="37388" y="18693"/>
                </a:cubicBezTo>
                <a:cubicBezTo>
                  <a:pt x="37388" y="9347"/>
                  <a:pt x="37388" y="9347"/>
                  <a:pt x="28040" y="9347"/>
                </a:cubicBezTo>
                <a:cubicBezTo>
                  <a:pt x="28040" y="9347"/>
                  <a:pt x="28040" y="9347"/>
                  <a:pt x="28040" y="9347"/>
                </a:cubicBezTo>
                <a:cubicBezTo>
                  <a:pt x="28040" y="9347"/>
                  <a:pt x="28040" y="9347"/>
                  <a:pt x="28040" y="0"/>
                </a:cubicBezTo>
                <a:cubicBezTo>
                  <a:pt x="28040" y="0"/>
                  <a:pt x="28040" y="0"/>
                  <a:pt x="28040" y="0"/>
                </a:cubicBezTo>
                <a:cubicBezTo>
                  <a:pt x="28040" y="0"/>
                  <a:pt x="28040" y="0"/>
                  <a:pt x="28040" y="0"/>
                </a:cubicBezTo>
                <a:cubicBezTo>
                  <a:pt x="28040" y="0"/>
                  <a:pt x="18693" y="0"/>
                  <a:pt x="18693" y="9347"/>
                </a:cubicBezTo>
                <a:cubicBezTo>
                  <a:pt x="18693" y="9347"/>
                  <a:pt x="18693" y="9347"/>
                  <a:pt x="18693" y="9347"/>
                </a:cubicBezTo>
                <a:cubicBezTo>
                  <a:pt x="18693" y="9347"/>
                  <a:pt x="18693" y="9347"/>
                  <a:pt x="18693" y="9347"/>
                </a:cubicBezTo>
                <a:cubicBezTo>
                  <a:pt x="18693" y="9347"/>
                  <a:pt x="18693" y="18693"/>
                  <a:pt x="18693" y="18693"/>
                </a:cubicBezTo>
                <a:cubicBezTo>
                  <a:pt x="18693" y="18693"/>
                  <a:pt x="18693" y="18693"/>
                  <a:pt x="18693" y="18693"/>
                </a:cubicBezTo>
                <a:cubicBezTo>
                  <a:pt x="18693" y="18693"/>
                  <a:pt x="18693" y="18693"/>
                  <a:pt x="18693" y="28040"/>
                </a:cubicBezTo>
                <a:cubicBezTo>
                  <a:pt x="9347" y="28040"/>
                  <a:pt x="9347" y="28040"/>
                  <a:pt x="9347" y="28040"/>
                </a:cubicBezTo>
                <a:cubicBezTo>
                  <a:pt x="9347" y="28040"/>
                  <a:pt x="9347" y="28040"/>
                  <a:pt x="9347" y="37386"/>
                </a:cubicBezTo>
                <a:cubicBezTo>
                  <a:pt x="9347" y="37386"/>
                  <a:pt x="9347" y="37386"/>
                  <a:pt x="9347" y="37386"/>
                </a:cubicBezTo>
                <a:cubicBezTo>
                  <a:pt x="9347" y="37386"/>
                  <a:pt x="0" y="46733"/>
                  <a:pt x="9347" y="46733"/>
                </a:cubicBezTo>
                <a:cubicBezTo>
                  <a:pt x="9347" y="46733"/>
                  <a:pt x="9347" y="56079"/>
                  <a:pt x="18693" y="56079"/>
                </a:cubicBezTo>
                <a:cubicBezTo>
                  <a:pt x="18693" y="56079"/>
                  <a:pt x="18693" y="56079"/>
                  <a:pt x="18693" y="56079"/>
                </a:cubicBezTo>
                <a:cubicBezTo>
                  <a:pt x="18693" y="56079"/>
                  <a:pt x="18693" y="56079"/>
                  <a:pt x="18693" y="56079"/>
                </a:cubicBezTo>
                <a:cubicBezTo>
                  <a:pt x="18693" y="56079"/>
                  <a:pt x="18693" y="56079"/>
                  <a:pt x="18693" y="56079"/>
                </a:cubicBezTo>
                <a:cubicBezTo>
                  <a:pt x="18693" y="46733"/>
                  <a:pt x="28040" y="46733"/>
                  <a:pt x="28040" y="46733"/>
                </a:cubicBezTo>
                <a:cubicBezTo>
                  <a:pt x="28040" y="46733"/>
                  <a:pt x="28040" y="46733"/>
                  <a:pt x="28040" y="46733"/>
                </a:cubicBezTo>
                <a:cubicBezTo>
                  <a:pt x="28040" y="46733"/>
                  <a:pt x="28040" y="46733"/>
                  <a:pt x="28040" y="37386"/>
                </a:cubicBezTo>
                <a:cubicBezTo>
                  <a:pt x="28040" y="37386"/>
                  <a:pt x="37388" y="28040"/>
                  <a:pt x="37388" y="28040"/>
                </a:cubicBezTo>
                <a:cubicBezTo>
                  <a:pt x="37388" y="28040"/>
                  <a:pt x="37388" y="28040"/>
                  <a:pt x="37388" y="28040"/>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77" name="Freeform 77"/>
          <p:cNvSpPr/>
          <p:nvPr/>
        </p:nvSpPr>
        <p:spPr>
          <a:xfrm>
            <a:off x="10299700" y="3416300"/>
            <a:ext cx="37388" cy="37388"/>
          </a:xfrm>
          <a:custGeom>
            <a:avLst/>
            <a:gdLst/>
            <a:ahLst/>
            <a:cxnLst/>
            <a:rect l="l" t="t" r="r" b="b"/>
            <a:pathLst>
              <a:path w="37388" h="37388">
                <a:moveTo>
                  <a:pt x="9347" y="9347"/>
                </a:moveTo>
                <a:cubicBezTo>
                  <a:pt x="9347" y="0"/>
                  <a:pt x="18693" y="0"/>
                  <a:pt x="18693" y="0"/>
                </a:cubicBezTo>
                <a:cubicBezTo>
                  <a:pt x="18693" y="0"/>
                  <a:pt x="18693" y="0"/>
                  <a:pt x="18693" y="0"/>
                </a:cubicBezTo>
                <a:cubicBezTo>
                  <a:pt x="28040" y="9347"/>
                  <a:pt x="28040" y="9347"/>
                  <a:pt x="28040" y="18693"/>
                </a:cubicBezTo>
                <a:cubicBezTo>
                  <a:pt x="37388" y="18693"/>
                  <a:pt x="37388" y="18693"/>
                  <a:pt x="37388" y="18693"/>
                </a:cubicBezTo>
                <a:cubicBezTo>
                  <a:pt x="37388" y="28040"/>
                  <a:pt x="37388" y="28040"/>
                  <a:pt x="37388" y="28040"/>
                </a:cubicBezTo>
                <a:cubicBezTo>
                  <a:pt x="37388" y="28040"/>
                  <a:pt x="37388" y="37388"/>
                  <a:pt x="37388" y="37388"/>
                </a:cubicBezTo>
                <a:cubicBezTo>
                  <a:pt x="37388" y="37388"/>
                  <a:pt x="28040" y="37388"/>
                  <a:pt x="28040" y="37388"/>
                </a:cubicBezTo>
                <a:cubicBezTo>
                  <a:pt x="28040" y="37388"/>
                  <a:pt x="18693" y="37388"/>
                  <a:pt x="18693" y="37388"/>
                </a:cubicBezTo>
                <a:cubicBezTo>
                  <a:pt x="18693" y="37388"/>
                  <a:pt x="18693" y="37388"/>
                  <a:pt x="18693" y="37388"/>
                </a:cubicBezTo>
                <a:cubicBezTo>
                  <a:pt x="18693" y="37388"/>
                  <a:pt x="18693" y="28040"/>
                  <a:pt x="18693" y="28040"/>
                </a:cubicBezTo>
                <a:cubicBezTo>
                  <a:pt x="9347" y="28040"/>
                  <a:pt x="9347" y="28040"/>
                  <a:pt x="9347" y="18693"/>
                </a:cubicBezTo>
                <a:cubicBezTo>
                  <a:pt x="9347" y="18693"/>
                  <a:pt x="0" y="18693"/>
                  <a:pt x="0" y="9347"/>
                </a:cubicBezTo>
                <a:cubicBezTo>
                  <a:pt x="0" y="9347"/>
                  <a:pt x="9347" y="9347"/>
                  <a:pt x="9347" y="9347"/>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78" name="Freeform 78"/>
          <p:cNvSpPr/>
          <p:nvPr/>
        </p:nvSpPr>
        <p:spPr>
          <a:xfrm>
            <a:off x="10287000" y="3314700"/>
            <a:ext cx="155779" cy="166684"/>
          </a:xfrm>
          <a:custGeom>
            <a:avLst/>
            <a:gdLst/>
            <a:ahLst/>
            <a:cxnLst/>
            <a:rect l="l" t="t" r="r" b="b"/>
            <a:pathLst>
              <a:path w="155779" h="166684">
                <a:moveTo>
                  <a:pt x="109962" y="148163"/>
                </a:moveTo>
                <a:cubicBezTo>
                  <a:pt x="109962" y="148163"/>
                  <a:pt x="109962" y="148163"/>
                  <a:pt x="109962" y="148163"/>
                </a:cubicBezTo>
                <a:cubicBezTo>
                  <a:pt x="119125" y="148163"/>
                  <a:pt x="119125" y="148163"/>
                  <a:pt x="119125" y="148163"/>
                </a:cubicBezTo>
                <a:cubicBezTo>
                  <a:pt x="119125" y="138904"/>
                  <a:pt x="119125" y="138904"/>
                  <a:pt x="119125" y="129643"/>
                </a:cubicBezTo>
                <a:cubicBezTo>
                  <a:pt x="119125" y="129643"/>
                  <a:pt x="119125" y="129643"/>
                  <a:pt x="119125" y="129643"/>
                </a:cubicBezTo>
                <a:cubicBezTo>
                  <a:pt x="119125" y="129643"/>
                  <a:pt x="109962" y="129643"/>
                  <a:pt x="109962" y="129643"/>
                </a:cubicBezTo>
                <a:cubicBezTo>
                  <a:pt x="109962" y="129643"/>
                  <a:pt x="109962" y="129643"/>
                  <a:pt x="109962" y="129643"/>
                </a:cubicBezTo>
                <a:cubicBezTo>
                  <a:pt x="109962" y="138904"/>
                  <a:pt x="109962" y="138904"/>
                  <a:pt x="109962" y="138904"/>
                </a:cubicBezTo>
                <a:cubicBezTo>
                  <a:pt x="109962" y="138904"/>
                  <a:pt x="109962" y="138904"/>
                  <a:pt x="109962" y="138904"/>
                </a:cubicBezTo>
                <a:cubicBezTo>
                  <a:pt x="109962" y="138904"/>
                  <a:pt x="100799" y="138904"/>
                  <a:pt x="100799" y="138904"/>
                </a:cubicBezTo>
                <a:cubicBezTo>
                  <a:pt x="100799" y="148163"/>
                  <a:pt x="100799" y="148163"/>
                  <a:pt x="100799" y="148163"/>
                </a:cubicBezTo>
                <a:cubicBezTo>
                  <a:pt x="100799" y="148163"/>
                  <a:pt x="100799" y="148163"/>
                  <a:pt x="109962" y="148163"/>
                </a:cubicBezTo>
                <a:close/>
                <a:moveTo>
                  <a:pt x="54981" y="46302"/>
                </a:moveTo>
                <a:cubicBezTo>
                  <a:pt x="54981" y="55561"/>
                  <a:pt x="54981" y="64822"/>
                  <a:pt x="64144" y="64822"/>
                </a:cubicBezTo>
                <a:cubicBezTo>
                  <a:pt x="64144" y="64822"/>
                  <a:pt x="73308" y="64822"/>
                  <a:pt x="73308" y="55561"/>
                </a:cubicBezTo>
                <a:cubicBezTo>
                  <a:pt x="73308" y="55561"/>
                  <a:pt x="73308" y="55561"/>
                  <a:pt x="73308" y="55561"/>
                </a:cubicBezTo>
                <a:cubicBezTo>
                  <a:pt x="64144" y="55561"/>
                  <a:pt x="64144" y="55561"/>
                  <a:pt x="64144" y="55561"/>
                </a:cubicBezTo>
                <a:cubicBezTo>
                  <a:pt x="64144" y="55561"/>
                  <a:pt x="64144" y="55561"/>
                  <a:pt x="54981" y="55561"/>
                </a:cubicBezTo>
                <a:cubicBezTo>
                  <a:pt x="54981" y="46302"/>
                  <a:pt x="54981" y="46302"/>
                  <a:pt x="54981" y="46302"/>
                </a:cubicBezTo>
                <a:cubicBezTo>
                  <a:pt x="54981" y="46302"/>
                  <a:pt x="54981" y="46302"/>
                  <a:pt x="54981" y="46302"/>
                </a:cubicBezTo>
                <a:close/>
                <a:moveTo>
                  <a:pt x="64144" y="46302"/>
                </a:moveTo>
                <a:cubicBezTo>
                  <a:pt x="64144" y="46302"/>
                  <a:pt x="64144" y="46302"/>
                  <a:pt x="64144" y="46302"/>
                </a:cubicBezTo>
                <a:cubicBezTo>
                  <a:pt x="64144" y="46302"/>
                  <a:pt x="64144" y="46302"/>
                  <a:pt x="64144" y="46302"/>
                </a:cubicBezTo>
                <a:cubicBezTo>
                  <a:pt x="64144" y="37041"/>
                  <a:pt x="64144" y="37041"/>
                  <a:pt x="64144" y="37041"/>
                </a:cubicBezTo>
                <a:cubicBezTo>
                  <a:pt x="64144" y="37041"/>
                  <a:pt x="64144" y="37041"/>
                  <a:pt x="64144" y="46302"/>
                </a:cubicBezTo>
                <a:close/>
                <a:moveTo>
                  <a:pt x="27490" y="9261"/>
                </a:moveTo>
                <a:cubicBezTo>
                  <a:pt x="27490" y="9261"/>
                  <a:pt x="27490" y="9261"/>
                  <a:pt x="36653" y="0"/>
                </a:cubicBezTo>
                <a:cubicBezTo>
                  <a:pt x="36653" y="9261"/>
                  <a:pt x="36653" y="9261"/>
                  <a:pt x="36653" y="9261"/>
                </a:cubicBezTo>
                <a:cubicBezTo>
                  <a:pt x="36653" y="9261"/>
                  <a:pt x="36653" y="9261"/>
                  <a:pt x="36653" y="9261"/>
                </a:cubicBezTo>
                <a:cubicBezTo>
                  <a:pt x="36653" y="18520"/>
                  <a:pt x="36653" y="18520"/>
                  <a:pt x="36653" y="18520"/>
                </a:cubicBezTo>
                <a:cubicBezTo>
                  <a:pt x="36653" y="18520"/>
                  <a:pt x="27490" y="27781"/>
                  <a:pt x="27490" y="27781"/>
                </a:cubicBezTo>
                <a:cubicBezTo>
                  <a:pt x="27490" y="27781"/>
                  <a:pt x="27490" y="27781"/>
                  <a:pt x="27490" y="27781"/>
                </a:cubicBezTo>
                <a:cubicBezTo>
                  <a:pt x="27490" y="27781"/>
                  <a:pt x="27490" y="27781"/>
                  <a:pt x="27490" y="37041"/>
                </a:cubicBezTo>
                <a:cubicBezTo>
                  <a:pt x="36653" y="37041"/>
                  <a:pt x="36653" y="37041"/>
                  <a:pt x="36653" y="37041"/>
                </a:cubicBezTo>
                <a:cubicBezTo>
                  <a:pt x="36653" y="37041"/>
                  <a:pt x="36653" y="37041"/>
                  <a:pt x="45818" y="37041"/>
                </a:cubicBezTo>
                <a:cubicBezTo>
                  <a:pt x="45818" y="37041"/>
                  <a:pt x="45818" y="37041"/>
                  <a:pt x="45818" y="37041"/>
                </a:cubicBezTo>
                <a:cubicBezTo>
                  <a:pt x="45818" y="37041"/>
                  <a:pt x="45818" y="37041"/>
                  <a:pt x="45818" y="37041"/>
                </a:cubicBezTo>
                <a:cubicBezTo>
                  <a:pt x="45818" y="37041"/>
                  <a:pt x="45818" y="37041"/>
                  <a:pt x="54981" y="37041"/>
                </a:cubicBezTo>
                <a:cubicBezTo>
                  <a:pt x="54981" y="27781"/>
                  <a:pt x="54981" y="27781"/>
                  <a:pt x="64144" y="37041"/>
                </a:cubicBezTo>
                <a:cubicBezTo>
                  <a:pt x="54981" y="27781"/>
                  <a:pt x="54981" y="27781"/>
                  <a:pt x="54981" y="18520"/>
                </a:cubicBezTo>
                <a:cubicBezTo>
                  <a:pt x="45818" y="18520"/>
                  <a:pt x="45818" y="18520"/>
                  <a:pt x="45818" y="18520"/>
                </a:cubicBezTo>
                <a:cubicBezTo>
                  <a:pt x="45818" y="18520"/>
                  <a:pt x="45818" y="18520"/>
                  <a:pt x="45818" y="27781"/>
                </a:cubicBezTo>
                <a:cubicBezTo>
                  <a:pt x="45818" y="27781"/>
                  <a:pt x="45818" y="27781"/>
                  <a:pt x="45818" y="27781"/>
                </a:cubicBezTo>
                <a:cubicBezTo>
                  <a:pt x="45818" y="37041"/>
                  <a:pt x="45818" y="37041"/>
                  <a:pt x="36653" y="37041"/>
                </a:cubicBezTo>
                <a:cubicBezTo>
                  <a:pt x="36653" y="37041"/>
                  <a:pt x="36653" y="37041"/>
                  <a:pt x="36653" y="27781"/>
                </a:cubicBezTo>
                <a:cubicBezTo>
                  <a:pt x="36653" y="27781"/>
                  <a:pt x="36653" y="27781"/>
                  <a:pt x="36653" y="27781"/>
                </a:cubicBezTo>
                <a:cubicBezTo>
                  <a:pt x="36653" y="18520"/>
                  <a:pt x="36653" y="9261"/>
                  <a:pt x="45818" y="9261"/>
                </a:cubicBezTo>
                <a:cubicBezTo>
                  <a:pt x="45818" y="9261"/>
                  <a:pt x="45818" y="9261"/>
                  <a:pt x="54981" y="9261"/>
                </a:cubicBezTo>
                <a:cubicBezTo>
                  <a:pt x="54981" y="9261"/>
                  <a:pt x="54981" y="9261"/>
                  <a:pt x="64144" y="9261"/>
                </a:cubicBezTo>
                <a:cubicBezTo>
                  <a:pt x="64144" y="9261"/>
                  <a:pt x="64144" y="9261"/>
                  <a:pt x="64144" y="9261"/>
                </a:cubicBezTo>
                <a:cubicBezTo>
                  <a:pt x="64144" y="9261"/>
                  <a:pt x="64144" y="18520"/>
                  <a:pt x="64144" y="18520"/>
                </a:cubicBezTo>
                <a:cubicBezTo>
                  <a:pt x="64144" y="18520"/>
                  <a:pt x="73308" y="18520"/>
                  <a:pt x="73308" y="27781"/>
                </a:cubicBezTo>
                <a:cubicBezTo>
                  <a:pt x="73308" y="27781"/>
                  <a:pt x="73308" y="37041"/>
                  <a:pt x="73308" y="37041"/>
                </a:cubicBezTo>
                <a:cubicBezTo>
                  <a:pt x="73308" y="37041"/>
                  <a:pt x="82471" y="37041"/>
                  <a:pt x="82471" y="46302"/>
                </a:cubicBezTo>
                <a:cubicBezTo>
                  <a:pt x="82471" y="46302"/>
                  <a:pt x="82471" y="46302"/>
                  <a:pt x="82471" y="46302"/>
                </a:cubicBezTo>
                <a:cubicBezTo>
                  <a:pt x="82471" y="46302"/>
                  <a:pt x="82471" y="46302"/>
                  <a:pt x="82471" y="46302"/>
                </a:cubicBezTo>
                <a:cubicBezTo>
                  <a:pt x="82471" y="46302"/>
                  <a:pt x="82471" y="46302"/>
                  <a:pt x="82471" y="46302"/>
                </a:cubicBezTo>
                <a:cubicBezTo>
                  <a:pt x="91634" y="37041"/>
                  <a:pt x="91634" y="37041"/>
                  <a:pt x="91634" y="37041"/>
                </a:cubicBezTo>
                <a:cubicBezTo>
                  <a:pt x="91634" y="37041"/>
                  <a:pt x="100799" y="37041"/>
                  <a:pt x="100799" y="37041"/>
                </a:cubicBezTo>
                <a:cubicBezTo>
                  <a:pt x="109962" y="37041"/>
                  <a:pt x="109962" y="27781"/>
                  <a:pt x="109962" y="27781"/>
                </a:cubicBezTo>
                <a:cubicBezTo>
                  <a:pt x="109962" y="37041"/>
                  <a:pt x="119125" y="37041"/>
                  <a:pt x="119125" y="37041"/>
                </a:cubicBezTo>
                <a:cubicBezTo>
                  <a:pt x="119125" y="37041"/>
                  <a:pt x="119125" y="37041"/>
                  <a:pt x="119125" y="37041"/>
                </a:cubicBezTo>
                <a:cubicBezTo>
                  <a:pt x="119125" y="46302"/>
                  <a:pt x="109962" y="46302"/>
                  <a:pt x="109962" y="55561"/>
                </a:cubicBezTo>
                <a:cubicBezTo>
                  <a:pt x="109962" y="64822"/>
                  <a:pt x="100799" y="64822"/>
                  <a:pt x="100799" y="74082"/>
                </a:cubicBezTo>
                <a:cubicBezTo>
                  <a:pt x="100799" y="74082"/>
                  <a:pt x="100799" y="83342"/>
                  <a:pt x="100799" y="83342"/>
                </a:cubicBezTo>
                <a:cubicBezTo>
                  <a:pt x="100799" y="83342"/>
                  <a:pt x="109962" y="83342"/>
                  <a:pt x="109962" y="83342"/>
                </a:cubicBezTo>
                <a:cubicBezTo>
                  <a:pt x="100799" y="92602"/>
                  <a:pt x="100799" y="92602"/>
                  <a:pt x="100799" y="92602"/>
                </a:cubicBezTo>
                <a:cubicBezTo>
                  <a:pt x="100799" y="92602"/>
                  <a:pt x="100799" y="101863"/>
                  <a:pt x="100799" y="101863"/>
                </a:cubicBezTo>
                <a:cubicBezTo>
                  <a:pt x="100799" y="101863"/>
                  <a:pt x="100799" y="111122"/>
                  <a:pt x="100799" y="111122"/>
                </a:cubicBezTo>
                <a:cubicBezTo>
                  <a:pt x="109962" y="111122"/>
                  <a:pt x="109962" y="111122"/>
                  <a:pt x="109962" y="111122"/>
                </a:cubicBezTo>
                <a:cubicBezTo>
                  <a:pt x="119125" y="111122"/>
                  <a:pt x="119125" y="111122"/>
                  <a:pt x="119125" y="111122"/>
                </a:cubicBezTo>
                <a:cubicBezTo>
                  <a:pt x="119125" y="101863"/>
                  <a:pt x="128289" y="101863"/>
                  <a:pt x="128289" y="101863"/>
                </a:cubicBezTo>
                <a:cubicBezTo>
                  <a:pt x="137452" y="92602"/>
                  <a:pt x="137452" y="92602"/>
                  <a:pt x="137452" y="92602"/>
                </a:cubicBezTo>
                <a:cubicBezTo>
                  <a:pt x="137452" y="92602"/>
                  <a:pt x="146615" y="92602"/>
                  <a:pt x="146615" y="92602"/>
                </a:cubicBezTo>
                <a:cubicBezTo>
                  <a:pt x="146615" y="92602"/>
                  <a:pt x="155779" y="92602"/>
                  <a:pt x="155779" y="101863"/>
                </a:cubicBezTo>
                <a:cubicBezTo>
                  <a:pt x="155779" y="101863"/>
                  <a:pt x="155779" y="101863"/>
                  <a:pt x="155779" y="101863"/>
                </a:cubicBezTo>
                <a:cubicBezTo>
                  <a:pt x="155779" y="101863"/>
                  <a:pt x="146615" y="101863"/>
                  <a:pt x="146615" y="101863"/>
                </a:cubicBezTo>
                <a:cubicBezTo>
                  <a:pt x="146615" y="101863"/>
                  <a:pt x="146615" y="101863"/>
                  <a:pt x="146615" y="111122"/>
                </a:cubicBezTo>
                <a:cubicBezTo>
                  <a:pt x="146615" y="111122"/>
                  <a:pt x="146615" y="111122"/>
                  <a:pt x="146615" y="111122"/>
                </a:cubicBezTo>
                <a:cubicBezTo>
                  <a:pt x="137452" y="111122"/>
                  <a:pt x="137452" y="111122"/>
                  <a:pt x="137452" y="120383"/>
                </a:cubicBezTo>
                <a:cubicBezTo>
                  <a:pt x="128289" y="120383"/>
                  <a:pt x="128289" y="120383"/>
                  <a:pt x="128289" y="120383"/>
                </a:cubicBezTo>
                <a:cubicBezTo>
                  <a:pt x="128289" y="120383"/>
                  <a:pt x="137452" y="129643"/>
                  <a:pt x="137452" y="129643"/>
                </a:cubicBezTo>
                <a:cubicBezTo>
                  <a:pt x="137452" y="138904"/>
                  <a:pt x="128289" y="138904"/>
                  <a:pt x="128289" y="148163"/>
                </a:cubicBezTo>
                <a:cubicBezTo>
                  <a:pt x="128289" y="148163"/>
                  <a:pt x="128289" y="157424"/>
                  <a:pt x="119125" y="157424"/>
                </a:cubicBezTo>
                <a:cubicBezTo>
                  <a:pt x="119125" y="157424"/>
                  <a:pt x="119125" y="157424"/>
                  <a:pt x="119125" y="157424"/>
                </a:cubicBezTo>
                <a:cubicBezTo>
                  <a:pt x="119125" y="157424"/>
                  <a:pt x="109962" y="157424"/>
                  <a:pt x="109962" y="157424"/>
                </a:cubicBezTo>
                <a:cubicBezTo>
                  <a:pt x="109962" y="166684"/>
                  <a:pt x="109962" y="157424"/>
                  <a:pt x="109962" y="157424"/>
                </a:cubicBezTo>
                <a:cubicBezTo>
                  <a:pt x="109962" y="166684"/>
                  <a:pt x="109962" y="157424"/>
                  <a:pt x="100799" y="166684"/>
                </a:cubicBezTo>
                <a:cubicBezTo>
                  <a:pt x="100799" y="157424"/>
                  <a:pt x="100799" y="157424"/>
                  <a:pt x="91634" y="148163"/>
                </a:cubicBezTo>
                <a:cubicBezTo>
                  <a:pt x="91634" y="148163"/>
                  <a:pt x="91634" y="148163"/>
                  <a:pt x="91634" y="148163"/>
                </a:cubicBezTo>
                <a:cubicBezTo>
                  <a:pt x="91634" y="148163"/>
                  <a:pt x="91634" y="138904"/>
                  <a:pt x="91634" y="138904"/>
                </a:cubicBezTo>
                <a:cubicBezTo>
                  <a:pt x="91634" y="138904"/>
                  <a:pt x="91634" y="138904"/>
                  <a:pt x="91634" y="138904"/>
                </a:cubicBezTo>
                <a:cubicBezTo>
                  <a:pt x="91634" y="138904"/>
                  <a:pt x="100799" y="138904"/>
                  <a:pt x="100799" y="138904"/>
                </a:cubicBezTo>
                <a:cubicBezTo>
                  <a:pt x="100799" y="129643"/>
                  <a:pt x="100799" y="129643"/>
                  <a:pt x="100799" y="129643"/>
                </a:cubicBezTo>
                <a:cubicBezTo>
                  <a:pt x="100799" y="129643"/>
                  <a:pt x="100799" y="129643"/>
                  <a:pt x="100799" y="120383"/>
                </a:cubicBezTo>
                <a:cubicBezTo>
                  <a:pt x="100799" y="120383"/>
                  <a:pt x="100799" y="120383"/>
                  <a:pt x="100799" y="120383"/>
                </a:cubicBezTo>
                <a:cubicBezTo>
                  <a:pt x="100799" y="120383"/>
                  <a:pt x="100799" y="120383"/>
                  <a:pt x="100799" y="120383"/>
                </a:cubicBezTo>
                <a:cubicBezTo>
                  <a:pt x="91634" y="120383"/>
                  <a:pt x="91634" y="120383"/>
                  <a:pt x="91634" y="120383"/>
                </a:cubicBezTo>
                <a:cubicBezTo>
                  <a:pt x="91634" y="120383"/>
                  <a:pt x="91634" y="120383"/>
                  <a:pt x="91634" y="111122"/>
                </a:cubicBezTo>
                <a:cubicBezTo>
                  <a:pt x="91634" y="111122"/>
                  <a:pt x="91634" y="111122"/>
                  <a:pt x="91634" y="101863"/>
                </a:cubicBezTo>
                <a:cubicBezTo>
                  <a:pt x="82471" y="101863"/>
                  <a:pt x="82471" y="111122"/>
                  <a:pt x="82471" y="111122"/>
                </a:cubicBezTo>
                <a:cubicBezTo>
                  <a:pt x="82471" y="111122"/>
                  <a:pt x="82471" y="111122"/>
                  <a:pt x="82471" y="111122"/>
                </a:cubicBezTo>
                <a:cubicBezTo>
                  <a:pt x="82471" y="120383"/>
                  <a:pt x="82471" y="120383"/>
                  <a:pt x="82471" y="120383"/>
                </a:cubicBezTo>
                <a:cubicBezTo>
                  <a:pt x="73308" y="120383"/>
                  <a:pt x="73308" y="129643"/>
                  <a:pt x="73308" y="129643"/>
                </a:cubicBezTo>
                <a:cubicBezTo>
                  <a:pt x="73308" y="120383"/>
                  <a:pt x="73308" y="120383"/>
                  <a:pt x="64144" y="120383"/>
                </a:cubicBezTo>
                <a:cubicBezTo>
                  <a:pt x="64144" y="120383"/>
                  <a:pt x="73308" y="111122"/>
                  <a:pt x="73308" y="111122"/>
                </a:cubicBezTo>
                <a:cubicBezTo>
                  <a:pt x="73308" y="101863"/>
                  <a:pt x="73308" y="101863"/>
                  <a:pt x="73308" y="92602"/>
                </a:cubicBezTo>
                <a:cubicBezTo>
                  <a:pt x="73308" y="92602"/>
                  <a:pt x="73308" y="92602"/>
                  <a:pt x="82471" y="92602"/>
                </a:cubicBezTo>
                <a:cubicBezTo>
                  <a:pt x="82471" y="92602"/>
                  <a:pt x="82471" y="83342"/>
                  <a:pt x="82471" y="83342"/>
                </a:cubicBezTo>
                <a:cubicBezTo>
                  <a:pt x="82471" y="83342"/>
                  <a:pt x="82471" y="83342"/>
                  <a:pt x="91634" y="83342"/>
                </a:cubicBezTo>
                <a:cubicBezTo>
                  <a:pt x="91634" y="83342"/>
                  <a:pt x="91634" y="83342"/>
                  <a:pt x="91634" y="83342"/>
                </a:cubicBezTo>
                <a:cubicBezTo>
                  <a:pt x="91634" y="83342"/>
                  <a:pt x="91634" y="74082"/>
                  <a:pt x="91634" y="74082"/>
                </a:cubicBezTo>
                <a:cubicBezTo>
                  <a:pt x="91634" y="74082"/>
                  <a:pt x="91634" y="74082"/>
                  <a:pt x="91634" y="74082"/>
                </a:cubicBezTo>
                <a:cubicBezTo>
                  <a:pt x="91634" y="64822"/>
                  <a:pt x="91634" y="64822"/>
                  <a:pt x="91634" y="64822"/>
                </a:cubicBezTo>
                <a:cubicBezTo>
                  <a:pt x="91634" y="64822"/>
                  <a:pt x="100799" y="55561"/>
                  <a:pt x="91634" y="55561"/>
                </a:cubicBezTo>
                <a:cubicBezTo>
                  <a:pt x="91634" y="55561"/>
                  <a:pt x="82471" y="64822"/>
                  <a:pt x="73308" y="74082"/>
                </a:cubicBezTo>
                <a:cubicBezTo>
                  <a:pt x="73308" y="74082"/>
                  <a:pt x="73308" y="74082"/>
                  <a:pt x="73308" y="74082"/>
                </a:cubicBezTo>
                <a:cubicBezTo>
                  <a:pt x="73308" y="74082"/>
                  <a:pt x="73308" y="83342"/>
                  <a:pt x="64144" y="83342"/>
                </a:cubicBezTo>
                <a:cubicBezTo>
                  <a:pt x="64144" y="83342"/>
                  <a:pt x="64144" y="92602"/>
                  <a:pt x="54981" y="92602"/>
                </a:cubicBezTo>
                <a:cubicBezTo>
                  <a:pt x="54981" y="92602"/>
                  <a:pt x="54981" y="101863"/>
                  <a:pt x="54981" y="101863"/>
                </a:cubicBezTo>
                <a:cubicBezTo>
                  <a:pt x="54981" y="101863"/>
                  <a:pt x="54981" y="101863"/>
                  <a:pt x="54981" y="101863"/>
                </a:cubicBezTo>
                <a:cubicBezTo>
                  <a:pt x="54981" y="101863"/>
                  <a:pt x="54981" y="111122"/>
                  <a:pt x="45818" y="111122"/>
                </a:cubicBezTo>
                <a:cubicBezTo>
                  <a:pt x="45818" y="111122"/>
                  <a:pt x="45818" y="111122"/>
                  <a:pt x="45818" y="111122"/>
                </a:cubicBezTo>
                <a:cubicBezTo>
                  <a:pt x="36653" y="111122"/>
                  <a:pt x="36653" y="111122"/>
                  <a:pt x="36653" y="111122"/>
                </a:cubicBezTo>
                <a:cubicBezTo>
                  <a:pt x="36653" y="111122"/>
                  <a:pt x="36653" y="111122"/>
                  <a:pt x="36653" y="111122"/>
                </a:cubicBezTo>
                <a:cubicBezTo>
                  <a:pt x="27490" y="111122"/>
                  <a:pt x="36653" y="111122"/>
                  <a:pt x="36653" y="101863"/>
                </a:cubicBezTo>
                <a:cubicBezTo>
                  <a:pt x="36653" y="101863"/>
                  <a:pt x="27490" y="101863"/>
                  <a:pt x="18327" y="92602"/>
                </a:cubicBezTo>
                <a:cubicBezTo>
                  <a:pt x="18327" y="92602"/>
                  <a:pt x="18327" y="92602"/>
                  <a:pt x="18327" y="92602"/>
                </a:cubicBezTo>
                <a:cubicBezTo>
                  <a:pt x="18327" y="92602"/>
                  <a:pt x="9163" y="92602"/>
                  <a:pt x="9163" y="92602"/>
                </a:cubicBezTo>
                <a:cubicBezTo>
                  <a:pt x="9163" y="92602"/>
                  <a:pt x="9163" y="92602"/>
                  <a:pt x="9163" y="83342"/>
                </a:cubicBezTo>
                <a:cubicBezTo>
                  <a:pt x="9163" y="83342"/>
                  <a:pt x="9163" y="83342"/>
                  <a:pt x="9163" y="83342"/>
                </a:cubicBezTo>
                <a:cubicBezTo>
                  <a:pt x="9163" y="83342"/>
                  <a:pt x="9163" y="83342"/>
                  <a:pt x="9163" y="83342"/>
                </a:cubicBezTo>
                <a:cubicBezTo>
                  <a:pt x="9163" y="83342"/>
                  <a:pt x="0" y="83342"/>
                  <a:pt x="0" y="83342"/>
                </a:cubicBezTo>
                <a:cubicBezTo>
                  <a:pt x="0" y="83342"/>
                  <a:pt x="0" y="74082"/>
                  <a:pt x="0" y="74082"/>
                </a:cubicBezTo>
                <a:cubicBezTo>
                  <a:pt x="0" y="74082"/>
                  <a:pt x="0" y="74082"/>
                  <a:pt x="0" y="74082"/>
                </a:cubicBezTo>
                <a:cubicBezTo>
                  <a:pt x="0" y="74082"/>
                  <a:pt x="0" y="74082"/>
                  <a:pt x="9163" y="74082"/>
                </a:cubicBezTo>
                <a:cubicBezTo>
                  <a:pt x="9163" y="74082"/>
                  <a:pt x="9163" y="74082"/>
                  <a:pt x="18327" y="74082"/>
                </a:cubicBezTo>
                <a:cubicBezTo>
                  <a:pt x="18327" y="74082"/>
                  <a:pt x="18327" y="74082"/>
                  <a:pt x="18327" y="74082"/>
                </a:cubicBezTo>
                <a:cubicBezTo>
                  <a:pt x="18327" y="74082"/>
                  <a:pt x="18327" y="74082"/>
                  <a:pt x="27490" y="83342"/>
                </a:cubicBezTo>
                <a:cubicBezTo>
                  <a:pt x="27490" y="83342"/>
                  <a:pt x="27490" y="83342"/>
                  <a:pt x="27490" y="83342"/>
                </a:cubicBezTo>
                <a:cubicBezTo>
                  <a:pt x="27490" y="83342"/>
                  <a:pt x="27490" y="83342"/>
                  <a:pt x="27490" y="83342"/>
                </a:cubicBezTo>
                <a:cubicBezTo>
                  <a:pt x="27490" y="83342"/>
                  <a:pt x="27490" y="83342"/>
                  <a:pt x="36653" y="83342"/>
                </a:cubicBezTo>
                <a:cubicBezTo>
                  <a:pt x="36653" y="83342"/>
                  <a:pt x="36653" y="83342"/>
                  <a:pt x="36653" y="92602"/>
                </a:cubicBezTo>
                <a:cubicBezTo>
                  <a:pt x="36653" y="92602"/>
                  <a:pt x="36653" y="92602"/>
                  <a:pt x="36653" y="92602"/>
                </a:cubicBezTo>
                <a:cubicBezTo>
                  <a:pt x="36653" y="92602"/>
                  <a:pt x="36653" y="92602"/>
                  <a:pt x="45818" y="92602"/>
                </a:cubicBezTo>
                <a:cubicBezTo>
                  <a:pt x="45818" y="92602"/>
                  <a:pt x="45818" y="92602"/>
                  <a:pt x="45818" y="92602"/>
                </a:cubicBezTo>
                <a:cubicBezTo>
                  <a:pt x="45818" y="83342"/>
                  <a:pt x="36653" y="83342"/>
                  <a:pt x="36653" y="83342"/>
                </a:cubicBezTo>
                <a:cubicBezTo>
                  <a:pt x="27490" y="83342"/>
                  <a:pt x="27490" y="74082"/>
                  <a:pt x="27490" y="74082"/>
                </a:cubicBezTo>
                <a:cubicBezTo>
                  <a:pt x="18327" y="74082"/>
                  <a:pt x="18327" y="64822"/>
                  <a:pt x="18327" y="64822"/>
                </a:cubicBezTo>
                <a:cubicBezTo>
                  <a:pt x="18327" y="64822"/>
                  <a:pt x="18327" y="64822"/>
                  <a:pt x="18327" y="64822"/>
                </a:cubicBezTo>
                <a:cubicBezTo>
                  <a:pt x="9163" y="64822"/>
                  <a:pt x="9163" y="64822"/>
                  <a:pt x="9163" y="64822"/>
                </a:cubicBezTo>
                <a:cubicBezTo>
                  <a:pt x="9163" y="55561"/>
                  <a:pt x="9163" y="55561"/>
                  <a:pt x="9163" y="55561"/>
                </a:cubicBezTo>
                <a:cubicBezTo>
                  <a:pt x="9163" y="55561"/>
                  <a:pt x="9163" y="46302"/>
                  <a:pt x="9163" y="46302"/>
                </a:cubicBezTo>
                <a:cubicBezTo>
                  <a:pt x="18327" y="46302"/>
                  <a:pt x="18327" y="55561"/>
                  <a:pt x="27490" y="55561"/>
                </a:cubicBezTo>
                <a:cubicBezTo>
                  <a:pt x="27490" y="55561"/>
                  <a:pt x="27490" y="55561"/>
                  <a:pt x="27490" y="55561"/>
                </a:cubicBezTo>
                <a:cubicBezTo>
                  <a:pt x="36653" y="64822"/>
                  <a:pt x="36653" y="74082"/>
                  <a:pt x="45818" y="83342"/>
                </a:cubicBezTo>
                <a:cubicBezTo>
                  <a:pt x="54981" y="83342"/>
                  <a:pt x="45818" y="83342"/>
                  <a:pt x="45818" y="83342"/>
                </a:cubicBezTo>
                <a:cubicBezTo>
                  <a:pt x="45818" y="74082"/>
                  <a:pt x="45818" y="74082"/>
                  <a:pt x="45818" y="74082"/>
                </a:cubicBezTo>
                <a:cubicBezTo>
                  <a:pt x="45818" y="74082"/>
                  <a:pt x="45818" y="74082"/>
                  <a:pt x="45818" y="74082"/>
                </a:cubicBezTo>
                <a:cubicBezTo>
                  <a:pt x="45818" y="74082"/>
                  <a:pt x="36653" y="74082"/>
                  <a:pt x="36653" y="64822"/>
                </a:cubicBezTo>
                <a:cubicBezTo>
                  <a:pt x="36653" y="64822"/>
                  <a:pt x="36653" y="64822"/>
                  <a:pt x="36653" y="64822"/>
                </a:cubicBezTo>
                <a:cubicBezTo>
                  <a:pt x="36653" y="64822"/>
                  <a:pt x="36653" y="64822"/>
                  <a:pt x="36653" y="55561"/>
                </a:cubicBezTo>
                <a:cubicBezTo>
                  <a:pt x="36653" y="55561"/>
                  <a:pt x="36653" y="55561"/>
                  <a:pt x="36653" y="55561"/>
                </a:cubicBezTo>
                <a:cubicBezTo>
                  <a:pt x="36653" y="55561"/>
                  <a:pt x="36653" y="55561"/>
                  <a:pt x="36653" y="55561"/>
                </a:cubicBezTo>
                <a:cubicBezTo>
                  <a:pt x="36653" y="55561"/>
                  <a:pt x="36653" y="55561"/>
                  <a:pt x="36653" y="55561"/>
                </a:cubicBezTo>
                <a:cubicBezTo>
                  <a:pt x="36653" y="55561"/>
                  <a:pt x="45818" y="55561"/>
                  <a:pt x="45818" y="55561"/>
                </a:cubicBezTo>
                <a:cubicBezTo>
                  <a:pt x="45818" y="55561"/>
                  <a:pt x="45818" y="55561"/>
                  <a:pt x="45818" y="64822"/>
                </a:cubicBezTo>
                <a:cubicBezTo>
                  <a:pt x="45818" y="64822"/>
                  <a:pt x="45818" y="64822"/>
                  <a:pt x="45818" y="64822"/>
                </a:cubicBezTo>
                <a:cubicBezTo>
                  <a:pt x="45818" y="64822"/>
                  <a:pt x="45818" y="64822"/>
                  <a:pt x="54981" y="74082"/>
                </a:cubicBezTo>
                <a:cubicBezTo>
                  <a:pt x="54981" y="74082"/>
                  <a:pt x="54981" y="74082"/>
                  <a:pt x="54981" y="74082"/>
                </a:cubicBezTo>
                <a:cubicBezTo>
                  <a:pt x="54981" y="74082"/>
                  <a:pt x="54981" y="74082"/>
                  <a:pt x="54981" y="74082"/>
                </a:cubicBezTo>
                <a:cubicBezTo>
                  <a:pt x="54981" y="74082"/>
                  <a:pt x="54981" y="74082"/>
                  <a:pt x="54981" y="64822"/>
                </a:cubicBezTo>
                <a:cubicBezTo>
                  <a:pt x="54981" y="64822"/>
                  <a:pt x="54981" y="64822"/>
                  <a:pt x="54981" y="64822"/>
                </a:cubicBezTo>
                <a:cubicBezTo>
                  <a:pt x="45818" y="55561"/>
                  <a:pt x="45818" y="55561"/>
                  <a:pt x="45818" y="55561"/>
                </a:cubicBezTo>
                <a:cubicBezTo>
                  <a:pt x="45818" y="46302"/>
                  <a:pt x="36653" y="46302"/>
                  <a:pt x="36653" y="55561"/>
                </a:cubicBezTo>
                <a:cubicBezTo>
                  <a:pt x="36653" y="55561"/>
                  <a:pt x="27490" y="55561"/>
                  <a:pt x="27490" y="55561"/>
                </a:cubicBezTo>
                <a:cubicBezTo>
                  <a:pt x="27490" y="55561"/>
                  <a:pt x="27490" y="46302"/>
                  <a:pt x="27490" y="46302"/>
                </a:cubicBezTo>
                <a:cubicBezTo>
                  <a:pt x="27490" y="46302"/>
                  <a:pt x="18327" y="37041"/>
                  <a:pt x="18327" y="37041"/>
                </a:cubicBezTo>
                <a:cubicBezTo>
                  <a:pt x="18327" y="37041"/>
                  <a:pt x="18327" y="37041"/>
                  <a:pt x="18327" y="37041"/>
                </a:cubicBezTo>
                <a:cubicBezTo>
                  <a:pt x="9163" y="27781"/>
                  <a:pt x="9163" y="27781"/>
                  <a:pt x="9163" y="27781"/>
                </a:cubicBezTo>
                <a:cubicBezTo>
                  <a:pt x="9163" y="27781"/>
                  <a:pt x="9163" y="27781"/>
                  <a:pt x="0" y="27781"/>
                </a:cubicBezTo>
                <a:cubicBezTo>
                  <a:pt x="0" y="18520"/>
                  <a:pt x="0" y="18520"/>
                  <a:pt x="0" y="18520"/>
                </a:cubicBezTo>
                <a:cubicBezTo>
                  <a:pt x="9163" y="18520"/>
                  <a:pt x="9163" y="18520"/>
                  <a:pt x="18327" y="9261"/>
                </a:cubicBezTo>
                <a:cubicBezTo>
                  <a:pt x="18327" y="9261"/>
                  <a:pt x="18327" y="18520"/>
                  <a:pt x="18327" y="18520"/>
                </a:cubicBezTo>
                <a:cubicBezTo>
                  <a:pt x="18327" y="9261"/>
                  <a:pt x="27490" y="9261"/>
                  <a:pt x="27490" y="9261"/>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79" name="Freeform 79"/>
          <p:cNvSpPr/>
          <p:nvPr/>
        </p:nvSpPr>
        <p:spPr>
          <a:xfrm>
            <a:off x="10033000" y="3454400"/>
            <a:ext cx="129297" cy="130854"/>
          </a:xfrm>
          <a:custGeom>
            <a:avLst/>
            <a:gdLst/>
            <a:ahLst/>
            <a:cxnLst/>
            <a:rect l="l" t="t" r="r" b="b"/>
            <a:pathLst>
              <a:path w="129297" h="130854">
                <a:moveTo>
                  <a:pt x="129297" y="93467"/>
                </a:moveTo>
                <a:cubicBezTo>
                  <a:pt x="129297" y="93467"/>
                  <a:pt x="120062" y="93467"/>
                  <a:pt x="120062" y="93467"/>
                </a:cubicBezTo>
                <a:cubicBezTo>
                  <a:pt x="120062" y="93467"/>
                  <a:pt x="110827" y="102814"/>
                  <a:pt x="101591" y="102814"/>
                </a:cubicBezTo>
                <a:cubicBezTo>
                  <a:pt x="101591" y="102814"/>
                  <a:pt x="101591" y="102814"/>
                  <a:pt x="101591" y="102814"/>
                </a:cubicBezTo>
                <a:cubicBezTo>
                  <a:pt x="101591" y="102814"/>
                  <a:pt x="92354" y="102814"/>
                  <a:pt x="92354" y="102814"/>
                </a:cubicBezTo>
                <a:cubicBezTo>
                  <a:pt x="92354" y="102814"/>
                  <a:pt x="83119" y="102814"/>
                  <a:pt x="83119" y="102814"/>
                </a:cubicBezTo>
                <a:cubicBezTo>
                  <a:pt x="83119" y="102814"/>
                  <a:pt x="83119" y="102814"/>
                  <a:pt x="83119" y="102814"/>
                </a:cubicBezTo>
                <a:cubicBezTo>
                  <a:pt x="83119" y="102814"/>
                  <a:pt x="92354" y="93467"/>
                  <a:pt x="92354" y="93467"/>
                </a:cubicBezTo>
                <a:cubicBezTo>
                  <a:pt x="92354" y="84121"/>
                  <a:pt x="92354" y="84121"/>
                  <a:pt x="92354" y="84121"/>
                </a:cubicBezTo>
                <a:cubicBezTo>
                  <a:pt x="83119" y="84121"/>
                  <a:pt x="83119" y="84121"/>
                  <a:pt x="73884" y="84121"/>
                </a:cubicBezTo>
                <a:cubicBezTo>
                  <a:pt x="73884" y="84121"/>
                  <a:pt x="73884" y="84121"/>
                  <a:pt x="73884" y="84121"/>
                </a:cubicBezTo>
                <a:cubicBezTo>
                  <a:pt x="73884" y="93467"/>
                  <a:pt x="73884" y="93467"/>
                  <a:pt x="64648" y="93467"/>
                </a:cubicBezTo>
                <a:cubicBezTo>
                  <a:pt x="64648" y="93467"/>
                  <a:pt x="64648" y="93467"/>
                  <a:pt x="64648" y="93467"/>
                </a:cubicBezTo>
                <a:cubicBezTo>
                  <a:pt x="55413" y="93467"/>
                  <a:pt x="55413" y="93467"/>
                  <a:pt x="55413" y="93467"/>
                </a:cubicBezTo>
                <a:cubicBezTo>
                  <a:pt x="55413" y="93467"/>
                  <a:pt x="55413" y="93467"/>
                  <a:pt x="55413" y="93467"/>
                </a:cubicBezTo>
                <a:cubicBezTo>
                  <a:pt x="55413" y="93467"/>
                  <a:pt x="46177" y="93467"/>
                  <a:pt x="46177" y="93467"/>
                </a:cubicBezTo>
                <a:cubicBezTo>
                  <a:pt x="46177" y="93467"/>
                  <a:pt x="46177" y="102814"/>
                  <a:pt x="46177" y="112160"/>
                </a:cubicBezTo>
                <a:cubicBezTo>
                  <a:pt x="36942" y="121507"/>
                  <a:pt x="36942" y="121507"/>
                  <a:pt x="27706" y="130854"/>
                </a:cubicBezTo>
                <a:cubicBezTo>
                  <a:pt x="27706" y="130854"/>
                  <a:pt x="27706" y="130854"/>
                  <a:pt x="27706" y="130854"/>
                </a:cubicBezTo>
                <a:cubicBezTo>
                  <a:pt x="27706" y="130854"/>
                  <a:pt x="18471" y="130854"/>
                  <a:pt x="18471" y="130854"/>
                </a:cubicBezTo>
                <a:cubicBezTo>
                  <a:pt x="18471" y="130854"/>
                  <a:pt x="9235" y="112160"/>
                  <a:pt x="9235" y="112160"/>
                </a:cubicBezTo>
                <a:cubicBezTo>
                  <a:pt x="9235" y="112160"/>
                  <a:pt x="18471" y="112160"/>
                  <a:pt x="18471" y="102814"/>
                </a:cubicBezTo>
                <a:cubicBezTo>
                  <a:pt x="18471" y="102814"/>
                  <a:pt x="18471" y="102814"/>
                  <a:pt x="18471" y="102814"/>
                </a:cubicBezTo>
                <a:cubicBezTo>
                  <a:pt x="18471" y="102814"/>
                  <a:pt x="18471" y="102814"/>
                  <a:pt x="18471" y="112160"/>
                </a:cubicBezTo>
                <a:cubicBezTo>
                  <a:pt x="27706" y="102814"/>
                  <a:pt x="27706" y="102814"/>
                  <a:pt x="27706" y="102814"/>
                </a:cubicBezTo>
                <a:cubicBezTo>
                  <a:pt x="27706" y="93467"/>
                  <a:pt x="27706" y="93467"/>
                  <a:pt x="27706" y="84121"/>
                </a:cubicBezTo>
                <a:cubicBezTo>
                  <a:pt x="27706" y="84121"/>
                  <a:pt x="27706" y="84121"/>
                  <a:pt x="27706" y="84121"/>
                </a:cubicBezTo>
                <a:cubicBezTo>
                  <a:pt x="27706" y="74774"/>
                  <a:pt x="27706" y="74774"/>
                  <a:pt x="27706" y="65427"/>
                </a:cubicBezTo>
                <a:cubicBezTo>
                  <a:pt x="36942" y="65427"/>
                  <a:pt x="36942" y="56081"/>
                  <a:pt x="36942" y="56081"/>
                </a:cubicBezTo>
                <a:cubicBezTo>
                  <a:pt x="36942" y="56081"/>
                  <a:pt x="36942" y="56081"/>
                  <a:pt x="36942" y="56081"/>
                </a:cubicBezTo>
                <a:cubicBezTo>
                  <a:pt x="36942" y="56081"/>
                  <a:pt x="36942" y="46733"/>
                  <a:pt x="36942" y="56081"/>
                </a:cubicBezTo>
                <a:cubicBezTo>
                  <a:pt x="27706" y="56081"/>
                  <a:pt x="27706" y="56081"/>
                  <a:pt x="27706" y="56081"/>
                </a:cubicBezTo>
                <a:cubicBezTo>
                  <a:pt x="27706" y="56081"/>
                  <a:pt x="27706" y="56081"/>
                  <a:pt x="18471" y="56081"/>
                </a:cubicBezTo>
                <a:cubicBezTo>
                  <a:pt x="18471" y="56081"/>
                  <a:pt x="18471" y="65427"/>
                  <a:pt x="9235" y="65427"/>
                </a:cubicBezTo>
                <a:cubicBezTo>
                  <a:pt x="9235" y="65427"/>
                  <a:pt x="9235" y="56081"/>
                  <a:pt x="9235" y="56081"/>
                </a:cubicBezTo>
                <a:cubicBezTo>
                  <a:pt x="0" y="56081"/>
                  <a:pt x="0" y="46733"/>
                  <a:pt x="9235" y="46733"/>
                </a:cubicBezTo>
                <a:cubicBezTo>
                  <a:pt x="9235" y="46733"/>
                  <a:pt x="9235" y="46733"/>
                  <a:pt x="9235" y="46733"/>
                </a:cubicBezTo>
                <a:cubicBezTo>
                  <a:pt x="9235" y="46733"/>
                  <a:pt x="9235" y="46733"/>
                  <a:pt x="18471" y="46733"/>
                </a:cubicBezTo>
                <a:cubicBezTo>
                  <a:pt x="18471" y="46733"/>
                  <a:pt x="18471" y="46733"/>
                  <a:pt x="18471" y="37386"/>
                </a:cubicBezTo>
                <a:cubicBezTo>
                  <a:pt x="27706" y="37386"/>
                  <a:pt x="27706" y="37386"/>
                  <a:pt x="27706" y="37386"/>
                </a:cubicBezTo>
                <a:cubicBezTo>
                  <a:pt x="27706" y="37386"/>
                  <a:pt x="36942" y="37386"/>
                  <a:pt x="36942" y="37386"/>
                </a:cubicBezTo>
                <a:cubicBezTo>
                  <a:pt x="36942" y="37386"/>
                  <a:pt x="36942" y="28040"/>
                  <a:pt x="36942" y="18693"/>
                </a:cubicBezTo>
                <a:cubicBezTo>
                  <a:pt x="36942" y="18693"/>
                  <a:pt x="36942" y="18693"/>
                  <a:pt x="36942" y="18693"/>
                </a:cubicBezTo>
                <a:cubicBezTo>
                  <a:pt x="36942" y="18693"/>
                  <a:pt x="36942" y="18693"/>
                  <a:pt x="36942" y="9347"/>
                </a:cubicBezTo>
                <a:cubicBezTo>
                  <a:pt x="36942" y="9347"/>
                  <a:pt x="36942" y="9347"/>
                  <a:pt x="46177" y="9347"/>
                </a:cubicBezTo>
                <a:cubicBezTo>
                  <a:pt x="46177" y="0"/>
                  <a:pt x="46177" y="0"/>
                  <a:pt x="46177" y="0"/>
                </a:cubicBezTo>
                <a:cubicBezTo>
                  <a:pt x="46177" y="0"/>
                  <a:pt x="46177" y="0"/>
                  <a:pt x="55413" y="0"/>
                </a:cubicBezTo>
                <a:cubicBezTo>
                  <a:pt x="55413" y="0"/>
                  <a:pt x="55413" y="0"/>
                  <a:pt x="64648" y="9347"/>
                </a:cubicBezTo>
                <a:cubicBezTo>
                  <a:pt x="64648" y="9347"/>
                  <a:pt x="64648" y="9347"/>
                  <a:pt x="64648" y="9347"/>
                </a:cubicBezTo>
                <a:cubicBezTo>
                  <a:pt x="64648" y="9347"/>
                  <a:pt x="64648" y="9347"/>
                  <a:pt x="55413" y="9347"/>
                </a:cubicBezTo>
                <a:cubicBezTo>
                  <a:pt x="55413" y="18693"/>
                  <a:pt x="55413" y="18693"/>
                  <a:pt x="55413" y="18693"/>
                </a:cubicBezTo>
                <a:cubicBezTo>
                  <a:pt x="55413" y="18693"/>
                  <a:pt x="64648" y="18693"/>
                  <a:pt x="64648" y="18693"/>
                </a:cubicBezTo>
                <a:cubicBezTo>
                  <a:pt x="64648" y="18693"/>
                  <a:pt x="64648" y="9347"/>
                  <a:pt x="64648" y="9347"/>
                </a:cubicBezTo>
                <a:cubicBezTo>
                  <a:pt x="64648" y="9347"/>
                  <a:pt x="73884" y="9347"/>
                  <a:pt x="73884" y="9347"/>
                </a:cubicBezTo>
                <a:cubicBezTo>
                  <a:pt x="73884" y="18693"/>
                  <a:pt x="83119" y="9347"/>
                  <a:pt x="83119" y="9347"/>
                </a:cubicBezTo>
                <a:cubicBezTo>
                  <a:pt x="83119" y="9347"/>
                  <a:pt x="92354" y="18693"/>
                  <a:pt x="92354" y="18693"/>
                </a:cubicBezTo>
                <a:cubicBezTo>
                  <a:pt x="92354" y="18693"/>
                  <a:pt x="92354" y="18693"/>
                  <a:pt x="92354" y="18693"/>
                </a:cubicBezTo>
                <a:cubicBezTo>
                  <a:pt x="92354" y="28040"/>
                  <a:pt x="83119" y="28040"/>
                  <a:pt x="83119" y="28040"/>
                </a:cubicBezTo>
                <a:cubicBezTo>
                  <a:pt x="83119" y="28040"/>
                  <a:pt x="83119" y="28040"/>
                  <a:pt x="83119" y="28040"/>
                </a:cubicBezTo>
                <a:cubicBezTo>
                  <a:pt x="83119" y="28040"/>
                  <a:pt x="73884" y="28040"/>
                  <a:pt x="73884" y="28040"/>
                </a:cubicBezTo>
                <a:cubicBezTo>
                  <a:pt x="73884" y="28040"/>
                  <a:pt x="64648" y="37386"/>
                  <a:pt x="64648" y="37386"/>
                </a:cubicBezTo>
                <a:cubicBezTo>
                  <a:pt x="64648" y="37386"/>
                  <a:pt x="55413" y="37386"/>
                  <a:pt x="55413" y="37386"/>
                </a:cubicBezTo>
                <a:cubicBezTo>
                  <a:pt x="55413" y="37386"/>
                  <a:pt x="55413" y="37386"/>
                  <a:pt x="55413" y="37386"/>
                </a:cubicBezTo>
                <a:cubicBezTo>
                  <a:pt x="55413" y="46733"/>
                  <a:pt x="55413" y="46733"/>
                  <a:pt x="55413" y="46733"/>
                </a:cubicBezTo>
                <a:cubicBezTo>
                  <a:pt x="55413" y="46733"/>
                  <a:pt x="55413" y="56081"/>
                  <a:pt x="55413" y="56081"/>
                </a:cubicBezTo>
                <a:cubicBezTo>
                  <a:pt x="55413" y="56081"/>
                  <a:pt x="46177" y="56081"/>
                  <a:pt x="46177" y="65427"/>
                </a:cubicBezTo>
                <a:cubicBezTo>
                  <a:pt x="46177" y="65427"/>
                  <a:pt x="46177" y="65427"/>
                  <a:pt x="46177" y="65427"/>
                </a:cubicBezTo>
                <a:cubicBezTo>
                  <a:pt x="46177" y="65427"/>
                  <a:pt x="46177" y="65427"/>
                  <a:pt x="46177" y="74774"/>
                </a:cubicBezTo>
                <a:cubicBezTo>
                  <a:pt x="46177" y="74774"/>
                  <a:pt x="46177" y="74774"/>
                  <a:pt x="46177" y="74774"/>
                </a:cubicBezTo>
                <a:cubicBezTo>
                  <a:pt x="46177" y="74774"/>
                  <a:pt x="46177" y="74774"/>
                  <a:pt x="46177" y="84121"/>
                </a:cubicBezTo>
                <a:cubicBezTo>
                  <a:pt x="46177" y="84121"/>
                  <a:pt x="46177" y="84121"/>
                  <a:pt x="46177" y="84121"/>
                </a:cubicBezTo>
                <a:cubicBezTo>
                  <a:pt x="46177" y="84121"/>
                  <a:pt x="55413" y="84121"/>
                  <a:pt x="55413" y="84121"/>
                </a:cubicBezTo>
                <a:cubicBezTo>
                  <a:pt x="55413" y="84121"/>
                  <a:pt x="64648" y="74774"/>
                  <a:pt x="64648" y="74774"/>
                </a:cubicBezTo>
                <a:cubicBezTo>
                  <a:pt x="73884" y="74774"/>
                  <a:pt x="101591" y="65427"/>
                  <a:pt x="110827" y="65427"/>
                </a:cubicBezTo>
                <a:cubicBezTo>
                  <a:pt x="110827" y="65427"/>
                  <a:pt x="110827" y="65427"/>
                  <a:pt x="110827" y="65427"/>
                </a:cubicBezTo>
                <a:cubicBezTo>
                  <a:pt x="120062" y="65427"/>
                  <a:pt x="120062" y="74774"/>
                  <a:pt x="120062" y="74774"/>
                </a:cubicBezTo>
                <a:cubicBezTo>
                  <a:pt x="129297" y="74774"/>
                  <a:pt x="129297" y="74774"/>
                  <a:pt x="129297" y="74774"/>
                </a:cubicBezTo>
                <a:cubicBezTo>
                  <a:pt x="129297" y="74774"/>
                  <a:pt x="129297" y="74774"/>
                  <a:pt x="129297" y="84121"/>
                </a:cubicBezTo>
                <a:cubicBezTo>
                  <a:pt x="129297" y="84121"/>
                  <a:pt x="129297" y="84121"/>
                  <a:pt x="129297" y="93467"/>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80" name="Freeform 80"/>
          <p:cNvSpPr/>
          <p:nvPr/>
        </p:nvSpPr>
        <p:spPr>
          <a:xfrm>
            <a:off x="10058400" y="3581400"/>
            <a:ext cx="0" cy="0"/>
          </a:xfrm>
          <a:custGeom>
            <a:avLst/>
            <a:gdLst/>
            <a:ahLst/>
            <a:cxnLst/>
            <a:rect l="l" t="t" r="r" b="b"/>
            <a:pathLst>
              <a:path>
                <a:moveTo>
                  <a:pt x="0" y="0"/>
                </a:moveTo>
                <a:cubicBezTo>
                  <a:pt x="0" y="0"/>
                  <a:pt x="0" y="0"/>
                  <a:pt x="0" y="0"/>
                </a:cubicBezTo>
                <a:cubicBezTo>
                  <a:pt x="0" y="0"/>
                  <a:pt x="0" y="0"/>
                  <a:pt x="0" y="0"/>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81" name="Freeform 81"/>
          <p:cNvSpPr/>
          <p:nvPr/>
        </p:nvSpPr>
        <p:spPr>
          <a:xfrm>
            <a:off x="9372600" y="2540000"/>
            <a:ext cx="1163669" cy="74774"/>
          </a:xfrm>
          <a:custGeom>
            <a:avLst/>
            <a:gdLst/>
            <a:ahLst/>
            <a:cxnLst/>
            <a:rect l="l" t="t" r="r" b="b"/>
            <a:pathLst>
              <a:path w="1163669" h="74774">
                <a:moveTo>
                  <a:pt x="1163669" y="74774"/>
                </a:moveTo>
                <a:lnTo>
                  <a:pt x="1137186" y="37388"/>
                </a:lnTo>
                <a:lnTo>
                  <a:pt x="1137186" y="28040"/>
                </a:lnTo>
                <a:lnTo>
                  <a:pt x="18693" y="0"/>
                </a:lnTo>
                <a:lnTo>
                  <a:pt x="18693" y="0"/>
                </a:lnTo>
                <a:lnTo>
                  <a:pt x="0" y="46733"/>
                </a:lnTo>
                <a:lnTo>
                  <a:pt x="0" y="46733"/>
                </a:lnTo>
                <a:lnTo>
                  <a:pt x="0" y="56081"/>
                </a:lnTo>
                <a:lnTo>
                  <a:pt x="1154322" y="74774"/>
                </a:lnTo>
                <a:lnTo>
                  <a:pt x="1163669" y="74774"/>
                </a:lnTo>
                <a:lnTo>
                  <a:pt x="1163669" y="74774"/>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82" name="Freeform 82"/>
          <p:cNvSpPr/>
          <p:nvPr/>
        </p:nvSpPr>
        <p:spPr>
          <a:xfrm>
            <a:off x="9334500" y="2641600"/>
            <a:ext cx="1201056" cy="82563"/>
          </a:xfrm>
          <a:custGeom>
            <a:avLst/>
            <a:gdLst/>
            <a:ahLst/>
            <a:cxnLst/>
            <a:rect l="l" t="t" r="r" b="b"/>
            <a:pathLst>
              <a:path w="1201056" h="82563">
                <a:moveTo>
                  <a:pt x="1201056" y="73217"/>
                </a:moveTo>
                <a:lnTo>
                  <a:pt x="1201056" y="37388"/>
                </a:lnTo>
                <a:lnTo>
                  <a:pt x="1201056" y="37388"/>
                </a:lnTo>
                <a:lnTo>
                  <a:pt x="9347" y="0"/>
                </a:lnTo>
                <a:lnTo>
                  <a:pt x="9347" y="9347"/>
                </a:lnTo>
                <a:lnTo>
                  <a:pt x="0" y="46733"/>
                </a:lnTo>
                <a:lnTo>
                  <a:pt x="0" y="46733"/>
                </a:lnTo>
                <a:lnTo>
                  <a:pt x="0" y="56081"/>
                </a:lnTo>
                <a:lnTo>
                  <a:pt x="1201056" y="82563"/>
                </a:lnTo>
                <a:lnTo>
                  <a:pt x="1201056" y="73217"/>
                </a:lnTo>
                <a:lnTo>
                  <a:pt x="1201056" y="73217"/>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83" name="Freeform 83"/>
          <p:cNvSpPr/>
          <p:nvPr/>
        </p:nvSpPr>
        <p:spPr>
          <a:xfrm>
            <a:off x="9334500" y="2743200"/>
            <a:ext cx="1210401" cy="84121"/>
          </a:xfrm>
          <a:custGeom>
            <a:avLst/>
            <a:gdLst/>
            <a:ahLst/>
            <a:cxnLst/>
            <a:rect l="l" t="t" r="r" b="b"/>
            <a:pathLst>
              <a:path w="1210401" h="84121">
                <a:moveTo>
                  <a:pt x="1201056" y="37388"/>
                </a:moveTo>
                <a:lnTo>
                  <a:pt x="0" y="0"/>
                </a:lnTo>
                <a:lnTo>
                  <a:pt x="0" y="9347"/>
                </a:lnTo>
                <a:lnTo>
                  <a:pt x="0" y="9347"/>
                </a:lnTo>
                <a:lnTo>
                  <a:pt x="0" y="46733"/>
                </a:lnTo>
                <a:lnTo>
                  <a:pt x="0" y="56081"/>
                </a:lnTo>
                <a:lnTo>
                  <a:pt x="1201056" y="84121"/>
                </a:lnTo>
                <a:lnTo>
                  <a:pt x="1210401" y="74774"/>
                </a:lnTo>
                <a:lnTo>
                  <a:pt x="1210401" y="37388"/>
                </a:lnTo>
                <a:lnTo>
                  <a:pt x="1201056" y="37388"/>
                </a:lnTo>
                <a:lnTo>
                  <a:pt x="1201056" y="37388"/>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84" name="Freeform 84"/>
          <p:cNvSpPr/>
          <p:nvPr/>
        </p:nvSpPr>
        <p:spPr>
          <a:xfrm>
            <a:off x="9347200" y="2844800"/>
            <a:ext cx="1191710" cy="73217"/>
          </a:xfrm>
          <a:custGeom>
            <a:avLst/>
            <a:gdLst/>
            <a:ahLst/>
            <a:cxnLst/>
            <a:rect l="l" t="t" r="r" b="b"/>
            <a:pathLst>
              <a:path w="1191710" h="73217">
                <a:moveTo>
                  <a:pt x="0" y="0"/>
                </a:moveTo>
                <a:lnTo>
                  <a:pt x="0" y="0"/>
                </a:lnTo>
                <a:lnTo>
                  <a:pt x="0" y="45176"/>
                </a:lnTo>
                <a:lnTo>
                  <a:pt x="0" y="45176"/>
                </a:lnTo>
                <a:lnTo>
                  <a:pt x="0" y="54524"/>
                </a:lnTo>
                <a:lnTo>
                  <a:pt x="1182364" y="73217"/>
                </a:lnTo>
                <a:lnTo>
                  <a:pt x="1182364" y="73217"/>
                </a:lnTo>
                <a:lnTo>
                  <a:pt x="1191710" y="35829"/>
                </a:lnTo>
                <a:lnTo>
                  <a:pt x="1191710" y="28040"/>
                </a:lnTo>
                <a:lnTo>
                  <a:pt x="0" y="0"/>
                </a:lnTo>
                <a:lnTo>
                  <a:pt x="0" y="0"/>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85" name="Freeform 85"/>
          <p:cNvSpPr/>
          <p:nvPr/>
        </p:nvSpPr>
        <p:spPr>
          <a:xfrm>
            <a:off x="9372600" y="2946400"/>
            <a:ext cx="1154323" cy="74774"/>
          </a:xfrm>
          <a:custGeom>
            <a:avLst/>
            <a:gdLst/>
            <a:ahLst/>
            <a:cxnLst/>
            <a:rect l="l" t="t" r="r" b="b"/>
            <a:pathLst>
              <a:path w="1154323" h="74774">
                <a:moveTo>
                  <a:pt x="0" y="0"/>
                </a:moveTo>
                <a:lnTo>
                  <a:pt x="0" y="9347"/>
                </a:lnTo>
                <a:lnTo>
                  <a:pt x="0" y="9347"/>
                </a:lnTo>
                <a:lnTo>
                  <a:pt x="0" y="46733"/>
                </a:lnTo>
                <a:lnTo>
                  <a:pt x="0" y="46733"/>
                </a:lnTo>
                <a:lnTo>
                  <a:pt x="1127840" y="74774"/>
                </a:lnTo>
                <a:lnTo>
                  <a:pt x="1137187" y="74774"/>
                </a:lnTo>
                <a:lnTo>
                  <a:pt x="1154323" y="37388"/>
                </a:lnTo>
                <a:lnTo>
                  <a:pt x="1144976" y="28040"/>
                </a:lnTo>
                <a:lnTo>
                  <a:pt x="0" y="0"/>
                </a:lnTo>
                <a:lnTo>
                  <a:pt x="0" y="0"/>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86" name="Freeform 86"/>
          <p:cNvSpPr/>
          <p:nvPr/>
        </p:nvSpPr>
        <p:spPr>
          <a:xfrm>
            <a:off x="9398000" y="3048000"/>
            <a:ext cx="953366" cy="54522"/>
          </a:xfrm>
          <a:custGeom>
            <a:avLst/>
            <a:gdLst/>
            <a:ahLst/>
            <a:cxnLst/>
            <a:rect l="l" t="t" r="r" b="b"/>
            <a:pathLst>
              <a:path w="953366" h="54522">
                <a:moveTo>
                  <a:pt x="0" y="0"/>
                </a:moveTo>
                <a:lnTo>
                  <a:pt x="28040" y="54522"/>
                </a:lnTo>
                <a:lnTo>
                  <a:pt x="28040" y="45176"/>
                </a:lnTo>
                <a:lnTo>
                  <a:pt x="953366" y="35829"/>
                </a:lnTo>
                <a:lnTo>
                  <a:pt x="0" y="0"/>
                </a:lnTo>
                <a:lnTo>
                  <a:pt x="0" y="0"/>
                </a:lnTo>
                <a:lnTo>
                  <a:pt x="0" y="0"/>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87" name="Freeform 87"/>
          <p:cNvSpPr/>
          <p:nvPr/>
        </p:nvSpPr>
        <p:spPr>
          <a:xfrm>
            <a:off x="9537700" y="2463800"/>
            <a:ext cx="953366" cy="54522"/>
          </a:xfrm>
          <a:custGeom>
            <a:avLst/>
            <a:gdLst/>
            <a:ahLst/>
            <a:cxnLst/>
            <a:rect l="l" t="t" r="r" b="b"/>
            <a:pathLst>
              <a:path w="953366" h="54522">
                <a:moveTo>
                  <a:pt x="953366" y="54522"/>
                </a:moveTo>
                <a:lnTo>
                  <a:pt x="925326" y="0"/>
                </a:lnTo>
                <a:lnTo>
                  <a:pt x="925326" y="0"/>
                </a:lnTo>
                <a:lnTo>
                  <a:pt x="0" y="18693"/>
                </a:lnTo>
                <a:lnTo>
                  <a:pt x="953366" y="54522"/>
                </a:lnTo>
                <a:lnTo>
                  <a:pt x="953366" y="54522"/>
                </a:lnTo>
                <a:lnTo>
                  <a:pt x="953366" y="54522"/>
                </a:ln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88" name="Freeform 88"/>
          <p:cNvSpPr/>
          <p:nvPr/>
        </p:nvSpPr>
        <p:spPr>
          <a:xfrm>
            <a:off x="9436100" y="2489200"/>
            <a:ext cx="1007890" cy="509398"/>
          </a:xfrm>
          <a:custGeom>
            <a:avLst/>
            <a:gdLst/>
            <a:ahLst/>
            <a:cxnLst/>
            <a:rect l="l" t="t" r="r" b="b"/>
            <a:pathLst>
              <a:path w="1007890" h="509398">
                <a:moveTo>
                  <a:pt x="962077" y="138927"/>
                </a:moveTo>
                <a:cubicBezTo>
                  <a:pt x="778824" y="157451"/>
                  <a:pt x="705523" y="0"/>
                  <a:pt x="522270" y="222283"/>
                </a:cubicBezTo>
                <a:cubicBezTo>
                  <a:pt x="503945" y="222283"/>
                  <a:pt x="503945" y="222283"/>
                  <a:pt x="503945" y="222283"/>
                </a:cubicBezTo>
                <a:cubicBezTo>
                  <a:pt x="485620" y="222283"/>
                  <a:pt x="485620" y="222283"/>
                  <a:pt x="485620" y="222283"/>
                </a:cubicBezTo>
                <a:cubicBezTo>
                  <a:pt x="293205" y="0"/>
                  <a:pt x="219903" y="148189"/>
                  <a:pt x="36651" y="138927"/>
                </a:cubicBezTo>
                <a:cubicBezTo>
                  <a:pt x="36651" y="138927"/>
                  <a:pt x="18325" y="342685"/>
                  <a:pt x="0" y="444566"/>
                </a:cubicBezTo>
                <a:cubicBezTo>
                  <a:pt x="229066" y="453827"/>
                  <a:pt x="284042" y="305638"/>
                  <a:pt x="458132" y="509398"/>
                </a:cubicBezTo>
                <a:cubicBezTo>
                  <a:pt x="503945" y="509398"/>
                  <a:pt x="503945" y="509398"/>
                  <a:pt x="503945" y="509398"/>
                </a:cubicBezTo>
                <a:cubicBezTo>
                  <a:pt x="549758" y="509398"/>
                  <a:pt x="549758" y="509398"/>
                  <a:pt x="549758" y="509398"/>
                </a:cubicBezTo>
                <a:cubicBezTo>
                  <a:pt x="723848" y="305638"/>
                  <a:pt x="778824" y="453827"/>
                  <a:pt x="1007890" y="444566"/>
                </a:cubicBezTo>
                <a:cubicBezTo>
                  <a:pt x="980402" y="342685"/>
                  <a:pt x="962077" y="138927"/>
                  <a:pt x="962077" y="138927"/>
                </a:cubicBezTo>
                <a:close/>
              </a:path>
            </a:pathLst>
          </a:cu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89" name="Freeform 89"/>
          <p:cNvSpPr/>
          <p:nvPr/>
        </p:nvSpPr>
        <p:spPr>
          <a:xfrm>
            <a:off x="9410700" y="2565400"/>
            <a:ext cx="1054625" cy="426836"/>
          </a:xfrm>
          <a:custGeom>
            <a:avLst/>
            <a:gdLst/>
            <a:ahLst/>
            <a:cxnLst/>
            <a:rect l="l" t="t" r="r" b="b"/>
            <a:pathLst>
              <a:path w="1054625" h="426836">
                <a:moveTo>
                  <a:pt x="486044" y="398998"/>
                </a:moveTo>
                <a:cubicBezTo>
                  <a:pt x="568580" y="398998"/>
                  <a:pt x="568580" y="398998"/>
                  <a:pt x="568580" y="398998"/>
                </a:cubicBezTo>
                <a:cubicBezTo>
                  <a:pt x="632775" y="324766"/>
                  <a:pt x="687798" y="296929"/>
                  <a:pt x="742822" y="296929"/>
                </a:cubicBezTo>
                <a:cubicBezTo>
                  <a:pt x="779504" y="296929"/>
                  <a:pt x="807016" y="306207"/>
                  <a:pt x="843699" y="315487"/>
                </a:cubicBezTo>
                <a:cubicBezTo>
                  <a:pt x="889552" y="324766"/>
                  <a:pt x="935406" y="334044"/>
                  <a:pt x="999600" y="334044"/>
                </a:cubicBezTo>
                <a:cubicBezTo>
                  <a:pt x="1008771" y="334044"/>
                  <a:pt x="1008771" y="334044"/>
                  <a:pt x="1017942" y="334044"/>
                </a:cubicBezTo>
                <a:cubicBezTo>
                  <a:pt x="999600" y="250534"/>
                  <a:pt x="981259" y="111349"/>
                  <a:pt x="981259" y="64953"/>
                </a:cubicBezTo>
                <a:cubicBezTo>
                  <a:pt x="972088" y="64953"/>
                  <a:pt x="972088" y="64953"/>
                  <a:pt x="972088" y="64953"/>
                </a:cubicBezTo>
                <a:cubicBezTo>
                  <a:pt x="917064" y="64953"/>
                  <a:pt x="871211" y="55674"/>
                  <a:pt x="834528" y="46396"/>
                </a:cubicBezTo>
                <a:cubicBezTo>
                  <a:pt x="807016" y="37116"/>
                  <a:pt x="770334" y="27837"/>
                  <a:pt x="742822" y="27837"/>
                </a:cubicBezTo>
                <a:cubicBezTo>
                  <a:pt x="706139" y="27837"/>
                  <a:pt x="641946" y="37116"/>
                  <a:pt x="559410" y="139186"/>
                </a:cubicBezTo>
                <a:cubicBezTo>
                  <a:pt x="550239" y="148464"/>
                  <a:pt x="550239" y="148464"/>
                  <a:pt x="550239" y="148464"/>
                </a:cubicBezTo>
                <a:cubicBezTo>
                  <a:pt x="531898" y="148464"/>
                  <a:pt x="531898" y="148464"/>
                  <a:pt x="531898" y="148464"/>
                </a:cubicBezTo>
                <a:cubicBezTo>
                  <a:pt x="504386" y="148464"/>
                  <a:pt x="504386" y="148464"/>
                  <a:pt x="504386" y="148464"/>
                </a:cubicBezTo>
                <a:cubicBezTo>
                  <a:pt x="495215" y="139186"/>
                  <a:pt x="495215" y="139186"/>
                  <a:pt x="495215" y="139186"/>
                </a:cubicBezTo>
                <a:cubicBezTo>
                  <a:pt x="412679" y="37116"/>
                  <a:pt x="348484" y="27837"/>
                  <a:pt x="311802" y="27837"/>
                </a:cubicBezTo>
                <a:cubicBezTo>
                  <a:pt x="284290" y="27837"/>
                  <a:pt x="247607" y="37116"/>
                  <a:pt x="220095" y="46396"/>
                </a:cubicBezTo>
                <a:cubicBezTo>
                  <a:pt x="183413" y="55674"/>
                  <a:pt x="137560" y="64953"/>
                  <a:pt x="82536" y="64953"/>
                </a:cubicBezTo>
                <a:cubicBezTo>
                  <a:pt x="82536" y="64953"/>
                  <a:pt x="82536" y="64953"/>
                  <a:pt x="73365" y="64953"/>
                </a:cubicBezTo>
                <a:cubicBezTo>
                  <a:pt x="73365" y="111349"/>
                  <a:pt x="64195" y="250534"/>
                  <a:pt x="36683" y="334044"/>
                </a:cubicBezTo>
                <a:cubicBezTo>
                  <a:pt x="45853" y="334044"/>
                  <a:pt x="45853" y="334044"/>
                  <a:pt x="55024" y="334044"/>
                </a:cubicBezTo>
                <a:cubicBezTo>
                  <a:pt x="119219" y="334044"/>
                  <a:pt x="165072" y="324766"/>
                  <a:pt x="210925" y="315487"/>
                </a:cubicBezTo>
                <a:cubicBezTo>
                  <a:pt x="247607" y="306207"/>
                  <a:pt x="275119" y="296929"/>
                  <a:pt x="311802" y="296929"/>
                </a:cubicBezTo>
                <a:cubicBezTo>
                  <a:pt x="366826" y="296929"/>
                  <a:pt x="421850" y="324766"/>
                  <a:pt x="486044" y="398998"/>
                </a:cubicBezTo>
                <a:close/>
                <a:moveTo>
                  <a:pt x="577751" y="426836"/>
                </a:moveTo>
                <a:cubicBezTo>
                  <a:pt x="476874" y="426836"/>
                  <a:pt x="476874" y="426836"/>
                  <a:pt x="476874" y="426836"/>
                </a:cubicBezTo>
                <a:cubicBezTo>
                  <a:pt x="467703" y="426836"/>
                  <a:pt x="467703" y="426836"/>
                  <a:pt x="467703" y="426836"/>
                </a:cubicBezTo>
                <a:cubicBezTo>
                  <a:pt x="394338" y="334044"/>
                  <a:pt x="348484" y="324766"/>
                  <a:pt x="311802" y="324766"/>
                </a:cubicBezTo>
                <a:cubicBezTo>
                  <a:pt x="284290" y="324766"/>
                  <a:pt x="256777" y="334044"/>
                  <a:pt x="220095" y="343324"/>
                </a:cubicBezTo>
                <a:cubicBezTo>
                  <a:pt x="174243" y="352603"/>
                  <a:pt x="119219" y="361881"/>
                  <a:pt x="55024" y="361881"/>
                </a:cubicBezTo>
                <a:cubicBezTo>
                  <a:pt x="45853" y="361881"/>
                  <a:pt x="36683" y="361881"/>
                  <a:pt x="18341" y="361881"/>
                </a:cubicBezTo>
                <a:cubicBezTo>
                  <a:pt x="0" y="361881"/>
                  <a:pt x="0" y="361881"/>
                  <a:pt x="0" y="361881"/>
                </a:cubicBezTo>
                <a:cubicBezTo>
                  <a:pt x="9171" y="343324"/>
                  <a:pt x="9171" y="343324"/>
                  <a:pt x="9171" y="343324"/>
                </a:cubicBezTo>
                <a:cubicBezTo>
                  <a:pt x="36683" y="250534"/>
                  <a:pt x="45853" y="46396"/>
                  <a:pt x="45853" y="46396"/>
                </a:cubicBezTo>
                <a:cubicBezTo>
                  <a:pt x="45853" y="37116"/>
                  <a:pt x="45853" y="37116"/>
                  <a:pt x="45853" y="37116"/>
                </a:cubicBezTo>
                <a:cubicBezTo>
                  <a:pt x="64195" y="37116"/>
                  <a:pt x="64195" y="37116"/>
                  <a:pt x="64195" y="37116"/>
                </a:cubicBezTo>
                <a:cubicBezTo>
                  <a:pt x="73365" y="37116"/>
                  <a:pt x="82536" y="37116"/>
                  <a:pt x="82536" y="37116"/>
                </a:cubicBezTo>
                <a:cubicBezTo>
                  <a:pt x="128389" y="37116"/>
                  <a:pt x="174243" y="27837"/>
                  <a:pt x="210925" y="18559"/>
                </a:cubicBezTo>
                <a:cubicBezTo>
                  <a:pt x="247607" y="9279"/>
                  <a:pt x="275119" y="0"/>
                  <a:pt x="311802" y="0"/>
                </a:cubicBezTo>
                <a:cubicBezTo>
                  <a:pt x="375996" y="0"/>
                  <a:pt x="440191" y="37116"/>
                  <a:pt x="513556" y="120627"/>
                </a:cubicBezTo>
                <a:cubicBezTo>
                  <a:pt x="531898" y="120627"/>
                  <a:pt x="531898" y="120627"/>
                  <a:pt x="531898" y="120627"/>
                </a:cubicBezTo>
                <a:cubicBezTo>
                  <a:pt x="541068" y="120627"/>
                  <a:pt x="541068" y="120627"/>
                  <a:pt x="541068" y="120627"/>
                </a:cubicBezTo>
                <a:cubicBezTo>
                  <a:pt x="614434" y="37116"/>
                  <a:pt x="678627" y="0"/>
                  <a:pt x="742822" y="0"/>
                </a:cubicBezTo>
                <a:cubicBezTo>
                  <a:pt x="779504" y="0"/>
                  <a:pt x="807016" y="9279"/>
                  <a:pt x="843699" y="18559"/>
                </a:cubicBezTo>
                <a:cubicBezTo>
                  <a:pt x="880382" y="27837"/>
                  <a:pt x="917064" y="37116"/>
                  <a:pt x="972088" y="37116"/>
                </a:cubicBezTo>
                <a:cubicBezTo>
                  <a:pt x="972088" y="37116"/>
                  <a:pt x="981259" y="37116"/>
                  <a:pt x="990430" y="37116"/>
                </a:cubicBezTo>
                <a:cubicBezTo>
                  <a:pt x="1008771" y="37116"/>
                  <a:pt x="1008771" y="37116"/>
                  <a:pt x="1008771" y="37116"/>
                </a:cubicBezTo>
                <a:cubicBezTo>
                  <a:pt x="1008771" y="46396"/>
                  <a:pt x="1008771" y="46396"/>
                  <a:pt x="1008771" y="46396"/>
                </a:cubicBezTo>
                <a:cubicBezTo>
                  <a:pt x="1008771" y="46396"/>
                  <a:pt x="1027112" y="250534"/>
                  <a:pt x="1045454" y="343324"/>
                </a:cubicBezTo>
                <a:cubicBezTo>
                  <a:pt x="1054625" y="361881"/>
                  <a:pt x="1054625" y="361881"/>
                  <a:pt x="1054625" y="361881"/>
                </a:cubicBezTo>
                <a:cubicBezTo>
                  <a:pt x="1036283" y="361881"/>
                  <a:pt x="1036283" y="361881"/>
                  <a:pt x="1036283" y="361881"/>
                </a:cubicBezTo>
                <a:cubicBezTo>
                  <a:pt x="1027112" y="361881"/>
                  <a:pt x="1008771" y="361881"/>
                  <a:pt x="999600" y="361881"/>
                </a:cubicBezTo>
                <a:cubicBezTo>
                  <a:pt x="935406" y="361881"/>
                  <a:pt x="880382" y="352603"/>
                  <a:pt x="834528" y="343324"/>
                </a:cubicBezTo>
                <a:cubicBezTo>
                  <a:pt x="807016" y="334044"/>
                  <a:pt x="770334" y="324766"/>
                  <a:pt x="742822" y="324766"/>
                </a:cubicBezTo>
                <a:cubicBezTo>
                  <a:pt x="706139" y="324766"/>
                  <a:pt x="660286" y="334044"/>
                  <a:pt x="586922" y="426836"/>
                </a:cubicBezTo>
                <a:cubicBezTo>
                  <a:pt x="577751" y="426836"/>
                  <a:pt x="577751" y="426836"/>
                  <a:pt x="577751" y="426836"/>
                </a:cubicBezTo>
                <a:close/>
              </a:path>
            </a:pathLst>
          </a:custGeom>
          <a:solidFill>
            <a:srgbClr val="1C217C">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
        <p:nvSpPr>
          <p:cNvPr id="90" name="AutoShape 90"/>
          <p:cNvSpPr/>
          <p:nvPr/>
        </p:nvSpPr>
        <p:spPr>
          <a:xfrm>
            <a:off x="10782300" y="2755900"/>
            <a:ext cx="38100" cy="50800"/>
          </a:xfrm>
          <a:prstGeom prst="ellipse">
            <a:avLst/>
          </a:prstGeom>
          <a:solidFill>
            <a:srgbClr val="FFFFFF">
              <a:alpha val="100000"/>
            </a:srgbClr>
          </a:solidFill>
          <a:ln w="25400" cap="flat" cmpd="sng">
            <a:noFill/>
            <a:prstDash val="solid"/>
            <a:round/>
          </a:ln>
          <a:effectLst>
            <a:outerShdw blurRad="63500" algn="ctr" rotWithShape="0">
              <a:srgbClr val="000000">
                <a:alpha val="10000"/>
              </a:srgbClr>
            </a:outerShdw>
          </a:effectLst>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6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01 业务背景与问题定义</a:t>
            </a:r>
            <a:endParaRPr lang="en-US" sz="1100"/>
          </a:p>
        </p:txBody>
      </p:sp>
      <p:sp>
        <p:nvSpPr>
          <p:cNvPr id="3" name="AutoShape 3"/>
          <p:cNvSpPr/>
          <p:nvPr/>
        </p:nvSpPr>
        <p:spPr>
          <a:xfrm>
            <a:off x="508000" y="1524000"/>
            <a:ext cx="3619500" cy="2857500"/>
          </a:xfrm>
          <a:prstGeom prst="roundRect">
            <a:avLst>
              <a:gd name="adj" fmla="val 0"/>
            </a:avLst>
          </a:prstGeom>
          <a:solidFill>
            <a:srgbClr val="DBEAFE">
              <a:alpha val="6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524000"/>
            <a:ext cx="3619500" cy="6096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98500" y="1562100"/>
            <a:ext cx="3238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现场输入信息不完整</a:t>
            </a:r>
            <a:endParaRPr lang="en-US" sz="1100"/>
          </a:p>
        </p:txBody>
      </p:sp>
      <p:sp>
        <p:nvSpPr>
          <p:cNvPr id="6" name="AutoShape 6"/>
          <p:cNvSpPr/>
          <p:nvPr/>
        </p:nvSpPr>
        <p:spPr>
          <a:xfrm>
            <a:off x="635000" y="2286000"/>
            <a:ext cx="3365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缺陷分析启动前，工艺规程、接头形式、母材材质及管径壁厚等关键基础字段常出现缺失。人工反复向现场确认不仅沟通成本高昂，且不同人员的提问粒度不一致，极易导致信息偏差。</a:t>
            </a:r>
            <a:endParaRPr lang="en-US" sz="1100"/>
          </a:p>
        </p:txBody>
      </p:sp>
      <p:sp>
        <p:nvSpPr>
          <p:cNvPr id="7" name="AutoShape 7"/>
          <p:cNvSpPr/>
          <p:nvPr/>
        </p:nvSpPr>
        <p:spPr>
          <a:xfrm>
            <a:off x="635000" y="3556000"/>
            <a:ext cx="3365500" cy="6985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36195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信息源头质量差，前置分析效率低，严重拖慢评定周期。</a:t>
            </a:r>
            <a:endParaRPr lang="en-US" sz="1100"/>
          </a:p>
        </p:txBody>
      </p:sp>
      <p:sp>
        <p:nvSpPr>
          <p:cNvPr id="9" name="AutoShape 9"/>
          <p:cNvSpPr/>
          <p:nvPr/>
        </p:nvSpPr>
        <p:spPr>
          <a:xfrm>
            <a:off x="4343400" y="1524000"/>
            <a:ext cx="3619500" cy="2857500"/>
          </a:xfrm>
          <a:prstGeom prst="roundRect">
            <a:avLst>
              <a:gd name="adj" fmla="val 0"/>
            </a:avLst>
          </a:prstGeom>
          <a:solidFill>
            <a:srgbClr val="D1FAE5">
              <a:alpha val="6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343400" y="1524000"/>
            <a:ext cx="3619500" cy="6096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533900" y="1562100"/>
            <a:ext cx="3238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标准依据资料分散</a:t>
            </a:r>
            <a:endParaRPr lang="en-US" sz="1100"/>
          </a:p>
        </p:txBody>
      </p:sp>
      <p:sp>
        <p:nvSpPr>
          <p:cNvPr id="12" name="AutoShape 12"/>
          <p:cNvSpPr/>
          <p:nvPr/>
        </p:nvSpPr>
        <p:spPr>
          <a:xfrm>
            <a:off x="4470400" y="2286000"/>
            <a:ext cx="3365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WPS/PWPS模板、材料分组规范及相似工况历史资料零散分布在本地文件与外部参考系统中。工程师需耗费大量时间检索证据，并手动将非结构化的资料转化为系统可识别的落表字段。</a:t>
            </a:r>
            <a:endParaRPr lang="en-US" sz="1100"/>
          </a:p>
        </p:txBody>
      </p:sp>
      <p:sp>
        <p:nvSpPr>
          <p:cNvPr id="13" name="AutoShape 13"/>
          <p:cNvSpPr/>
          <p:nvPr/>
        </p:nvSpPr>
        <p:spPr>
          <a:xfrm>
            <a:off x="4470400" y="3556000"/>
            <a:ext cx="3365500" cy="6985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97400" y="36195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知识资产碎片化，人工检索成本高，标准化落地难度大。</a:t>
            </a:r>
            <a:endParaRPr lang="en-US" sz="1100"/>
          </a:p>
        </p:txBody>
      </p:sp>
      <p:sp>
        <p:nvSpPr>
          <p:cNvPr id="15" name="AutoShape 15"/>
          <p:cNvSpPr/>
          <p:nvPr/>
        </p:nvSpPr>
        <p:spPr>
          <a:xfrm>
            <a:off x="8191500" y="1524000"/>
            <a:ext cx="3619500" cy="2857500"/>
          </a:xfrm>
          <a:prstGeom prst="roundRect">
            <a:avLst>
              <a:gd name="adj" fmla="val 0"/>
            </a:avLst>
          </a:prstGeom>
          <a:solidFill>
            <a:srgbClr val="FFF7ED">
              <a:alpha val="6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191500" y="1524000"/>
            <a:ext cx="3619500" cy="6096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382000" y="1562100"/>
            <a:ext cx="3238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文档字段填充繁琐</a:t>
            </a:r>
            <a:endParaRPr lang="en-US" sz="1100"/>
          </a:p>
        </p:txBody>
      </p:sp>
      <p:sp>
        <p:nvSpPr>
          <p:cNvPr id="18" name="AutoShape 18"/>
          <p:cNvSpPr/>
          <p:nvPr/>
        </p:nvSpPr>
        <p:spPr>
          <a:xfrm>
            <a:off x="8318500" y="2286000"/>
            <a:ext cx="3365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工艺参数、焊材型号、保护气体配比、热处理要求及焊道编号等数据维度极多。传统人工复制粘贴模式下，不仅容易产生空项、错项，还可能因模板混用造成严重的“模板污染”问题。</a:t>
            </a:r>
            <a:endParaRPr lang="en-US" sz="1100"/>
          </a:p>
        </p:txBody>
      </p:sp>
      <p:sp>
        <p:nvSpPr>
          <p:cNvPr id="19" name="AutoShape 19"/>
          <p:cNvSpPr/>
          <p:nvPr/>
        </p:nvSpPr>
        <p:spPr>
          <a:xfrm>
            <a:off x="8318500" y="3556000"/>
            <a:ext cx="3365500" cy="6985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445500" y="36195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操作流程冗长，人为失误率高，严重影响工艺文件质量。</a:t>
            </a:r>
            <a:endParaRPr lang="en-US" sz="1100"/>
          </a:p>
        </p:txBody>
      </p:sp>
      <p:sp>
        <p:nvSpPr>
          <p:cNvPr id="21" name="AutoShape 21"/>
          <p:cNvSpPr/>
          <p:nvPr/>
        </p:nvSpPr>
        <p:spPr>
          <a:xfrm>
            <a:off x="508000" y="4572000"/>
            <a:ext cx="11303000" cy="1778000"/>
          </a:xfrm>
          <a:prstGeom prst="roundRect">
            <a:avLst>
              <a:gd name="adj" fmla="val 0"/>
            </a:avLst>
          </a:prstGeom>
          <a:solidFill>
            <a:srgbClr val="1E3A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4762500"/>
            <a:ext cx="457200" cy="457200"/>
          </a:xfrm>
          <a:prstGeom prst="rect">
            <a:avLst/>
          </a:prstGeom>
        </p:spPr>
      </p:pic>
      <p:sp>
        <p:nvSpPr>
          <p:cNvPr id="23" name="AutoShape 23"/>
          <p:cNvSpPr/>
          <p:nvPr/>
        </p:nvSpPr>
        <p:spPr>
          <a:xfrm>
            <a:off x="1397000" y="4762500"/>
            <a:ext cx="990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核心业务目标：构建结构化的智能工艺数据中台</a:t>
            </a:r>
            <a:endParaRPr lang="en-US" sz="1100"/>
          </a:p>
        </p:txBody>
      </p:sp>
      <p:cxnSp>
        <p:nvCxnSpPr>
          <p:cNvPr id="24" name="Connector 24"/>
          <p:cNvCxnSpPr/>
          <p:nvPr/>
        </p:nvCxnSpPr>
        <p:spPr>
          <a:xfrm rot="-3997">
            <a:off x="698504" y="5353050"/>
            <a:ext cx="10922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25" name="AutoShape 25"/>
          <p:cNvSpPr/>
          <p:nvPr/>
        </p:nvSpPr>
        <p:spPr>
          <a:xfrm>
            <a:off x="698500" y="5461000"/>
            <a:ext cx="1104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BEAFE"/>
                </a:solidFill>
                <a:latin typeface="Noto Sans SC" panose="020B0200000000000000" charset="-122"/>
                <a:ea typeface="Noto Sans SC" panose="020B0200000000000000" charset="-122"/>
                <a:cs typeface="Noto Sans SC" panose="020B0200000000000000" charset="-122"/>
                <a:sym typeface="Noto Sans SC" panose="020B0200000000000000" charset="-122"/>
              </a:rPr>
              <a:t>将非结构化的现场工艺描述，转化为可审核、可落表、可追溯的PWPS参考字段。通过自动化数据采集与标准化映射，彻底解决信息缺失、标准割裂与人工操作低效的问题，为焊接工艺评定提供精准、可靠的数据支撑，实现业务流程的提质增效。</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217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EEEEEE">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492500" y="3606800"/>
            <a:ext cx="5207000" cy="5207000"/>
          </a:xfrm>
          <a:prstGeom prst="ellipse">
            <a:avLst/>
          </a:prstGeom>
          <a:gradFill rotWithShape="1">
            <a:gsLst>
              <a:gs pos="0">
                <a:srgbClr val="4472C4">
                  <a:alpha val="20000"/>
                </a:srgbClr>
              </a:gs>
              <a:gs pos="100000">
                <a:srgbClr val="4472C4">
                  <a:alpha val="0"/>
                </a:srgbClr>
              </a:gs>
            </a:gsLst>
            <a:lin ang="27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181100" y="520700"/>
            <a:ext cx="9982200" cy="9982200"/>
          </a:xfrm>
          <a:prstGeom prst="ellipse">
            <a:avLst/>
          </a:prstGeom>
          <a:noFill/>
          <a:ln w="12700" cap="flat" cmpd="sng">
            <a:gradFill rotWithShape="0">
              <a:gsLst>
                <a:gs pos="0">
                  <a:srgbClr val="D9D9D9">
                    <a:alpha val="50000"/>
                  </a:srgbClr>
                </a:gs>
                <a:gs pos="100000">
                  <a:srgbClr val="D9D9D9">
                    <a:alpha val="0"/>
                  </a:srgbClr>
                </a:gs>
              </a:gsLst>
              <a:lin ang="5400000"/>
            </a:gradFill>
            <a:prstDash val="solid"/>
            <a:miter lim="10000000"/>
          </a:ln>
        </p:spPr>
        <p:txBody>
          <a:bodyPr vert="horz" wrap="square" lIns="63500" tIns="63500" rIns="63500" bIns="63500" rtlCol="0" anchor="ctr"/>
          <a:lstStyle/>
          <a:p>
            <a:pPr algn="ctr">
              <a:defRPr/>
            </a:pPr>
          </a:p>
        </p:txBody>
      </p:sp>
      <p:sp>
        <p:nvSpPr>
          <p:cNvPr id="5" name="AutoShape 5"/>
          <p:cNvSpPr/>
          <p:nvPr/>
        </p:nvSpPr>
        <p:spPr>
          <a:xfrm>
            <a:off x="2514600" y="2628900"/>
            <a:ext cx="7150100" cy="7150100"/>
          </a:xfrm>
          <a:prstGeom prst="ellipse">
            <a:avLst/>
          </a:prstGeom>
          <a:noFill/>
          <a:ln w="12700" cap="flat" cmpd="sng">
            <a:solidFill>
              <a:srgbClr val="D9D9D9">
                <a:alpha val="50000"/>
              </a:srgbClr>
            </a:solidFill>
            <a:prstDash val="solid"/>
            <a:miter lim="10000000"/>
          </a:ln>
        </p:spPr>
        <p:txBody>
          <a:bodyPr vert="horz" wrap="square" lIns="63500" tIns="63500" rIns="63500" bIns="63500" rtlCol="0" anchor="ctr"/>
          <a:lstStyle/>
          <a:p>
            <a:pPr algn="ctr">
              <a:defRPr/>
            </a:pPr>
          </a:p>
        </p:txBody>
      </p:sp>
      <p:sp>
        <p:nvSpPr>
          <p:cNvPr id="6" name="AutoShape 6"/>
          <p:cNvSpPr/>
          <p:nvPr/>
        </p:nvSpPr>
        <p:spPr>
          <a:xfrm>
            <a:off x="2552700" y="355600"/>
            <a:ext cx="9982200" cy="9982200"/>
          </a:xfrm>
          <a:prstGeom prst="ellipse">
            <a:avLst/>
          </a:prstGeom>
          <a:noFill/>
          <a:ln w="12700" cap="flat" cmpd="sng">
            <a:gradFill rotWithShape="0">
              <a:gsLst>
                <a:gs pos="0">
                  <a:srgbClr val="D9D9D9">
                    <a:alpha val="50000"/>
                  </a:srgbClr>
                </a:gs>
                <a:gs pos="100000">
                  <a:srgbClr val="D9D9D9">
                    <a:alpha val="0"/>
                  </a:srgbClr>
                </a:gs>
              </a:gsLst>
              <a:lin ang="5400000"/>
            </a:gradFill>
            <a:prstDash val="solid"/>
            <a:miter lim="10000000"/>
          </a:ln>
        </p:spPr>
        <p:txBody>
          <a:bodyPr vert="horz" wrap="square" lIns="63500" tIns="63500" rIns="63500" bIns="63500" rtlCol="0" anchor="ctr"/>
          <a:lstStyle/>
          <a:p>
            <a:pPr algn="ctr">
              <a:defRPr/>
            </a:pPr>
          </a:p>
        </p:txBody>
      </p:sp>
      <p:sp>
        <p:nvSpPr>
          <p:cNvPr id="7" name="AutoShape 7"/>
          <p:cNvSpPr/>
          <p:nvPr/>
        </p:nvSpPr>
        <p:spPr>
          <a:xfrm>
            <a:off x="1104900" y="1219200"/>
            <a:ext cx="9982200" cy="9982200"/>
          </a:xfrm>
          <a:prstGeom prst="ellipse">
            <a:avLst/>
          </a:prstGeom>
          <a:noFill/>
          <a:ln w="12700" cap="flat" cmpd="sng">
            <a:solidFill>
              <a:srgbClr val="D9D9D9">
                <a:alpha val="100000"/>
              </a:srgbClr>
            </a:solidFill>
            <a:prstDash val="solid"/>
            <a:miter lim="10000000"/>
          </a:ln>
        </p:spPr>
        <p:txBody>
          <a:bodyPr vert="horz" wrap="square" lIns="63500" tIns="63500" rIns="63500" bIns="63500" rtlCol="0" anchor="ctr"/>
          <a:lstStyle/>
          <a:p>
            <a:pPr algn="ctr">
              <a:defRPr/>
            </a:pPr>
          </a:p>
        </p:txBody>
      </p:sp>
      <p:sp>
        <p:nvSpPr>
          <p:cNvPr id="8" name="AutoShape 8"/>
          <p:cNvSpPr/>
          <p:nvPr/>
        </p:nvSpPr>
        <p:spPr>
          <a:xfrm>
            <a:off x="381000" y="381000"/>
            <a:ext cx="11430000" cy="889000"/>
          </a:xfrm>
          <a:prstGeom prst="roundRect">
            <a:avLst>
              <a:gd name="adj" fmla="val 0"/>
            </a:avLst>
          </a:prstGeom>
          <a:gradFill rotWithShape="1">
            <a:gsLst>
              <a:gs pos="0">
                <a:srgbClr val="4472C4">
                  <a:alpha val="100000"/>
                </a:srgbClr>
              </a:gs>
              <a:gs pos="100000">
                <a:srgbClr val="2F5597">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08000" y="4445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 解决方案总览</a:t>
            </a:r>
            <a:endParaRPr lang="en-US" sz="1100"/>
          </a:p>
        </p:txBody>
      </p:sp>
      <p:sp>
        <p:nvSpPr>
          <p:cNvPr id="10" name="AutoShape 10"/>
          <p:cNvSpPr/>
          <p:nvPr/>
        </p:nvSpPr>
        <p:spPr>
          <a:xfrm>
            <a:off x="381000" y="1397000"/>
            <a:ext cx="11430000" cy="107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08000" y="1460500"/>
            <a:ext cx="1117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C217C"/>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核心引擎：证据与约束总线</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整合用户约束字段、本地MHPWPS-062专业模板、Tavily MCP行业相似资料与行业默认值兜底，构建标准化数据底座。通过多源数据融合，解决单一输入的信息偏差，为下游智能处理提供高质量、可溯源的初始数据支撑。</a:t>
            </a:r>
            <a:endParaRPr lang="en-US" sz="1100"/>
          </a:p>
        </p:txBody>
      </p:sp>
      <p:sp>
        <p:nvSpPr>
          <p:cNvPr id="12" name="AutoShape 12"/>
          <p:cNvSpPr/>
          <p:nvPr/>
        </p:nvSpPr>
        <p:spPr>
          <a:xfrm>
            <a:off x="381000" y="2667000"/>
            <a:ext cx="3683000" cy="2349500"/>
          </a:xfrm>
          <a:prstGeom prst="roundRect">
            <a:avLst>
              <a:gd name="adj" fmla="val 0"/>
            </a:avLst>
          </a:prstGeom>
          <a:solidFill>
            <a:srgbClr val="F0F6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81000" y="2667000"/>
            <a:ext cx="3683000" cy="508000"/>
          </a:xfrm>
          <a:prstGeom prst="roundRect">
            <a:avLst>
              <a:gd name="adj" fmla="val 0"/>
            </a:avLst>
          </a:prstGeom>
          <a:solidFill>
            <a:srgbClr val="4472C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44500" y="2692400"/>
            <a:ext cx="3556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重问智能体 · 输入解析与补全</a:t>
            </a:r>
            <a:endParaRPr lang="en-US" sz="1100"/>
          </a:p>
        </p:txBody>
      </p:sp>
      <p:sp>
        <p:nvSpPr>
          <p:cNvPr id="15" name="AutoShape 15"/>
          <p:cNvSpPr/>
          <p:nvPr/>
        </p:nvSpPr>
        <p:spPr>
          <a:xfrm>
            <a:off x="444500" y="3238500"/>
            <a:ext cx="355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2D2D2D"/>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自然语言描述或结构化JSON双模式灵活输入，自动完成关键业务字段的智能抽取。针对缺失的必要参数、非法的枚举值或逻辑冲突内容，系统自动发起交互式追问流程，确保进入下一环节的用户需求信息具备高度的完整性与业务有效性。</a:t>
            </a:r>
            <a:endParaRPr lang="en-US" sz="1100"/>
          </a:p>
        </p:txBody>
      </p:sp>
      <p:sp>
        <p:nvSpPr>
          <p:cNvPr id="16" name="AutoShape 16"/>
          <p:cNvSpPr/>
          <p:nvPr/>
        </p:nvSpPr>
        <p:spPr>
          <a:xfrm>
            <a:off x="4254500" y="2667000"/>
            <a:ext cx="3683000" cy="2349500"/>
          </a:xfrm>
          <a:prstGeom prst="roundRect">
            <a:avLst>
              <a:gd name="adj" fmla="val 0"/>
            </a:avLst>
          </a:prstGeom>
          <a:solidFill>
            <a:srgbClr val="F0F6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254500" y="2667000"/>
            <a:ext cx="3683000" cy="508000"/>
          </a:xfrm>
          <a:prstGeom prst="roundRect">
            <a:avLst>
              <a:gd name="adj" fmla="val 0"/>
            </a:avLst>
          </a:prstGeom>
          <a:solidFill>
            <a:srgbClr val="4472C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318000" y="2692400"/>
            <a:ext cx="3556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标准制定智能体 · 知识生成</a:t>
            </a:r>
            <a:endParaRPr lang="en-US" sz="1100"/>
          </a:p>
        </p:txBody>
      </p:sp>
      <p:sp>
        <p:nvSpPr>
          <p:cNvPr id="19" name="AutoShape 19"/>
          <p:cNvSpPr/>
          <p:nvPr/>
        </p:nvSpPr>
        <p:spPr>
          <a:xfrm>
            <a:off x="4318000" y="3238500"/>
            <a:ext cx="355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2D2D2D"/>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读取本地WPS标准模板框架，联动外部MCP检索行业同类优质案例与规范。结合大模型深度推理能力与预设的行业默认值兜底机制，将抽象需求转化为符合企业标准的结构化字段内容。实现从非结构化信息到专业标准条款的智能化跨越。</a:t>
            </a:r>
            <a:endParaRPr lang="en-US" sz="1100"/>
          </a:p>
        </p:txBody>
      </p:sp>
      <p:sp>
        <p:nvSpPr>
          <p:cNvPr id="20" name="AutoShape 20"/>
          <p:cNvSpPr/>
          <p:nvPr/>
        </p:nvSpPr>
        <p:spPr>
          <a:xfrm>
            <a:off x="8064500" y="2667000"/>
            <a:ext cx="3683000" cy="2349500"/>
          </a:xfrm>
          <a:prstGeom prst="roundRect">
            <a:avLst>
              <a:gd name="adj" fmla="val 0"/>
            </a:avLst>
          </a:prstGeom>
          <a:solidFill>
            <a:srgbClr val="F0F6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064500" y="2667000"/>
            <a:ext cx="3683000" cy="508000"/>
          </a:xfrm>
          <a:prstGeom prst="roundRect">
            <a:avLst>
              <a:gd name="adj" fmla="val 0"/>
            </a:avLst>
          </a:prstGeom>
          <a:solidFill>
            <a:srgbClr val="4472C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128000" y="2692400"/>
            <a:ext cx="3556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文档生成智能体 · 成果落地</a:t>
            </a:r>
            <a:endParaRPr lang="en-US" sz="1100"/>
          </a:p>
        </p:txBody>
      </p:sp>
      <p:sp>
        <p:nvSpPr>
          <p:cNvPr id="23" name="AutoShape 23"/>
          <p:cNvSpPr/>
          <p:nvPr/>
        </p:nvSpPr>
        <p:spPr>
          <a:xfrm>
            <a:off x="8128000" y="3238500"/>
            <a:ext cx="355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2D2D2D"/>
                </a:solidFill>
                <a:latin typeface="Noto Sans SC" panose="020B0200000000000000" charset="-122"/>
                <a:ea typeface="Noto Sans SC" panose="020B0200000000000000" charset="-122"/>
                <a:cs typeface="Noto Sans SC" panose="020B0200000000000000" charset="-122"/>
                <a:sym typeface="Noto Sans SC" panose="020B0200000000000000" charset="-122"/>
              </a:rPr>
              <a:t>将生成的合规字段数据精准映射并批量填充至DOCX模板的指定位置，自动完成格式排版、编号校验与内容对齐。不仅输出一份逻辑严谨、格式规范、可直接提交人工审核的焊接标准作业指导书，还同步产出结构化JSON文件，实现业务文档与数据资产的双重交付。</a:t>
            </a:r>
            <a:endParaRPr lang="en-US" sz="1100"/>
          </a:p>
        </p:txBody>
      </p:sp>
      <p:sp>
        <p:nvSpPr>
          <p:cNvPr id="24" name="AutoShape 24"/>
          <p:cNvSpPr/>
          <p:nvPr/>
        </p:nvSpPr>
        <p:spPr>
          <a:xfrm>
            <a:off x="381000" y="5143500"/>
            <a:ext cx="11430000" cy="1460500"/>
          </a:xfrm>
          <a:prstGeom prst="roundRect">
            <a:avLst>
              <a:gd name="adj" fmla="val 0"/>
            </a:avLst>
          </a:prstGeom>
          <a:gradFill rotWithShape="1">
            <a:gsLst>
              <a:gs pos="0">
                <a:srgbClr val="1C217C">
                  <a:alpha val="92000"/>
                </a:srgbClr>
              </a:gs>
              <a:gs pos="100000">
                <a:srgbClr val="2F5597">
                  <a:alpha val="95000"/>
                </a:srgbClr>
              </a:gs>
            </a:gsLst>
            <a:lin ang="2700000"/>
          </a:gra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44500" y="5207000"/>
            <a:ext cx="5588000" cy="1270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508000" y="523240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9CCE3"/>
                </a:solidFill>
                <a:latin typeface="微软雅黑" panose="020B0503020204020204" charset="-122"/>
                <a:ea typeface="微软雅黑" panose="020B0503020204020204" charset="-122"/>
                <a:cs typeface="微软雅黑" panose="020B0503020204020204" charset="-122"/>
                <a:sym typeface="微软雅黑" panose="020B0503020204020204" charset="-122"/>
              </a:rPr>
              <a:t>数据资产：document_fields.JSON</a:t>
            </a:r>
            <a:endParaRPr lang="en-US" sz="1100"/>
          </a:p>
        </p:txBody>
      </p:sp>
      <p:sp>
        <p:nvSpPr>
          <p:cNvPr id="27" name="AutoShape 27"/>
          <p:cNvSpPr/>
          <p:nvPr/>
        </p:nvSpPr>
        <p:spPr>
          <a:xfrm>
            <a:off x="508000" y="5651500"/>
            <a:ext cx="546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结构化键值对存储所有业务约束与生成内容，字段含义明确，可无缝对接下游业务系统进行自动化流转，为后续的数字化分析与流程打通提供基础数据支持。</a:t>
            </a:r>
            <a:endParaRPr lang="en-US" sz="1100"/>
          </a:p>
        </p:txBody>
      </p:sp>
      <p:cxnSp>
        <p:nvCxnSpPr>
          <p:cNvPr id="28" name="Connector 28"/>
          <p:cNvCxnSpPr/>
          <p:nvPr/>
        </p:nvCxnSpPr>
        <p:spPr>
          <a:xfrm rot="5361804">
            <a:off x="5524500" y="5835685"/>
            <a:ext cx="11430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29" name="AutoShape 29"/>
          <p:cNvSpPr/>
          <p:nvPr/>
        </p:nvSpPr>
        <p:spPr>
          <a:xfrm>
            <a:off x="6223000" y="5207000"/>
            <a:ext cx="5588000" cy="1270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286500" y="523240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9CCE3"/>
                </a:solidFill>
                <a:latin typeface="微软雅黑" panose="020B0503020204020204" charset="-122"/>
                <a:ea typeface="微软雅黑" panose="020B0503020204020204" charset="-122"/>
                <a:cs typeface="微软雅黑" panose="020B0503020204020204" charset="-122"/>
                <a:sym typeface="微软雅黑" panose="020B0503020204020204" charset="-122"/>
              </a:rPr>
              <a:t>交付成果：可执行焊接标准文档</a:t>
            </a:r>
            <a:endParaRPr lang="en-US" sz="1100"/>
          </a:p>
        </p:txBody>
      </p:sp>
      <p:sp>
        <p:nvSpPr>
          <p:cNvPr id="31" name="AutoShape 31"/>
          <p:cNvSpPr/>
          <p:nvPr/>
        </p:nvSpPr>
        <p:spPr>
          <a:xfrm>
            <a:off x="6286500" y="5651500"/>
            <a:ext cx="546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符合企业内部规范的可编辑Word文档，内容专业、格式合规，大幅缩短人工撰写周期。文档可直接进入专家审核环节，经确认后即可指导现场实际作业，提升业务落地效率。</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03 智能体一：缺陷重问</a:t>
            </a:r>
            <a:endParaRPr lang="en-US" sz="1100"/>
          </a:p>
        </p:txBody>
      </p:sp>
      <p:sp>
        <p:nvSpPr>
          <p:cNvPr id="3" name="AutoShape 3"/>
          <p:cNvSpPr/>
          <p:nvPr/>
        </p:nvSpPr>
        <p:spPr>
          <a:xfrm>
            <a:off x="508000" y="1651000"/>
            <a:ext cx="3619500" cy="2857500"/>
          </a:xfrm>
          <a:prstGeom prst="roundRect">
            <a:avLst>
              <a:gd name="adj" fmla="val 0"/>
            </a:avLst>
          </a:prstGeom>
          <a:solidFill>
            <a:srgbClr val="3B82F6">
              <a:alpha val="9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651000"/>
            <a:ext cx="3619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98500" y="1841500"/>
            <a:ext cx="323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关键必填字段体系</a:t>
            </a:r>
            <a:endParaRPr lang="en-US" sz="1100"/>
          </a:p>
        </p:txBody>
      </p:sp>
      <p:sp>
        <p:nvSpPr>
          <p:cNvPr id="6" name="AutoShape 6"/>
          <p:cNvSpPr/>
          <p:nvPr/>
        </p:nvSpPr>
        <p:spPr>
          <a:xfrm>
            <a:off x="698500" y="2413000"/>
            <a:ext cx="3365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焊接全流程核心要素：明确焊接工艺类型（SMAW/GTAW/GMAW等）、焊接对象属性（管道/板材/管件/设备）、接头连接形式（对接/角接/搭接等），并强制绑定母材基础参数（牌号规格、物理尺寸如厚度与管径），形成标准化的信息采集基准。</a:t>
            </a:r>
            <a:endParaRPr lang="en-US" sz="1100"/>
          </a:p>
        </p:txBody>
      </p:sp>
      <p:sp>
        <p:nvSpPr>
          <p:cNvPr id="7" name="AutoShape 7"/>
          <p:cNvSpPr/>
          <p:nvPr/>
        </p:nvSpPr>
        <p:spPr>
          <a:xfrm>
            <a:off x="4343400" y="1651000"/>
            <a:ext cx="3619500" cy="2857500"/>
          </a:xfrm>
          <a:prstGeom prst="roundRect">
            <a:avLst>
              <a:gd name="adj" fmla="val 0"/>
            </a:avLst>
          </a:prstGeom>
          <a:solidFill>
            <a:srgbClr val="3B82F6">
              <a:alpha val="9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4343400" y="1651000"/>
            <a:ext cx="3619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533900" y="1841500"/>
            <a:ext cx="323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智能交互处理能力</a:t>
            </a:r>
            <a:endParaRPr lang="en-US" sz="1100"/>
          </a:p>
        </p:txBody>
      </p:sp>
      <p:sp>
        <p:nvSpPr>
          <p:cNvPr id="10" name="AutoShape 10"/>
          <p:cNvSpPr/>
          <p:nvPr/>
        </p:nvSpPr>
        <p:spPr>
          <a:xfrm>
            <a:off x="4533900" y="2413000"/>
            <a:ext cx="3365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中文NLP的自然语言字段精准抽取，支持复合工艺场景识别（如GTAW+SMAW组合）；内置规则引擎完成枚举值合法性校验，同时具备会话记忆能力，可保留最多五轮问答上下文状态，保障信息补全的连贯性与准确性。</a:t>
            </a:r>
            <a:endParaRPr lang="en-US" sz="1100"/>
          </a:p>
        </p:txBody>
      </p:sp>
      <p:sp>
        <p:nvSpPr>
          <p:cNvPr id="11" name="AutoShape 11"/>
          <p:cNvSpPr/>
          <p:nvPr/>
        </p:nvSpPr>
        <p:spPr>
          <a:xfrm>
            <a:off x="8191500" y="1651000"/>
            <a:ext cx="3619500" cy="2857500"/>
          </a:xfrm>
          <a:prstGeom prst="roundRect">
            <a:avLst>
              <a:gd name="adj" fmla="val 0"/>
            </a:avLst>
          </a:prstGeom>
          <a:solidFill>
            <a:srgbClr val="3B82F6">
              <a:alpha val="9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8191500" y="1651000"/>
            <a:ext cx="3619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382000" y="1841500"/>
            <a:ext cx="323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结构化数据交付</a:t>
            </a:r>
            <a:endParaRPr lang="en-US" sz="1100"/>
          </a:p>
        </p:txBody>
      </p:sp>
      <p:sp>
        <p:nvSpPr>
          <p:cNvPr id="14" name="AutoShape 14"/>
          <p:cNvSpPr/>
          <p:nvPr/>
        </p:nvSpPr>
        <p:spPr>
          <a:xfrm>
            <a:off x="8382000" y="2413000"/>
            <a:ext cx="3365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包含完整信息的complete_case字典，自动标记缺失字段(missing_keys)与无效输入(invalid_keys)；面向终端用户生成友好的中文追问提示，同时输出符合下游系统规范的JSON约束数据，无缝衔接标准制定智能体的业务逻辑。</a:t>
            </a:r>
            <a:endParaRPr lang="en-US" sz="1100"/>
          </a:p>
        </p:txBody>
      </p:sp>
      <p:sp>
        <p:nvSpPr>
          <p:cNvPr id="15" name="AutoShape 15"/>
          <p:cNvSpPr/>
          <p:nvPr/>
        </p:nvSpPr>
        <p:spPr>
          <a:xfrm>
            <a:off x="508000" y="4699000"/>
            <a:ext cx="11303000" cy="1778000"/>
          </a:xfrm>
          <a:prstGeom prst="roundRect">
            <a:avLst>
              <a:gd name="adj" fmla="val 0"/>
            </a:avLst>
          </a:prstGeom>
          <a:solidFill>
            <a:srgbClr val="1E40AF">
              <a:alpha val="9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508000" y="4699000"/>
            <a:ext cx="1651000" cy="1778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71500" y="4953000"/>
            <a:ext cx="1524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a:t>
            </a:r>
            <a:b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a:t>
            </a:r>
            <a:endParaRPr lang="en-US" sz="1100"/>
          </a:p>
        </p:txBody>
      </p:sp>
      <p:cxnSp>
        <p:nvCxnSpPr>
          <p:cNvPr id="18" name="Connector 18"/>
          <p:cNvCxnSpPr/>
          <p:nvPr/>
        </p:nvCxnSpPr>
        <p:spPr>
          <a:xfrm rot="5368748">
            <a:off x="1587500" y="5581679"/>
            <a:ext cx="13970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19" name="AutoShape 19"/>
          <p:cNvSpPr/>
          <p:nvPr/>
        </p:nvSpPr>
        <p:spPr>
          <a:xfrm>
            <a:off x="2476500" y="4889500"/>
            <a:ext cx="4064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用户输入场景：</a:t>
            </a:r>
            <a:endParaRPr lang="en-US" sz="1100"/>
          </a:p>
        </p:txBody>
      </p:sp>
      <p:sp>
        <p:nvSpPr>
          <p:cNvPr id="20" name="AutoShape 20"/>
          <p:cNvSpPr/>
          <p:nvPr/>
        </p:nvSpPr>
        <p:spPr>
          <a:xfrm>
            <a:off x="2476500" y="53340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“本次作业采用 GTAW 打底 + SMAW 填充的组合工艺，待加工工件为工业输送管道。”</a:t>
            </a:r>
            <a:endParaRPr lang="en-US" sz="1100"/>
          </a:p>
        </p:txBody>
      </p:sp>
      <p:pic>
        <p:nvPicPr>
          <p:cNvPr id="21" name="Picture 2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94500" y="5207000"/>
            <a:ext cx="304800" cy="304800"/>
          </a:xfrm>
          <a:prstGeom prst="rect">
            <a:avLst/>
          </a:prstGeom>
        </p:spPr>
      </p:pic>
      <p:sp>
        <p:nvSpPr>
          <p:cNvPr id="22" name="AutoShape 22"/>
          <p:cNvSpPr/>
          <p:nvPr/>
        </p:nvSpPr>
        <p:spPr>
          <a:xfrm>
            <a:off x="7302500" y="4889500"/>
            <a:ext cx="431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智能体自动化响应：</a:t>
            </a:r>
            <a:endParaRPr lang="en-US" sz="1100"/>
          </a:p>
        </p:txBody>
      </p:sp>
      <p:sp>
        <p:nvSpPr>
          <p:cNvPr id="23" name="AutoShape 23"/>
          <p:cNvSpPr/>
          <p:nvPr/>
        </p:nvSpPr>
        <p:spPr>
          <a:xfrm>
            <a:off x="7302500" y="5334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自动判定缺失接头形式、母材牌号及壁厚参数，生成追问：“请补充该管道的接头连接形式（如对接/角接）、母材具体牌号以及实际管径或壁厚尺寸，以便进行合规性判定。”</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04 智能体二：标准制定</a:t>
            </a:r>
            <a:endParaRPr lang="en-US" sz="1100"/>
          </a:p>
        </p:txBody>
      </p:sp>
      <p:sp>
        <p:nvSpPr>
          <p:cNvPr id="3" name="AutoShape 3"/>
          <p:cNvSpPr/>
          <p:nvPr/>
        </p:nvSpPr>
        <p:spPr>
          <a:xfrm>
            <a:off x="508000" y="1524000"/>
            <a:ext cx="3632200" cy="2984500"/>
          </a:xfrm>
          <a:prstGeom prst="roundRect">
            <a:avLst>
              <a:gd name="adj" fmla="val 0"/>
            </a:avLst>
          </a:prstGeom>
          <a:solidFill>
            <a:srgbClr val="3B82F6">
              <a:alpha val="9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524000"/>
            <a:ext cx="3632200" cy="609600"/>
          </a:xfrm>
          <a:prstGeom prst="roundRect">
            <a:avLst>
              <a:gd name="adj" fmla="val 0"/>
            </a:avLst>
          </a:prstGeom>
          <a:solidFill>
            <a:srgbClr val="3B82F6">
              <a:alpha val="1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60400" y="1562100"/>
            <a:ext cx="3302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输入约束：边界条件定义</a:t>
            </a:r>
            <a:endParaRPr lang="en-US" sz="1100"/>
          </a:p>
        </p:txBody>
      </p:sp>
      <p:sp>
        <p:nvSpPr>
          <p:cNvPr id="6" name="AutoShape 6"/>
          <p:cNvSpPr/>
          <p:nvPr/>
        </p:nvSpPr>
        <p:spPr>
          <a:xfrm>
            <a:off x="660400" y="2286000"/>
            <a:ext cx="3327400" cy="825500"/>
          </a:xfrm>
          <a:prstGeom prst="roundRect">
            <a:avLst>
              <a:gd name="adj" fmla="val 0"/>
            </a:avLst>
          </a:prstGeom>
          <a:solidFill>
            <a:srgbClr val="3B82F6">
              <a:alpha val="1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324100"/>
            <a:ext cx="3124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焊接工艺 · 焊接对象 · 接头类型</a:t>
            </a:r>
            <a:b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母材材质 · 厚度/直径规格</a:t>
            </a:r>
            <a:endParaRPr lang="en-US" sz="1100"/>
          </a:p>
        </p:txBody>
      </p:sp>
      <p:sp>
        <p:nvSpPr>
          <p:cNvPr id="8" name="AutoShape 8"/>
          <p:cNvSpPr/>
          <p:nvPr/>
        </p:nvSpPr>
        <p:spPr>
          <a:xfrm>
            <a:off x="660400" y="3238500"/>
            <a:ext cx="33274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通过明确的结构化输入维度，为智能体的后续推理划定物理与工艺边界。确保系统仅在符合实际生产场景的参数范围内进行逻辑推演，从源头减少无效计算。</a:t>
            </a:r>
            <a:endParaRPr lang="en-US" sz="1100"/>
          </a:p>
        </p:txBody>
      </p:sp>
      <p:sp>
        <p:nvSpPr>
          <p:cNvPr id="9" name="AutoShape 9"/>
          <p:cNvSpPr/>
          <p:nvPr/>
        </p:nvSpPr>
        <p:spPr>
          <a:xfrm>
            <a:off x="4356100" y="1524000"/>
            <a:ext cx="3632200" cy="2984500"/>
          </a:xfrm>
          <a:prstGeom prst="roundRect">
            <a:avLst>
              <a:gd name="adj" fmla="val 0"/>
            </a:avLst>
          </a:prstGeom>
          <a:solidFill>
            <a:srgbClr val="10B981">
              <a:alpha val="9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356100" y="1524000"/>
            <a:ext cx="3632200" cy="609600"/>
          </a:xfrm>
          <a:prstGeom prst="roundRect">
            <a:avLst>
              <a:gd name="adj" fmla="val 0"/>
            </a:avLst>
          </a:prstGeom>
          <a:solidFill>
            <a:srgbClr val="10B981">
              <a:alpha val="1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508500" y="1562100"/>
            <a:ext cx="3302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证据增强：多源数据校验</a:t>
            </a:r>
            <a:endParaRPr lang="en-US" sz="1100"/>
          </a:p>
        </p:txBody>
      </p:sp>
      <p:sp>
        <p:nvSpPr>
          <p:cNvPr id="12" name="AutoShape 12"/>
          <p:cNvSpPr/>
          <p:nvPr/>
        </p:nvSpPr>
        <p:spPr>
          <a:xfrm>
            <a:off x="4508500" y="2286000"/>
            <a:ext cx="3327400" cy="825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610100" y="2324100"/>
            <a:ext cx="3124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本地模板 · 相似工况库 · Tavily搜索</a:t>
            </a:r>
            <a:b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无效信息智能过滤</a:t>
            </a:r>
            <a:endParaRPr lang="en-US" sz="1100"/>
          </a:p>
        </p:txBody>
      </p:sp>
      <p:sp>
        <p:nvSpPr>
          <p:cNvPr id="14" name="AutoShape 14"/>
          <p:cNvSpPr/>
          <p:nvPr/>
        </p:nvSpPr>
        <p:spPr>
          <a:xfrm>
            <a:off x="4508500" y="3238500"/>
            <a:ext cx="33274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融合内部知识库与外部行业数据。自动读取标准模板，构造类比查询，并对检索结果进行清洗降噪，为生成的标准内容提供可追溯的事实依据，提升结论的可靠性。</a:t>
            </a:r>
            <a:endParaRPr lang="en-US" sz="1100"/>
          </a:p>
        </p:txBody>
      </p:sp>
      <p:sp>
        <p:nvSpPr>
          <p:cNvPr id="15" name="AutoShape 15"/>
          <p:cNvSpPr/>
          <p:nvPr/>
        </p:nvSpPr>
        <p:spPr>
          <a:xfrm>
            <a:off x="8204200" y="1524000"/>
            <a:ext cx="3632200" cy="2984500"/>
          </a:xfrm>
          <a:prstGeom prst="roundRect">
            <a:avLst>
              <a:gd name="adj" fmla="val 0"/>
            </a:avLst>
          </a:prstGeom>
          <a:solidFill>
            <a:srgbClr val="8B5CF6">
              <a:alpha val="9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204200" y="1524000"/>
            <a:ext cx="3632200" cy="609600"/>
          </a:xfrm>
          <a:prstGeom prst="roundRect">
            <a:avLst>
              <a:gd name="adj" fmla="val 0"/>
            </a:avLst>
          </a:prstGeom>
          <a:solidFill>
            <a:srgbClr val="8B5CF6">
              <a:alpha val="1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356600" y="1562100"/>
            <a:ext cx="3302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7C3AED"/>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字段生成：混合策略落地</a:t>
            </a:r>
            <a:endParaRPr lang="en-US" sz="1100"/>
          </a:p>
        </p:txBody>
      </p:sp>
      <p:sp>
        <p:nvSpPr>
          <p:cNvPr id="18" name="AutoShape 18"/>
          <p:cNvSpPr/>
          <p:nvPr/>
        </p:nvSpPr>
        <p:spPr>
          <a:xfrm>
            <a:off x="8356600" y="2286000"/>
            <a:ext cx="3327400" cy="825500"/>
          </a:xfrm>
          <a:prstGeom prst="roundRect">
            <a:avLst>
              <a:gd name="adj" fmla="val 0"/>
            </a:avLst>
          </a:prstGeom>
          <a:solidFill>
            <a:srgbClr val="8B5CF6">
              <a:alpha val="1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458200" y="2324100"/>
            <a:ext cx="3124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规则先行 · LLM结构化输出</a:t>
            </a:r>
            <a:b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参考值补齐 · 未知留空标记</a:t>
            </a:r>
            <a:endParaRPr lang="en-US" sz="1100"/>
          </a:p>
        </p:txBody>
      </p:sp>
      <p:sp>
        <p:nvSpPr>
          <p:cNvPr id="20" name="AutoShape 20"/>
          <p:cNvSpPr/>
          <p:nvPr/>
        </p:nvSpPr>
        <p:spPr>
          <a:xfrm>
            <a:off x="8356600" y="3238500"/>
            <a:ext cx="33274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先通过固化规则提取基础信息，再由LLM处理复杂逻辑。对可量化的行业参考值自动填充，对于无法确定的非标信息统一标注为“-”，平衡自动化效率与业务严谨性。</a:t>
            </a:r>
            <a:endParaRPr lang="en-US" sz="1100"/>
          </a:p>
        </p:txBody>
      </p:sp>
      <p:sp>
        <p:nvSpPr>
          <p:cNvPr id="21" name="AutoShape 21"/>
          <p:cNvSpPr/>
          <p:nvPr/>
        </p:nvSpPr>
        <p:spPr>
          <a:xfrm>
            <a:off x="508000" y="4699000"/>
            <a:ext cx="11328400" cy="1778000"/>
          </a:xfrm>
          <a:prstGeom prst="roundRect">
            <a:avLst>
              <a:gd name="adj" fmla="val 0"/>
            </a:avLst>
          </a:prstGeom>
          <a:solidFill>
            <a:srgbClr val="1E3A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508000" y="4699000"/>
            <a:ext cx="101600" cy="1778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25500" y="4826000"/>
            <a:ext cx="1054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关键设计：LLM + 规则引擎的双重保障体系</a:t>
            </a:r>
            <a:endParaRPr lang="en-US" sz="1100"/>
          </a:p>
        </p:txBody>
      </p:sp>
      <p:cxnSp>
        <p:nvCxnSpPr>
          <p:cNvPr id="24" name="Connector 24"/>
          <p:cNvCxnSpPr/>
          <p:nvPr/>
        </p:nvCxnSpPr>
        <p:spPr>
          <a:xfrm rot="-4117">
            <a:off x="825504" y="5353050"/>
            <a:ext cx="10604500" cy="12700"/>
          </a:xfrm>
          <a:prstGeom prst="straightConnector1">
            <a:avLst/>
          </a:prstGeom>
          <a:solidFill>
            <a:srgbClr val="DEE0E3">
              <a:alpha val="100000"/>
            </a:srgbClr>
          </a:solidFill>
          <a:ln w="12700" cap="flat" cmpd="sng">
            <a:solidFill>
              <a:srgbClr val="FFFFFF">
                <a:alpha val="25000"/>
              </a:srgbClr>
            </a:solidFill>
            <a:prstDash val="solid"/>
            <a:round/>
            <a:headEnd type="none" w="med" len="med"/>
            <a:tailEnd type="none" w="med" len="med"/>
          </a:ln>
        </p:spPr>
      </p:cxnSp>
      <p:sp>
        <p:nvSpPr>
          <p:cNvPr id="25" name="AutoShape 25"/>
          <p:cNvSpPr/>
          <p:nvPr/>
        </p:nvSpPr>
        <p:spPr>
          <a:xfrm>
            <a:off x="825500" y="5461000"/>
            <a:ext cx="1079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系统核心在于“分工协作”：LLM 负责处理复杂语义理解与综合判断，解决非结构化的决策难题；而预设的业务规则与数据清洗逻辑则作为底层基座，保障输出的稳定性与企业模板的格式安全。对于模糊或不确定的工况，通过“留白待核”机制引入人工干预，在释放自动化价值的同时，为工业场景的高可靠性需求提供了坚实的安全兜底。</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EE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4230" t="15007" r="3461" b="9256"/>
          <a:stretch>
            <a:fillRect/>
          </a:stretch>
        </p:blipFill>
        <p:spPr>
          <a:xfrm>
            <a:off x="1524"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EEEEEE">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2578100"/>
            <a:ext cx="11722100" cy="2921000"/>
          </a:xfrm>
          <a:prstGeom prst="roundRect">
            <a:avLst>
              <a:gd name="adj" fmla="val 0"/>
            </a:avLst>
          </a:prstGeom>
          <a:gradFill rotWithShape="0">
            <a:gsLst>
              <a:gs pos="0">
                <a:srgbClr val="232999">
                  <a:alpha val="100000"/>
                </a:srgbClr>
              </a:gs>
              <a:gs pos="100000">
                <a:srgbClr val="1C217C">
                  <a:alpha val="100000"/>
                </a:srgbClr>
              </a:gs>
            </a:gsLst>
            <a:lin ang="2700000"/>
          </a:gra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a:stretch>
            <a:fillRect/>
          </a:stretch>
        </p:blipFill>
        <p:spPr>
          <a:xfrm>
            <a:off x="622300" y="1879600"/>
            <a:ext cx="5283200" cy="3962400"/>
          </a:xfrm>
          <a:prstGeom prst="rect">
            <a:avLst/>
          </a:prstGeom>
          <a:noFill/>
          <a:ln w="101600" cap="sq" cmpd="sng">
            <a:solidFill>
              <a:srgbClr val="FFFFFF">
                <a:alpha val="100000"/>
              </a:srgbClr>
            </a:solidFill>
            <a:prstDash val="solid"/>
            <a:miter lim="8000000"/>
            <a:headEnd/>
            <a:tailEnd/>
          </a:ln>
          <a:effectLst>
            <a:outerShdw blurRad="63500" algn="ctr" rotWithShape="0">
              <a:srgbClr val="000000">
                <a:alpha val="10000"/>
              </a:srgbClr>
            </a:outerShdw>
          </a:effectLst>
        </p:spPr>
      </p:pic>
      <p:sp>
        <p:nvSpPr>
          <p:cNvPr id="6" name="AutoShape 6"/>
          <p:cNvSpPr/>
          <p:nvPr/>
        </p:nvSpPr>
        <p:spPr>
          <a:xfrm>
            <a:off x="6527800" y="1816100"/>
            <a:ext cx="5334000" cy="584200"/>
          </a:xfrm>
          <a:prstGeom prst="rect">
            <a:avLst/>
          </a:prstGeom>
          <a:noFill/>
          <a:ln w="12700" cap="flat" cmpd="sng">
            <a:noFill/>
            <a:prstDash val="solid"/>
            <a:round/>
          </a:ln>
        </p:spPr>
        <p:txBody>
          <a:bodyPr vert="horz" wrap="none" lIns="88900" tIns="50800" rIns="88900" bIns="50800" rtlCol="0" anchor="ctr" anchorCtr="0"/>
          <a:lstStyle/>
          <a:p>
            <a:pPr marL="0" indent="0" algn="l">
              <a:lnSpc>
                <a:spcPct val="100000"/>
              </a:lnSpc>
              <a:defRPr/>
            </a:pPr>
            <a:r>
              <a:rPr lang="en-US" sz="3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05 智能体三：文档生成</a:t>
            </a:r>
            <a:endParaRPr lang="en-US" sz="1100"/>
          </a:p>
        </p:txBody>
      </p:sp>
      <p:sp>
        <p:nvSpPr>
          <p:cNvPr id="7" name="AutoShape 7"/>
          <p:cNvSpPr/>
          <p:nvPr/>
        </p:nvSpPr>
        <p:spPr>
          <a:xfrm rot="5400000">
            <a:off x="6286500" y="1981200"/>
            <a:ext cx="355600" cy="266700"/>
          </a:xfrm>
          <a:prstGeom prst="triangle">
            <a:avLst>
              <a:gd name="adj" fmla="val 50000"/>
            </a:avLst>
          </a:prstGeom>
          <a:solidFill>
            <a:srgbClr val="D9B08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235700" y="2794000"/>
            <a:ext cx="5207000" cy="279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6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核心字段精准填充</a:t>
            </a:r>
            <a:br>
              <a:rPr lang="en-US" sz="1400" b="0"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br>
            <a:r>
              <a:rPr lang="en-US" sz="1400" b="0"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针对文档中的段落与表格区域差异化处理：段落字段覆盖单位名称、WPS编号、PQR编号、材料类别及预热与电特性等关键信息；表格字段则聚焦接头、焊材、保护气、焊道/焊层参数等结构化数据，实现信息的精准写入。</a:t>
            </a:r>
            <a:endParaRPr lang="en-US" sz="1100"/>
          </a:p>
          <a:p>
            <a:pPr marL="0" indent="0" algn="l">
              <a:lnSpc>
                <a:spcPct val="117000"/>
              </a:lnSpc>
            </a:pPr>
            <a:r>
              <a:rPr lang="en-US" sz="16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智能输出质量管控</a:t>
            </a:r>
            <a:br>
              <a:rPr lang="en-US" sz="1400" b="0"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br>
            <a:r>
              <a:rPr lang="en-US" sz="1400" b="0"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系统支持result路径自动命名，严格保留模板原始表头与格式规范；同时智能清洗“Not found/error”等异常提示，对长英文模板文本做防污染处理，从生成逻辑到格式呈现全链路保障文档的专业性与规范性。</a:t>
            </a:r>
            <a:endParaRPr lang="en-US" sz="1400" b="0"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9" name="Freeform 9"/>
          <p:cNvSpPr/>
          <p:nvPr/>
        </p:nvSpPr>
        <p:spPr>
          <a:xfrm>
            <a:off x="1485900" y="469900"/>
            <a:ext cx="356967" cy="393851"/>
          </a:xfrm>
          <a:custGeom>
            <a:avLst/>
            <a:gdLst/>
            <a:ahLst/>
            <a:cxnLst/>
            <a:rect l="l" t="t" r="r" b="b"/>
            <a:pathLst>
              <a:path w="356967" h="393851">
                <a:moveTo>
                  <a:pt x="298086" y="219219"/>
                </a:moveTo>
                <a:cubicBezTo>
                  <a:pt x="298086" y="222935"/>
                  <a:pt x="298086" y="226651"/>
                  <a:pt x="298086" y="230365"/>
                </a:cubicBezTo>
                <a:cubicBezTo>
                  <a:pt x="301765" y="226651"/>
                  <a:pt x="301765" y="226651"/>
                  <a:pt x="305445" y="226651"/>
                </a:cubicBezTo>
                <a:cubicBezTo>
                  <a:pt x="305445" y="222935"/>
                  <a:pt x="301765" y="219219"/>
                  <a:pt x="301765" y="215504"/>
                </a:cubicBezTo>
                <a:cubicBezTo>
                  <a:pt x="298086" y="219219"/>
                  <a:pt x="298086" y="219219"/>
                  <a:pt x="298086" y="219219"/>
                </a:cubicBezTo>
                <a:close/>
                <a:moveTo>
                  <a:pt x="180323" y="141192"/>
                </a:moveTo>
                <a:cubicBezTo>
                  <a:pt x="176643" y="137476"/>
                  <a:pt x="165603" y="141192"/>
                  <a:pt x="165603" y="144907"/>
                </a:cubicBezTo>
                <a:cubicBezTo>
                  <a:pt x="165603" y="152339"/>
                  <a:pt x="161922" y="152339"/>
                  <a:pt x="165603" y="156054"/>
                </a:cubicBezTo>
                <a:cubicBezTo>
                  <a:pt x="161922" y="156054"/>
                  <a:pt x="161922" y="156054"/>
                  <a:pt x="161922" y="156054"/>
                </a:cubicBezTo>
                <a:cubicBezTo>
                  <a:pt x="165603" y="163486"/>
                  <a:pt x="158243" y="174633"/>
                  <a:pt x="161922" y="178347"/>
                </a:cubicBezTo>
                <a:cubicBezTo>
                  <a:pt x="165603" y="170917"/>
                  <a:pt x="172963" y="159770"/>
                  <a:pt x="180323" y="152339"/>
                </a:cubicBezTo>
                <a:cubicBezTo>
                  <a:pt x="180323" y="152339"/>
                  <a:pt x="176643" y="152339"/>
                  <a:pt x="176643" y="148623"/>
                </a:cubicBezTo>
                <a:cubicBezTo>
                  <a:pt x="180323" y="148623"/>
                  <a:pt x="184003" y="144907"/>
                  <a:pt x="184003" y="141192"/>
                </a:cubicBezTo>
                <a:cubicBezTo>
                  <a:pt x="184003" y="141192"/>
                  <a:pt x="180323" y="137476"/>
                  <a:pt x="180323" y="137476"/>
                </a:cubicBezTo>
                <a:cubicBezTo>
                  <a:pt x="180323" y="137476"/>
                  <a:pt x="180323" y="137476"/>
                  <a:pt x="180323" y="141192"/>
                </a:cubicBezTo>
                <a:close/>
                <a:moveTo>
                  <a:pt x="0" y="278668"/>
                </a:moveTo>
                <a:cubicBezTo>
                  <a:pt x="0" y="278668"/>
                  <a:pt x="0" y="278668"/>
                  <a:pt x="0" y="278668"/>
                </a:cubicBezTo>
                <a:cubicBezTo>
                  <a:pt x="0" y="278668"/>
                  <a:pt x="0" y="274952"/>
                  <a:pt x="0" y="274952"/>
                </a:cubicBezTo>
                <a:cubicBezTo>
                  <a:pt x="3680" y="271236"/>
                  <a:pt x="3680" y="267522"/>
                  <a:pt x="7360" y="267522"/>
                </a:cubicBezTo>
                <a:cubicBezTo>
                  <a:pt x="11040" y="267522"/>
                  <a:pt x="14721" y="267522"/>
                  <a:pt x="18400" y="267522"/>
                </a:cubicBezTo>
                <a:cubicBezTo>
                  <a:pt x="22080" y="267522"/>
                  <a:pt x="25761" y="263806"/>
                  <a:pt x="29440" y="260090"/>
                </a:cubicBezTo>
                <a:cubicBezTo>
                  <a:pt x="33120" y="260090"/>
                  <a:pt x="36801" y="256375"/>
                  <a:pt x="40481" y="256375"/>
                </a:cubicBezTo>
                <a:cubicBezTo>
                  <a:pt x="51521" y="252659"/>
                  <a:pt x="58881" y="245228"/>
                  <a:pt x="66241" y="241512"/>
                </a:cubicBezTo>
                <a:cubicBezTo>
                  <a:pt x="69921" y="230365"/>
                  <a:pt x="66241" y="222935"/>
                  <a:pt x="58881" y="219219"/>
                </a:cubicBezTo>
                <a:cubicBezTo>
                  <a:pt x="58881" y="211788"/>
                  <a:pt x="58881" y="208072"/>
                  <a:pt x="55201" y="204357"/>
                </a:cubicBezTo>
                <a:cubicBezTo>
                  <a:pt x="51521" y="204357"/>
                  <a:pt x="47841" y="204357"/>
                  <a:pt x="47841" y="204357"/>
                </a:cubicBezTo>
                <a:cubicBezTo>
                  <a:pt x="44160" y="200641"/>
                  <a:pt x="44160" y="196925"/>
                  <a:pt x="40481" y="196925"/>
                </a:cubicBezTo>
                <a:cubicBezTo>
                  <a:pt x="44160" y="193210"/>
                  <a:pt x="51521" y="193210"/>
                  <a:pt x="51521" y="185778"/>
                </a:cubicBezTo>
                <a:cubicBezTo>
                  <a:pt x="58881" y="185778"/>
                  <a:pt x="58881" y="174633"/>
                  <a:pt x="66241" y="174633"/>
                </a:cubicBezTo>
                <a:cubicBezTo>
                  <a:pt x="69921" y="174633"/>
                  <a:pt x="73602" y="174633"/>
                  <a:pt x="77281" y="178347"/>
                </a:cubicBezTo>
                <a:cubicBezTo>
                  <a:pt x="77281" y="174633"/>
                  <a:pt x="80961" y="178347"/>
                  <a:pt x="84642" y="174633"/>
                </a:cubicBezTo>
                <a:cubicBezTo>
                  <a:pt x="84642" y="178347"/>
                  <a:pt x="84642" y="178347"/>
                  <a:pt x="80961" y="178347"/>
                </a:cubicBezTo>
                <a:cubicBezTo>
                  <a:pt x="88321" y="178347"/>
                  <a:pt x="92001" y="182063"/>
                  <a:pt x="99362" y="185778"/>
                </a:cubicBezTo>
                <a:cubicBezTo>
                  <a:pt x="103041" y="189494"/>
                  <a:pt x="106722" y="189494"/>
                  <a:pt x="110402" y="196925"/>
                </a:cubicBezTo>
                <a:cubicBezTo>
                  <a:pt x="110402" y="200641"/>
                  <a:pt x="110402" y="208072"/>
                  <a:pt x="114082" y="211788"/>
                </a:cubicBezTo>
                <a:cubicBezTo>
                  <a:pt x="114082" y="211788"/>
                  <a:pt x="114082" y="211788"/>
                  <a:pt x="110402" y="211788"/>
                </a:cubicBezTo>
                <a:cubicBezTo>
                  <a:pt x="114082" y="219219"/>
                  <a:pt x="121442" y="226651"/>
                  <a:pt x="128802" y="230365"/>
                </a:cubicBezTo>
                <a:cubicBezTo>
                  <a:pt x="128802" y="234081"/>
                  <a:pt x="132483" y="245228"/>
                  <a:pt x="128802" y="248944"/>
                </a:cubicBezTo>
                <a:cubicBezTo>
                  <a:pt x="125122" y="252659"/>
                  <a:pt x="121442" y="252659"/>
                  <a:pt x="121442" y="252659"/>
                </a:cubicBezTo>
                <a:cubicBezTo>
                  <a:pt x="114082" y="260090"/>
                  <a:pt x="110402" y="278668"/>
                  <a:pt x="117762" y="286099"/>
                </a:cubicBezTo>
                <a:cubicBezTo>
                  <a:pt x="121442" y="286099"/>
                  <a:pt x="121442" y="282383"/>
                  <a:pt x="125122" y="278668"/>
                </a:cubicBezTo>
                <a:cubicBezTo>
                  <a:pt x="125122" y="274952"/>
                  <a:pt x="125122" y="271236"/>
                  <a:pt x="128802" y="267522"/>
                </a:cubicBezTo>
                <a:cubicBezTo>
                  <a:pt x="128802" y="263806"/>
                  <a:pt x="128802" y="252659"/>
                  <a:pt x="132483" y="248944"/>
                </a:cubicBezTo>
                <a:cubicBezTo>
                  <a:pt x="136162" y="245228"/>
                  <a:pt x="143523" y="245228"/>
                  <a:pt x="147202" y="241512"/>
                </a:cubicBezTo>
                <a:cubicBezTo>
                  <a:pt x="147202" y="237797"/>
                  <a:pt x="147202" y="237797"/>
                  <a:pt x="147202" y="234081"/>
                </a:cubicBezTo>
                <a:cubicBezTo>
                  <a:pt x="147202" y="230365"/>
                  <a:pt x="150882" y="226651"/>
                  <a:pt x="154563" y="226651"/>
                </a:cubicBezTo>
                <a:cubicBezTo>
                  <a:pt x="154563" y="219219"/>
                  <a:pt x="147202" y="215504"/>
                  <a:pt x="147202" y="211788"/>
                </a:cubicBezTo>
                <a:cubicBezTo>
                  <a:pt x="143523" y="211788"/>
                  <a:pt x="139842" y="211788"/>
                  <a:pt x="136162" y="211788"/>
                </a:cubicBezTo>
                <a:cubicBezTo>
                  <a:pt x="136162" y="211788"/>
                  <a:pt x="132483" y="208072"/>
                  <a:pt x="132483" y="204357"/>
                </a:cubicBezTo>
                <a:cubicBezTo>
                  <a:pt x="128802" y="200641"/>
                  <a:pt x="125122" y="200641"/>
                  <a:pt x="121442" y="200641"/>
                </a:cubicBezTo>
                <a:cubicBezTo>
                  <a:pt x="121442" y="196925"/>
                  <a:pt x="121442" y="196925"/>
                  <a:pt x="121442" y="193210"/>
                </a:cubicBezTo>
                <a:cubicBezTo>
                  <a:pt x="121442" y="193210"/>
                  <a:pt x="117762" y="193210"/>
                  <a:pt x="117762" y="193210"/>
                </a:cubicBezTo>
                <a:cubicBezTo>
                  <a:pt x="117762" y="193210"/>
                  <a:pt x="117762" y="189494"/>
                  <a:pt x="117762" y="189494"/>
                </a:cubicBezTo>
                <a:cubicBezTo>
                  <a:pt x="114082" y="185778"/>
                  <a:pt x="110402" y="178347"/>
                  <a:pt x="106722" y="174633"/>
                </a:cubicBezTo>
                <a:cubicBezTo>
                  <a:pt x="106722" y="170917"/>
                  <a:pt x="103041" y="170917"/>
                  <a:pt x="99362" y="170917"/>
                </a:cubicBezTo>
                <a:cubicBezTo>
                  <a:pt x="99362" y="170917"/>
                  <a:pt x="95682" y="167201"/>
                  <a:pt x="95682" y="167201"/>
                </a:cubicBezTo>
                <a:cubicBezTo>
                  <a:pt x="92001" y="163486"/>
                  <a:pt x="88321" y="163486"/>
                  <a:pt x="88321" y="159770"/>
                </a:cubicBezTo>
                <a:cubicBezTo>
                  <a:pt x="84642" y="156054"/>
                  <a:pt x="84642" y="152339"/>
                  <a:pt x="80961" y="148623"/>
                </a:cubicBezTo>
                <a:cubicBezTo>
                  <a:pt x="77281" y="148623"/>
                  <a:pt x="77281" y="148623"/>
                  <a:pt x="73602" y="148623"/>
                </a:cubicBezTo>
                <a:cubicBezTo>
                  <a:pt x="69921" y="141192"/>
                  <a:pt x="69921" y="130045"/>
                  <a:pt x="73602" y="122613"/>
                </a:cubicBezTo>
                <a:cubicBezTo>
                  <a:pt x="77281" y="122613"/>
                  <a:pt x="80961" y="118899"/>
                  <a:pt x="88321" y="118899"/>
                </a:cubicBezTo>
                <a:cubicBezTo>
                  <a:pt x="92001" y="115183"/>
                  <a:pt x="95682" y="111467"/>
                  <a:pt x="99362" y="111467"/>
                </a:cubicBezTo>
                <a:cubicBezTo>
                  <a:pt x="103041" y="107752"/>
                  <a:pt x="103041" y="111467"/>
                  <a:pt x="106722" y="111467"/>
                </a:cubicBezTo>
                <a:cubicBezTo>
                  <a:pt x="110402" y="107752"/>
                  <a:pt x="114082" y="100321"/>
                  <a:pt x="117762" y="96605"/>
                </a:cubicBezTo>
                <a:cubicBezTo>
                  <a:pt x="121442" y="81742"/>
                  <a:pt x="110402" y="78028"/>
                  <a:pt x="106722" y="66881"/>
                </a:cubicBezTo>
                <a:cubicBezTo>
                  <a:pt x="110402" y="63165"/>
                  <a:pt x="110402" y="55734"/>
                  <a:pt x="117762" y="55734"/>
                </a:cubicBezTo>
                <a:cubicBezTo>
                  <a:pt x="121442" y="55734"/>
                  <a:pt x="117762" y="55734"/>
                  <a:pt x="121442" y="59449"/>
                </a:cubicBezTo>
                <a:cubicBezTo>
                  <a:pt x="128802" y="59449"/>
                  <a:pt x="132483" y="63165"/>
                  <a:pt x="139842" y="63165"/>
                </a:cubicBezTo>
                <a:cubicBezTo>
                  <a:pt x="143523" y="70595"/>
                  <a:pt x="143523" y="81742"/>
                  <a:pt x="147202" y="85458"/>
                </a:cubicBezTo>
                <a:cubicBezTo>
                  <a:pt x="169283" y="89174"/>
                  <a:pt x="191364" y="81742"/>
                  <a:pt x="206083" y="78028"/>
                </a:cubicBezTo>
                <a:cubicBezTo>
                  <a:pt x="206083" y="66881"/>
                  <a:pt x="213444" y="63165"/>
                  <a:pt x="213444" y="55734"/>
                </a:cubicBezTo>
                <a:cubicBezTo>
                  <a:pt x="213444" y="52018"/>
                  <a:pt x="213444" y="48302"/>
                  <a:pt x="209763" y="40871"/>
                </a:cubicBezTo>
                <a:cubicBezTo>
                  <a:pt x="209763" y="40871"/>
                  <a:pt x="209763" y="40871"/>
                  <a:pt x="209763" y="37155"/>
                </a:cubicBezTo>
                <a:cubicBezTo>
                  <a:pt x="209763" y="33440"/>
                  <a:pt x="202404" y="29724"/>
                  <a:pt x="198723" y="26010"/>
                </a:cubicBezTo>
                <a:cubicBezTo>
                  <a:pt x="198723" y="22294"/>
                  <a:pt x="198723" y="18578"/>
                  <a:pt x="202404" y="14863"/>
                </a:cubicBezTo>
                <a:cubicBezTo>
                  <a:pt x="206083" y="11147"/>
                  <a:pt x="206083" y="7431"/>
                  <a:pt x="209763" y="7431"/>
                </a:cubicBezTo>
                <a:cubicBezTo>
                  <a:pt x="213444" y="3716"/>
                  <a:pt x="224484" y="0"/>
                  <a:pt x="228164" y="0"/>
                </a:cubicBezTo>
                <a:cubicBezTo>
                  <a:pt x="242884" y="0"/>
                  <a:pt x="250245" y="11147"/>
                  <a:pt x="253924" y="22294"/>
                </a:cubicBezTo>
                <a:cubicBezTo>
                  <a:pt x="261285" y="26010"/>
                  <a:pt x="268644" y="33440"/>
                  <a:pt x="268644" y="44587"/>
                </a:cubicBezTo>
                <a:cubicBezTo>
                  <a:pt x="268644" y="48302"/>
                  <a:pt x="264964" y="52018"/>
                  <a:pt x="261285" y="59449"/>
                </a:cubicBezTo>
                <a:cubicBezTo>
                  <a:pt x="261285" y="59449"/>
                  <a:pt x="261285" y="59449"/>
                  <a:pt x="261285" y="59449"/>
                </a:cubicBezTo>
                <a:cubicBezTo>
                  <a:pt x="261285" y="63165"/>
                  <a:pt x="257604" y="63165"/>
                  <a:pt x="261285" y="66881"/>
                </a:cubicBezTo>
                <a:cubicBezTo>
                  <a:pt x="261285" y="74312"/>
                  <a:pt x="272325" y="66881"/>
                  <a:pt x="279684" y="66881"/>
                </a:cubicBezTo>
                <a:cubicBezTo>
                  <a:pt x="279684" y="70595"/>
                  <a:pt x="279684" y="70595"/>
                  <a:pt x="279684" y="74312"/>
                </a:cubicBezTo>
                <a:cubicBezTo>
                  <a:pt x="279684" y="74312"/>
                  <a:pt x="279684" y="70595"/>
                  <a:pt x="279684" y="74312"/>
                </a:cubicBezTo>
                <a:cubicBezTo>
                  <a:pt x="287045" y="81742"/>
                  <a:pt x="298086" y="89174"/>
                  <a:pt x="290725" y="104036"/>
                </a:cubicBezTo>
                <a:cubicBezTo>
                  <a:pt x="290725" y="104036"/>
                  <a:pt x="290725" y="104036"/>
                  <a:pt x="290725" y="107752"/>
                </a:cubicBezTo>
                <a:cubicBezTo>
                  <a:pt x="287045" y="107752"/>
                  <a:pt x="287045" y="111467"/>
                  <a:pt x="283365" y="111467"/>
                </a:cubicBezTo>
                <a:cubicBezTo>
                  <a:pt x="272325" y="115183"/>
                  <a:pt x="257604" y="111467"/>
                  <a:pt x="246564" y="115183"/>
                </a:cubicBezTo>
                <a:cubicBezTo>
                  <a:pt x="242884" y="118899"/>
                  <a:pt x="239204" y="122613"/>
                  <a:pt x="231844" y="126329"/>
                </a:cubicBezTo>
                <a:cubicBezTo>
                  <a:pt x="231844" y="126329"/>
                  <a:pt x="228164" y="130045"/>
                  <a:pt x="228164" y="130045"/>
                </a:cubicBezTo>
                <a:cubicBezTo>
                  <a:pt x="224484" y="133760"/>
                  <a:pt x="224484" y="133760"/>
                  <a:pt x="224484" y="137476"/>
                </a:cubicBezTo>
                <a:cubicBezTo>
                  <a:pt x="220803" y="141192"/>
                  <a:pt x="213444" y="144907"/>
                  <a:pt x="209763" y="148623"/>
                </a:cubicBezTo>
                <a:cubicBezTo>
                  <a:pt x="206083" y="152339"/>
                  <a:pt x="206083" y="156054"/>
                  <a:pt x="202404" y="156054"/>
                </a:cubicBezTo>
                <a:cubicBezTo>
                  <a:pt x="202404" y="159770"/>
                  <a:pt x="198723" y="163486"/>
                  <a:pt x="198723" y="167201"/>
                </a:cubicBezTo>
                <a:cubicBezTo>
                  <a:pt x="202404" y="167201"/>
                  <a:pt x="202404" y="163486"/>
                  <a:pt x="202404" y="163486"/>
                </a:cubicBezTo>
                <a:cubicBezTo>
                  <a:pt x="213444" y="159770"/>
                  <a:pt x="228164" y="170917"/>
                  <a:pt x="231844" y="178347"/>
                </a:cubicBezTo>
                <a:cubicBezTo>
                  <a:pt x="231844" y="182063"/>
                  <a:pt x="231844" y="189494"/>
                  <a:pt x="231844" y="193210"/>
                </a:cubicBezTo>
                <a:cubicBezTo>
                  <a:pt x="228164" y="193210"/>
                  <a:pt x="224484" y="193210"/>
                  <a:pt x="224484" y="193210"/>
                </a:cubicBezTo>
                <a:cubicBezTo>
                  <a:pt x="220803" y="196925"/>
                  <a:pt x="220803" y="200641"/>
                  <a:pt x="217124" y="204357"/>
                </a:cubicBezTo>
                <a:cubicBezTo>
                  <a:pt x="209763" y="208072"/>
                  <a:pt x="206083" y="211788"/>
                  <a:pt x="202404" y="219219"/>
                </a:cubicBezTo>
                <a:cubicBezTo>
                  <a:pt x="217124" y="215504"/>
                  <a:pt x="228164" y="211788"/>
                  <a:pt x="231844" y="200641"/>
                </a:cubicBezTo>
                <a:cubicBezTo>
                  <a:pt x="235524" y="200641"/>
                  <a:pt x="239204" y="200641"/>
                  <a:pt x="239204" y="200641"/>
                </a:cubicBezTo>
                <a:cubicBezTo>
                  <a:pt x="246564" y="215504"/>
                  <a:pt x="261285" y="215504"/>
                  <a:pt x="261285" y="230365"/>
                </a:cubicBezTo>
                <a:cubicBezTo>
                  <a:pt x="261285" y="245228"/>
                  <a:pt x="250245" y="248944"/>
                  <a:pt x="246564" y="260090"/>
                </a:cubicBezTo>
                <a:cubicBezTo>
                  <a:pt x="246564" y="260090"/>
                  <a:pt x="242884" y="260090"/>
                  <a:pt x="242884" y="260090"/>
                </a:cubicBezTo>
                <a:cubicBezTo>
                  <a:pt x="235524" y="267522"/>
                  <a:pt x="228164" y="274952"/>
                  <a:pt x="224484" y="286099"/>
                </a:cubicBezTo>
                <a:cubicBezTo>
                  <a:pt x="228164" y="289815"/>
                  <a:pt x="231844" y="282383"/>
                  <a:pt x="235524" y="282383"/>
                </a:cubicBezTo>
                <a:cubicBezTo>
                  <a:pt x="242884" y="278668"/>
                  <a:pt x="246564" y="271236"/>
                  <a:pt x="253924" y="263806"/>
                </a:cubicBezTo>
                <a:cubicBezTo>
                  <a:pt x="253924" y="260090"/>
                  <a:pt x="261285" y="252659"/>
                  <a:pt x="261285" y="248944"/>
                </a:cubicBezTo>
                <a:cubicBezTo>
                  <a:pt x="264964" y="245228"/>
                  <a:pt x="264964" y="237797"/>
                  <a:pt x="264964" y="230365"/>
                </a:cubicBezTo>
                <a:cubicBezTo>
                  <a:pt x="264964" y="222935"/>
                  <a:pt x="264964" y="215504"/>
                  <a:pt x="264964" y="208072"/>
                </a:cubicBezTo>
                <a:cubicBezTo>
                  <a:pt x="268644" y="204357"/>
                  <a:pt x="268644" y="200641"/>
                  <a:pt x="268644" y="196925"/>
                </a:cubicBezTo>
                <a:cubicBezTo>
                  <a:pt x="268644" y="196925"/>
                  <a:pt x="268644" y="193210"/>
                  <a:pt x="268644" y="189494"/>
                </a:cubicBezTo>
                <a:cubicBezTo>
                  <a:pt x="268644" y="185778"/>
                  <a:pt x="272325" y="178347"/>
                  <a:pt x="272325" y="174633"/>
                </a:cubicBezTo>
                <a:cubicBezTo>
                  <a:pt x="268644" y="170917"/>
                  <a:pt x="264964" y="163486"/>
                  <a:pt x="264964" y="159770"/>
                </a:cubicBezTo>
                <a:cubicBezTo>
                  <a:pt x="268644" y="156054"/>
                  <a:pt x="268644" y="156054"/>
                  <a:pt x="272325" y="148623"/>
                </a:cubicBezTo>
                <a:cubicBezTo>
                  <a:pt x="276004" y="148623"/>
                  <a:pt x="283365" y="144907"/>
                  <a:pt x="290725" y="148623"/>
                </a:cubicBezTo>
                <a:cubicBezTo>
                  <a:pt x="294405" y="148623"/>
                  <a:pt x="298086" y="152339"/>
                  <a:pt x="301765" y="152339"/>
                </a:cubicBezTo>
                <a:cubicBezTo>
                  <a:pt x="301765" y="159770"/>
                  <a:pt x="309126" y="163486"/>
                  <a:pt x="312805" y="170917"/>
                </a:cubicBezTo>
                <a:cubicBezTo>
                  <a:pt x="309126" y="178347"/>
                  <a:pt x="305445" y="182063"/>
                  <a:pt x="309126" y="189494"/>
                </a:cubicBezTo>
                <a:cubicBezTo>
                  <a:pt x="309126" y="196925"/>
                  <a:pt x="316485" y="196925"/>
                  <a:pt x="320166" y="200641"/>
                </a:cubicBezTo>
                <a:cubicBezTo>
                  <a:pt x="327525" y="204357"/>
                  <a:pt x="331206" y="211788"/>
                  <a:pt x="334885" y="215504"/>
                </a:cubicBezTo>
                <a:cubicBezTo>
                  <a:pt x="342246" y="222935"/>
                  <a:pt x="345926" y="226651"/>
                  <a:pt x="345926" y="237797"/>
                </a:cubicBezTo>
                <a:cubicBezTo>
                  <a:pt x="345926" y="237797"/>
                  <a:pt x="345926" y="237797"/>
                  <a:pt x="342246" y="237797"/>
                </a:cubicBezTo>
                <a:cubicBezTo>
                  <a:pt x="342246" y="237797"/>
                  <a:pt x="342246" y="241512"/>
                  <a:pt x="342246" y="241512"/>
                </a:cubicBezTo>
                <a:cubicBezTo>
                  <a:pt x="342246" y="241512"/>
                  <a:pt x="342246" y="241512"/>
                  <a:pt x="342246" y="241512"/>
                </a:cubicBezTo>
                <a:cubicBezTo>
                  <a:pt x="338565" y="248944"/>
                  <a:pt x="338565" y="248944"/>
                  <a:pt x="334885" y="252659"/>
                </a:cubicBezTo>
                <a:cubicBezTo>
                  <a:pt x="331206" y="256375"/>
                  <a:pt x="327525" y="260090"/>
                  <a:pt x="323845" y="260090"/>
                </a:cubicBezTo>
                <a:cubicBezTo>
                  <a:pt x="316485" y="263806"/>
                  <a:pt x="312805" y="263806"/>
                  <a:pt x="309126" y="267522"/>
                </a:cubicBezTo>
                <a:cubicBezTo>
                  <a:pt x="298086" y="271236"/>
                  <a:pt x="294405" y="282383"/>
                  <a:pt x="283365" y="289815"/>
                </a:cubicBezTo>
                <a:cubicBezTo>
                  <a:pt x="283365" y="289815"/>
                  <a:pt x="283365" y="289815"/>
                  <a:pt x="279684" y="289815"/>
                </a:cubicBezTo>
                <a:cubicBezTo>
                  <a:pt x="276004" y="289815"/>
                  <a:pt x="261285" y="315824"/>
                  <a:pt x="272325" y="323256"/>
                </a:cubicBezTo>
                <a:cubicBezTo>
                  <a:pt x="279684" y="323256"/>
                  <a:pt x="287045" y="319540"/>
                  <a:pt x="294405" y="315824"/>
                </a:cubicBezTo>
                <a:cubicBezTo>
                  <a:pt x="298086" y="315824"/>
                  <a:pt x="301765" y="312109"/>
                  <a:pt x="305445" y="308393"/>
                </a:cubicBezTo>
                <a:cubicBezTo>
                  <a:pt x="309126" y="308393"/>
                  <a:pt x="316485" y="308393"/>
                  <a:pt x="320166" y="308393"/>
                </a:cubicBezTo>
                <a:cubicBezTo>
                  <a:pt x="323845" y="308393"/>
                  <a:pt x="331206" y="308393"/>
                  <a:pt x="334885" y="308393"/>
                </a:cubicBezTo>
                <a:cubicBezTo>
                  <a:pt x="338565" y="308393"/>
                  <a:pt x="338565" y="312109"/>
                  <a:pt x="338565" y="312109"/>
                </a:cubicBezTo>
                <a:cubicBezTo>
                  <a:pt x="338565" y="312109"/>
                  <a:pt x="342246" y="312109"/>
                  <a:pt x="342246" y="315824"/>
                </a:cubicBezTo>
                <a:cubicBezTo>
                  <a:pt x="349606" y="315824"/>
                  <a:pt x="356967" y="334401"/>
                  <a:pt x="353286" y="341833"/>
                </a:cubicBezTo>
                <a:cubicBezTo>
                  <a:pt x="353286" y="349264"/>
                  <a:pt x="345926" y="356695"/>
                  <a:pt x="338565" y="352980"/>
                </a:cubicBezTo>
                <a:cubicBezTo>
                  <a:pt x="338565" y="352980"/>
                  <a:pt x="338565" y="356695"/>
                  <a:pt x="334885" y="356695"/>
                </a:cubicBezTo>
                <a:cubicBezTo>
                  <a:pt x="334885" y="356695"/>
                  <a:pt x="331206" y="356695"/>
                  <a:pt x="327525" y="356695"/>
                </a:cubicBezTo>
                <a:cubicBezTo>
                  <a:pt x="323845" y="356695"/>
                  <a:pt x="323845" y="360411"/>
                  <a:pt x="323845" y="360411"/>
                </a:cubicBezTo>
                <a:cubicBezTo>
                  <a:pt x="320166" y="360411"/>
                  <a:pt x="316485" y="360411"/>
                  <a:pt x="312805" y="364127"/>
                </a:cubicBezTo>
                <a:cubicBezTo>
                  <a:pt x="309126" y="364127"/>
                  <a:pt x="305445" y="364127"/>
                  <a:pt x="301765" y="364127"/>
                </a:cubicBezTo>
                <a:cubicBezTo>
                  <a:pt x="298086" y="364127"/>
                  <a:pt x="294405" y="364127"/>
                  <a:pt x="287045" y="364127"/>
                </a:cubicBezTo>
                <a:cubicBezTo>
                  <a:pt x="287045" y="364127"/>
                  <a:pt x="279684" y="371558"/>
                  <a:pt x="276004" y="367842"/>
                </a:cubicBezTo>
                <a:cubicBezTo>
                  <a:pt x="272325" y="371558"/>
                  <a:pt x="268644" y="375274"/>
                  <a:pt x="264964" y="375274"/>
                </a:cubicBezTo>
                <a:cubicBezTo>
                  <a:pt x="257604" y="378988"/>
                  <a:pt x="246564" y="378988"/>
                  <a:pt x="235524" y="382704"/>
                </a:cubicBezTo>
                <a:cubicBezTo>
                  <a:pt x="228164" y="386420"/>
                  <a:pt x="220803" y="393851"/>
                  <a:pt x="209763" y="390135"/>
                </a:cubicBezTo>
                <a:cubicBezTo>
                  <a:pt x="209763" y="386420"/>
                  <a:pt x="213444" y="386420"/>
                  <a:pt x="217124" y="382704"/>
                </a:cubicBezTo>
                <a:cubicBezTo>
                  <a:pt x="220803" y="378988"/>
                  <a:pt x="224484" y="375274"/>
                  <a:pt x="231844" y="371558"/>
                </a:cubicBezTo>
                <a:cubicBezTo>
                  <a:pt x="231844" y="371558"/>
                  <a:pt x="235524" y="371558"/>
                  <a:pt x="239204" y="367842"/>
                </a:cubicBezTo>
                <a:cubicBezTo>
                  <a:pt x="231844" y="360411"/>
                  <a:pt x="224484" y="352980"/>
                  <a:pt x="228164" y="345548"/>
                </a:cubicBezTo>
                <a:cubicBezTo>
                  <a:pt x="228164" y="338117"/>
                  <a:pt x="231844" y="334401"/>
                  <a:pt x="231844" y="326970"/>
                </a:cubicBezTo>
                <a:cubicBezTo>
                  <a:pt x="235524" y="323256"/>
                  <a:pt x="235524" y="319540"/>
                  <a:pt x="235524" y="315824"/>
                </a:cubicBezTo>
                <a:cubicBezTo>
                  <a:pt x="231844" y="308393"/>
                  <a:pt x="228164" y="312109"/>
                  <a:pt x="220803" y="308393"/>
                </a:cubicBezTo>
                <a:cubicBezTo>
                  <a:pt x="217124" y="308393"/>
                  <a:pt x="220803" y="300962"/>
                  <a:pt x="213444" y="304677"/>
                </a:cubicBezTo>
                <a:cubicBezTo>
                  <a:pt x="217124" y="300962"/>
                  <a:pt x="213444" y="300962"/>
                  <a:pt x="213444" y="300962"/>
                </a:cubicBezTo>
                <a:cubicBezTo>
                  <a:pt x="206083" y="300962"/>
                  <a:pt x="213444" y="315824"/>
                  <a:pt x="209763" y="319540"/>
                </a:cubicBezTo>
                <a:cubicBezTo>
                  <a:pt x="209763" y="323256"/>
                  <a:pt x="209763" y="323256"/>
                  <a:pt x="209763" y="323256"/>
                </a:cubicBezTo>
                <a:cubicBezTo>
                  <a:pt x="209763" y="323256"/>
                  <a:pt x="209763" y="330686"/>
                  <a:pt x="213444" y="330686"/>
                </a:cubicBezTo>
                <a:cubicBezTo>
                  <a:pt x="213444" y="334401"/>
                  <a:pt x="209763" y="330686"/>
                  <a:pt x="209763" y="334401"/>
                </a:cubicBezTo>
                <a:cubicBezTo>
                  <a:pt x="217124" y="349264"/>
                  <a:pt x="195043" y="356695"/>
                  <a:pt x="184003" y="349264"/>
                </a:cubicBezTo>
                <a:cubicBezTo>
                  <a:pt x="180323" y="341833"/>
                  <a:pt x="169283" y="341833"/>
                  <a:pt x="161922" y="334401"/>
                </a:cubicBezTo>
                <a:cubicBezTo>
                  <a:pt x="161922" y="326970"/>
                  <a:pt x="161922" y="323256"/>
                  <a:pt x="165603" y="315824"/>
                </a:cubicBezTo>
                <a:cubicBezTo>
                  <a:pt x="165603" y="304677"/>
                  <a:pt x="169283" y="300962"/>
                  <a:pt x="176643" y="293530"/>
                </a:cubicBezTo>
                <a:cubicBezTo>
                  <a:pt x="176643" y="286099"/>
                  <a:pt x="184003" y="282383"/>
                  <a:pt x="187683" y="274952"/>
                </a:cubicBezTo>
                <a:cubicBezTo>
                  <a:pt x="191364" y="274952"/>
                  <a:pt x="191364" y="278668"/>
                  <a:pt x="195043" y="274952"/>
                </a:cubicBezTo>
                <a:cubicBezTo>
                  <a:pt x="198723" y="271236"/>
                  <a:pt x="202404" y="267522"/>
                  <a:pt x="202404" y="260090"/>
                </a:cubicBezTo>
                <a:cubicBezTo>
                  <a:pt x="198723" y="260090"/>
                  <a:pt x="191364" y="263806"/>
                  <a:pt x="187683" y="267522"/>
                </a:cubicBezTo>
                <a:cubicBezTo>
                  <a:pt x="180323" y="271236"/>
                  <a:pt x="172963" y="274952"/>
                  <a:pt x="165603" y="282383"/>
                </a:cubicBezTo>
                <a:cubicBezTo>
                  <a:pt x="161922" y="282383"/>
                  <a:pt x="158243" y="289815"/>
                  <a:pt x="158243" y="293530"/>
                </a:cubicBezTo>
                <a:cubicBezTo>
                  <a:pt x="158243" y="293530"/>
                  <a:pt x="158243" y="297246"/>
                  <a:pt x="158243" y="297246"/>
                </a:cubicBezTo>
                <a:cubicBezTo>
                  <a:pt x="158243" y="300962"/>
                  <a:pt x="154563" y="304677"/>
                  <a:pt x="154563" y="308393"/>
                </a:cubicBezTo>
                <a:cubicBezTo>
                  <a:pt x="158243" y="315824"/>
                  <a:pt x="158243" y="323256"/>
                  <a:pt x="154563" y="330686"/>
                </a:cubicBezTo>
                <a:cubicBezTo>
                  <a:pt x="154563" y="330686"/>
                  <a:pt x="154563" y="330686"/>
                  <a:pt x="150882" y="330686"/>
                </a:cubicBezTo>
                <a:cubicBezTo>
                  <a:pt x="147202" y="334401"/>
                  <a:pt x="143523" y="349264"/>
                  <a:pt x="136162" y="349264"/>
                </a:cubicBezTo>
                <a:cubicBezTo>
                  <a:pt x="125122" y="349264"/>
                  <a:pt x="125122" y="334401"/>
                  <a:pt x="117762" y="330686"/>
                </a:cubicBezTo>
                <a:cubicBezTo>
                  <a:pt x="110402" y="338117"/>
                  <a:pt x="106722" y="341833"/>
                  <a:pt x="99362" y="345548"/>
                </a:cubicBezTo>
                <a:cubicBezTo>
                  <a:pt x="103041" y="349264"/>
                  <a:pt x="95682" y="352980"/>
                  <a:pt x="99362" y="352980"/>
                </a:cubicBezTo>
                <a:cubicBezTo>
                  <a:pt x="95682" y="356695"/>
                  <a:pt x="95682" y="360411"/>
                  <a:pt x="95682" y="364127"/>
                </a:cubicBezTo>
                <a:cubicBezTo>
                  <a:pt x="92001" y="367842"/>
                  <a:pt x="84642" y="371558"/>
                  <a:pt x="80961" y="378988"/>
                </a:cubicBezTo>
                <a:cubicBezTo>
                  <a:pt x="80961" y="378988"/>
                  <a:pt x="80961" y="378988"/>
                  <a:pt x="80961" y="378988"/>
                </a:cubicBezTo>
                <a:cubicBezTo>
                  <a:pt x="80961" y="378988"/>
                  <a:pt x="80961" y="378988"/>
                  <a:pt x="77281" y="378988"/>
                </a:cubicBezTo>
                <a:cubicBezTo>
                  <a:pt x="77281" y="382704"/>
                  <a:pt x="77281" y="382704"/>
                  <a:pt x="73602" y="382704"/>
                </a:cubicBezTo>
                <a:cubicBezTo>
                  <a:pt x="73602" y="382704"/>
                  <a:pt x="73602" y="386420"/>
                  <a:pt x="73602" y="386420"/>
                </a:cubicBezTo>
                <a:cubicBezTo>
                  <a:pt x="66241" y="386420"/>
                  <a:pt x="62561" y="390135"/>
                  <a:pt x="55201" y="390135"/>
                </a:cubicBezTo>
                <a:cubicBezTo>
                  <a:pt x="51521" y="386420"/>
                  <a:pt x="51521" y="386420"/>
                  <a:pt x="51521" y="386420"/>
                </a:cubicBezTo>
                <a:cubicBezTo>
                  <a:pt x="51521" y="386420"/>
                  <a:pt x="51521" y="382704"/>
                  <a:pt x="47841" y="382704"/>
                </a:cubicBezTo>
                <a:cubicBezTo>
                  <a:pt x="47841" y="378988"/>
                  <a:pt x="44160" y="375274"/>
                  <a:pt x="40481" y="371558"/>
                </a:cubicBezTo>
                <a:cubicBezTo>
                  <a:pt x="40481" y="367842"/>
                  <a:pt x="40481" y="364127"/>
                  <a:pt x="36801" y="360411"/>
                </a:cubicBezTo>
                <a:cubicBezTo>
                  <a:pt x="40481" y="349264"/>
                  <a:pt x="47841" y="349264"/>
                  <a:pt x="51521" y="341833"/>
                </a:cubicBezTo>
                <a:cubicBezTo>
                  <a:pt x="58881" y="338117"/>
                  <a:pt x="62561" y="326970"/>
                  <a:pt x="66241" y="319540"/>
                </a:cubicBezTo>
                <a:cubicBezTo>
                  <a:pt x="66241" y="308393"/>
                  <a:pt x="69921" y="300962"/>
                  <a:pt x="69921" y="289815"/>
                </a:cubicBezTo>
                <a:cubicBezTo>
                  <a:pt x="62561" y="289815"/>
                  <a:pt x="51521" y="297246"/>
                  <a:pt x="44160" y="300962"/>
                </a:cubicBezTo>
                <a:cubicBezTo>
                  <a:pt x="36801" y="300962"/>
                  <a:pt x="33120" y="297246"/>
                  <a:pt x="25761" y="297246"/>
                </a:cubicBezTo>
                <a:cubicBezTo>
                  <a:pt x="22080" y="297246"/>
                  <a:pt x="22080" y="293530"/>
                  <a:pt x="18400" y="293530"/>
                </a:cubicBezTo>
                <a:cubicBezTo>
                  <a:pt x="18400" y="293530"/>
                  <a:pt x="14721" y="293530"/>
                  <a:pt x="14721" y="293530"/>
                </a:cubicBezTo>
                <a:cubicBezTo>
                  <a:pt x="7360" y="289815"/>
                  <a:pt x="3680" y="282383"/>
                  <a:pt x="0" y="278668"/>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638300" y="863600"/>
            <a:ext cx="213805" cy="51888"/>
          </a:xfrm>
          <a:custGeom>
            <a:avLst/>
            <a:gdLst/>
            <a:ahLst/>
            <a:cxnLst/>
            <a:rect l="l" t="t" r="r" b="b"/>
            <a:pathLst>
              <a:path w="213805" h="51888">
                <a:moveTo>
                  <a:pt x="202747" y="3706"/>
                </a:moveTo>
                <a:cubicBezTo>
                  <a:pt x="210119" y="11119"/>
                  <a:pt x="213804" y="18532"/>
                  <a:pt x="213804" y="33357"/>
                </a:cubicBezTo>
                <a:cubicBezTo>
                  <a:pt x="206432" y="37062"/>
                  <a:pt x="202747" y="44475"/>
                  <a:pt x="195373" y="44475"/>
                </a:cubicBezTo>
                <a:cubicBezTo>
                  <a:pt x="191687" y="44475"/>
                  <a:pt x="184315" y="40770"/>
                  <a:pt x="176941" y="37062"/>
                </a:cubicBezTo>
                <a:cubicBezTo>
                  <a:pt x="173256" y="37062"/>
                  <a:pt x="165884" y="29651"/>
                  <a:pt x="162197" y="29651"/>
                </a:cubicBezTo>
                <a:cubicBezTo>
                  <a:pt x="158510" y="29651"/>
                  <a:pt x="154824" y="29651"/>
                  <a:pt x="147452" y="25944"/>
                </a:cubicBezTo>
                <a:cubicBezTo>
                  <a:pt x="143765" y="25944"/>
                  <a:pt x="140080" y="25944"/>
                  <a:pt x="136393" y="25944"/>
                </a:cubicBezTo>
                <a:cubicBezTo>
                  <a:pt x="125334" y="22238"/>
                  <a:pt x="114275" y="22238"/>
                  <a:pt x="110589" y="14825"/>
                </a:cubicBezTo>
                <a:cubicBezTo>
                  <a:pt x="99530" y="18532"/>
                  <a:pt x="92158" y="22238"/>
                  <a:pt x="88471" y="29651"/>
                </a:cubicBezTo>
                <a:cubicBezTo>
                  <a:pt x="77412" y="33357"/>
                  <a:pt x="73726" y="40770"/>
                  <a:pt x="66354" y="44475"/>
                </a:cubicBezTo>
                <a:cubicBezTo>
                  <a:pt x="66354" y="48181"/>
                  <a:pt x="62667" y="51888"/>
                  <a:pt x="62667" y="51888"/>
                </a:cubicBezTo>
                <a:cubicBezTo>
                  <a:pt x="58980" y="51888"/>
                  <a:pt x="55295" y="51888"/>
                  <a:pt x="51608" y="51888"/>
                </a:cubicBezTo>
                <a:cubicBezTo>
                  <a:pt x="47922" y="51888"/>
                  <a:pt x="40550" y="51888"/>
                  <a:pt x="33176" y="51888"/>
                </a:cubicBezTo>
                <a:cubicBezTo>
                  <a:pt x="25804" y="48181"/>
                  <a:pt x="18432" y="40770"/>
                  <a:pt x="14745" y="33357"/>
                </a:cubicBezTo>
                <a:cubicBezTo>
                  <a:pt x="11059" y="33357"/>
                  <a:pt x="11059" y="29651"/>
                  <a:pt x="7372" y="25944"/>
                </a:cubicBezTo>
                <a:cubicBezTo>
                  <a:pt x="3687" y="22238"/>
                  <a:pt x="0" y="14825"/>
                  <a:pt x="0" y="11119"/>
                </a:cubicBezTo>
                <a:cubicBezTo>
                  <a:pt x="0" y="11119"/>
                  <a:pt x="7372" y="7413"/>
                  <a:pt x="7372" y="7413"/>
                </a:cubicBezTo>
                <a:cubicBezTo>
                  <a:pt x="14745" y="7413"/>
                  <a:pt x="18432" y="11119"/>
                  <a:pt x="22118" y="11119"/>
                </a:cubicBezTo>
                <a:cubicBezTo>
                  <a:pt x="25804" y="7413"/>
                  <a:pt x="33176" y="11119"/>
                  <a:pt x="40550" y="11119"/>
                </a:cubicBezTo>
                <a:cubicBezTo>
                  <a:pt x="40550" y="11119"/>
                  <a:pt x="40550" y="11119"/>
                  <a:pt x="40550" y="7413"/>
                </a:cubicBezTo>
                <a:cubicBezTo>
                  <a:pt x="47922" y="11119"/>
                  <a:pt x="58980" y="7413"/>
                  <a:pt x="62667" y="11119"/>
                </a:cubicBezTo>
                <a:cubicBezTo>
                  <a:pt x="77412" y="11119"/>
                  <a:pt x="88471" y="11119"/>
                  <a:pt x="103217" y="11119"/>
                </a:cubicBezTo>
                <a:cubicBezTo>
                  <a:pt x="106902" y="11119"/>
                  <a:pt x="106902" y="11119"/>
                  <a:pt x="106902" y="11119"/>
                </a:cubicBezTo>
                <a:cubicBezTo>
                  <a:pt x="106902" y="11119"/>
                  <a:pt x="114275" y="7413"/>
                  <a:pt x="114275" y="11119"/>
                </a:cubicBezTo>
                <a:cubicBezTo>
                  <a:pt x="121648" y="11119"/>
                  <a:pt x="125334" y="11119"/>
                  <a:pt x="129021" y="11119"/>
                </a:cubicBezTo>
                <a:cubicBezTo>
                  <a:pt x="132706" y="11119"/>
                  <a:pt x="140080" y="7413"/>
                  <a:pt x="147452" y="7413"/>
                </a:cubicBezTo>
                <a:cubicBezTo>
                  <a:pt x="151138" y="7413"/>
                  <a:pt x="154824" y="7413"/>
                  <a:pt x="158510" y="3706"/>
                </a:cubicBezTo>
                <a:cubicBezTo>
                  <a:pt x="162197" y="3706"/>
                  <a:pt x="165884" y="0"/>
                  <a:pt x="165884" y="0"/>
                </a:cubicBezTo>
                <a:cubicBezTo>
                  <a:pt x="169569" y="0"/>
                  <a:pt x="173256" y="0"/>
                  <a:pt x="173256" y="0"/>
                </a:cubicBezTo>
                <a:cubicBezTo>
                  <a:pt x="176941" y="0"/>
                  <a:pt x="176941" y="0"/>
                  <a:pt x="180628" y="0"/>
                </a:cubicBezTo>
                <a:cubicBezTo>
                  <a:pt x="188001" y="0"/>
                  <a:pt x="195373" y="3706"/>
                  <a:pt x="202747" y="3706"/>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536700" y="876300"/>
            <a:ext cx="76895" cy="48137"/>
          </a:xfrm>
          <a:custGeom>
            <a:avLst/>
            <a:gdLst/>
            <a:ahLst/>
            <a:cxnLst/>
            <a:rect l="l" t="t" r="r" b="b"/>
            <a:pathLst>
              <a:path w="76895" h="48137">
                <a:moveTo>
                  <a:pt x="69572" y="3703"/>
                </a:moveTo>
                <a:cubicBezTo>
                  <a:pt x="73233" y="3703"/>
                  <a:pt x="73233" y="3703"/>
                  <a:pt x="73233" y="3703"/>
                </a:cubicBezTo>
                <a:cubicBezTo>
                  <a:pt x="76895" y="3703"/>
                  <a:pt x="76895" y="3703"/>
                  <a:pt x="76895" y="3703"/>
                </a:cubicBezTo>
                <a:cubicBezTo>
                  <a:pt x="73233" y="7405"/>
                  <a:pt x="73233" y="11109"/>
                  <a:pt x="69572" y="14812"/>
                </a:cubicBezTo>
                <a:cubicBezTo>
                  <a:pt x="76895" y="22217"/>
                  <a:pt x="65910" y="25919"/>
                  <a:pt x="69572" y="37028"/>
                </a:cubicBezTo>
                <a:cubicBezTo>
                  <a:pt x="65910" y="37028"/>
                  <a:pt x="65910" y="37028"/>
                  <a:pt x="65910" y="37028"/>
                </a:cubicBezTo>
                <a:cubicBezTo>
                  <a:pt x="62248" y="37028"/>
                  <a:pt x="65910" y="37028"/>
                  <a:pt x="65910" y="40731"/>
                </a:cubicBezTo>
                <a:cubicBezTo>
                  <a:pt x="58586" y="44435"/>
                  <a:pt x="51264" y="48137"/>
                  <a:pt x="43939" y="48137"/>
                </a:cubicBezTo>
                <a:cubicBezTo>
                  <a:pt x="36617" y="48137"/>
                  <a:pt x="29294" y="44435"/>
                  <a:pt x="25631" y="40731"/>
                </a:cubicBezTo>
                <a:cubicBezTo>
                  <a:pt x="18308" y="40731"/>
                  <a:pt x="18308" y="37028"/>
                  <a:pt x="14647" y="37028"/>
                </a:cubicBezTo>
                <a:cubicBezTo>
                  <a:pt x="14647" y="37028"/>
                  <a:pt x="14647" y="37028"/>
                  <a:pt x="14647" y="37028"/>
                </a:cubicBezTo>
                <a:cubicBezTo>
                  <a:pt x="10986" y="33326"/>
                  <a:pt x="7323" y="33326"/>
                  <a:pt x="3661" y="29623"/>
                </a:cubicBezTo>
                <a:cubicBezTo>
                  <a:pt x="3661" y="29623"/>
                  <a:pt x="0" y="25919"/>
                  <a:pt x="0" y="25919"/>
                </a:cubicBezTo>
                <a:cubicBezTo>
                  <a:pt x="0" y="18514"/>
                  <a:pt x="3661" y="14812"/>
                  <a:pt x="7323" y="14812"/>
                </a:cubicBezTo>
                <a:cubicBezTo>
                  <a:pt x="7323" y="14812"/>
                  <a:pt x="10986" y="14812"/>
                  <a:pt x="10986" y="14812"/>
                </a:cubicBezTo>
                <a:cubicBezTo>
                  <a:pt x="14647" y="14812"/>
                  <a:pt x="14647" y="14812"/>
                  <a:pt x="18308" y="11109"/>
                </a:cubicBezTo>
                <a:cubicBezTo>
                  <a:pt x="18308" y="14812"/>
                  <a:pt x="18308" y="14812"/>
                  <a:pt x="18308" y="14812"/>
                </a:cubicBezTo>
                <a:cubicBezTo>
                  <a:pt x="21970" y="14812"/>
                  <a:pt x="25631" y="14812"/>
                  <a:pt x="25631" y="11109"/>
                </a:cubicBezTo>
                <a:cubicBezTo>
                  <a:pt x="29294" y="11109"/>
                  <a:pt x="29294" y="11109"/>
                  <a:pt x="32955" y="11109"/>
                </a:cubicBezTo>
                <a:cubicBezTo>
                  <a:pt x="36617" y="11109"/>
                  <a:pt x="36617" y="11109"/>
                  <a:pt x="40278" y="7405"/>
                </a:cubicBezTo>
                <a:cubicBezTo>
                  <a:pt x="43939" y="7405"/>
                  <a:pt x="47602" y="11109"/>
                  <a:pt x="51264" y="11109"/>
                </a:cubicBezTo>
                <a:cubicBezTo>
                  <a:pt x="54925" y="7405"/>
                  <a:pt x="58586" y="3703"/>
                  <a:pt x="62248" y="7405"/>
                </a:cubicBezTo>
                <a:cubicBezTo>
                  <a:pt x="62248" y="3703"/>
                  <a:pt x="62248" y="7405"/>
                  <a:pt x="62248" y="7405"/>
                </a:cubicBezTo>
                <a:cubicBezTo>
                  <a:pt x="62248" y="7405"/>
                  <a:pt x="69572" y="0"/>
                  <a:pt x="69572" y="3703"/>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993900" y="660400"/>
            <a:ext cx="253815" cy="204427"/>
          </a:xfrm>
          <a:custGeom>
            <a:avLst/>
            <a:gdLst/>
            <a:ahLst/>
            <a:cxnLst/>
            <a:rect l="l" t="t" r="r" b="b"/>
            <a:pathLst>
              <a:path w="253815" h="204427">
                <a:moveTo>
                  <a:pt x="246457" y="130090"/>
                </a:moveTo>
                <a:cubicBezTo>
                  <a:pt x="242780" y="130090"/>
                  <a:pt x="228065" y="126373"/>
                  <a:pt x="224387" y="126373"/>
                </a:cubicBezTo>
                <a:cubicBezTo>
                  <a:pt x="217030" y="122657"/>
                  <a:pt x="213351" y="122657"/>
                  <a:pt x="213351" y="122657"/>
                </a:cubicBezTo>
                <a:cubicBezTo>
                  <a:pt x="209673" y="122657"/>
                  <a:pt x="205995" y="122657"/>
                  <a:pt x="205995" y="122657"/>
                </a:cubicBezTo>
                <a:cubicBezTo>
                  <a:pt x="205995" y="122657"/>
                  <a:pt x="202316" y="122657"/>
                  <a:pt x="202316" y="122657"/>
                </a:cubicBezTo>
                <a:cubicBezTo>
                  <a:pt x="202316" y="122657"/>
                  <a:pt x="202316" y="122657"/>
                  <a:pt x="202316" y="122657"/>
                </a:cubicBezTo>
                <a:cubicBezTo>
                  <a:pt x="202316" y="122657"/>
                  <a:pt x="198638" y="122657"/>
                  <a:pt x="198638" y="122657"/>
                </a:cubicBezTo>
                <a:cubicBezTo>
                  <a:pt x="191281" y="118939"/>
                  <a:pt x="187602" y="107789"/>
                  <a:pt x="187602" y="104071"/>
                </a:cubicBezTo>
                <a:cubicBezTo>
                  <a:pt x="187602" y="100355"/>
                  <a:pt x="187602" y="96638"/>
                  <a:pt x="187602" y="92921"/>
                </a:cubicBezTo>
                <a:cubicBezTo>
                  <a:pt x="191281" y="89205"/>
                  <a:pt x="191281" y="85488"/>
                  <a:pt x="191281" y="81770"/>
                </a:cubicBezTo>
                <a:cubicBezTo>
                  <a:pt x="191281" y="81770"/>
                  <a:pt x="191281" y="78054"/>
                  <a:pt x="191281" y="78054"/>
                </a:cubicBezTo>
                <a:cubicBezTo>
                  <a:pt x="191281" y="74337"/>
                  <a:pt x="191281" y="70620"/>
                  <a:pt x="191281" y="66904"/>
                </a:cubicBezTo>
                <a:cubicBezTo>
                  <a:pt x="191281" y="63186"/>
                  <a:pt x="187602" y="59470"/>
                  <a:pt x="183924" y="55753"/>
                </a:cubicBezTo>
                <a:cubicBezTo>
                  <a:pt x="183924" y="55753"/>
                  <a:pt x="183924" y="52036"/>
                  <a:pt x="180246" y="52036"/>
                </a:cubicBezTo>
                <a:cubicBezTo>
                  <a:pt x="180246" y="48320"/>
                  <a:pt x="176567" y="44602"/>
                  <a:pt x="172889" y="40885"/>
                </a:cubicBezTo>
                <a:cubicBezTo>
                  <a:pt x="172889" y="40885"/>
                  <a:pt x="169210" y="37169"/>
                  <a:pt x="169210" y="37169"/>
                </a:cubicBezTo>
                <a:cubicBezTo>
                  <a:pt x="165532" y="33452"/>
                  <a:pt x="161853" y="26018"/>
                  <a:pt x="161853" y="22301"/>
                </a:cubicBezTo>
                <a:cubicBezTo>
                  <a:pt x="158175" y="22301"/>
                  <a:pt x="158175" y="18584"/>
                  <a:pt x="154496" y="14868"/>
                </a:cubicBezTo>
                <a:cubicBezTo>
                  <a:pt x="158175" y="18584"/>
                  <a:pt x="154496" y="14868"/>
                  <a:pt x="154496" y="14868"/>
                </a:cubicBezTo>
                <a:cubicBezTo>
                  <a:pt x="154496" y="14868"/>
                  <a:pt x="154496" y="14868"/>
                  <a:pt x="154496" y="14868"/>
                </a:cubicBezTo>
                <a:cubicBezTo>
                  <a:pt x="150818" y="11151"/>
                  <a:pt x="147140" y="7433"/>
                  <a:pt x="139783" y="3717"/>
                </a:cubicBezTo>
                <a:cubicBezTo>
                  <a:pt x="136103" y="3717"/>
                  <a:pt x="136103" y="0"/>
                  <a:pt x="132425" y="0"/>
                </a:cubicBezTo>
                <a:cubicBezTo>
                  <a:pt x="132425" y="0"/>
                  <a:pt x="132425" y="3717"/>
                  <a:pt x="132425" y="3717"/>
                </a:cubicBezTo>
                <a:cubicBezTo>
                  <a:pt x="128746" y="3717"/>
                  <a:pt x="128746" y="3717"/>
                  <a:pt x="125068" y="7433"/>
                </a:cubicBezTo>
                <a:cubicBezTo>
                  <a:pt x="117711" y="11151"/>
                  <a:pt x="114033" y="22301"/>
                  <a:pt x="110354" y="33452"/>
                </a:cubicBezTo>
                <a:cubicBezTo>
                  <a:pt x="106676" y="37169"/>
                  <a:pt x="110354" y="63186"/>
                  <a:pt x="110354" y="78054"/>
                </a:cubicBezTo>
                <a:cubicBezTo>
                  <a:pt x="110354" y="81770"/>
                  <a:pt x="110354" y="85488"/>
                  <a:pt x="110354" y="85488"/>
                </a:cubicBezTo>
                <a:cubicBezTo>
                  <a:pt x="110354" y="89205"/>
                  <a:pt x="110354" y="92921"/>
                  <a:pt x="110354" y="92921"/>
                </a:cubicBezTo>
                <a:cubicBezTo>
                  <a:pt x="110354" y="96638"/>
                  <a:pt x="110354" y="96638"/>
                  <a:pt x="110354" y="100355"/>
                </a:cubicBezTo>
                <a:cubicBezTo>
                  <a:pt x="110354" y="107789"/>
                  <a:pt x="110354" y="107789"/>
                  <a:pt x="110354" y="111506"/>
                </a:cubicBezTo>
                <a:cubicBezTo>
                  <a:pt x="110354" y="115222"/>
                  <a:pt x="110354" y="115222"/>
                  <a:pt x="106676" y="115222"/>
                </a:cubicBezTo>
                <a:cubicBezTo>
                  <a:pt x="106676" y="115222"/>
                  <a:pt x="106676" y="118939"/>
                  <a:pt x="106676" y="118939"/>
                </a:cubicBezTo>
                <a:cubicBezTo>
                  <a:pt x="106676" y="118939"/>
                  <a:pt x="106676" y="122657"/>
                  <a:pt x="102997" y="122657"/>
                </a:cubicBezTo>
                <a:cubicBezTo>
                  <a:pt x="102997" y="126373"/>
                  <a:pt x="99319" y="126373"/>
                  <a:pt x="95640" y="126373"/>
                </a:cubicBezTo>
                <a:cubicBezTo>
                  <a:pt x="91962" y="126373"/>
                  <a:pt x="91962" y="126373"/>
                  <a:pt x="88284" y="126373"/>
                </a:cubicBezTo>
                <a:cubicBezTo>
                  <a:pt x="84605" y="126373"/>
                  <a:pt x="84605" y="126373"/>
                  <a:pt x="84605" y="126373"/>
                </a:cubicBezTo>
                <a:cubicBezTo>
                  <a:pt x="80927" y="122657"/>
                  <a:pt x="80927" y="122657"/>
                  <a:pt x="80927" y="122657"/>
                </a:cubicBezTo>
                <a:cubicBezTo>
                  <a:pt x="80927" y="118939"/>
                  <a:pt x="73570" y="107789"/>
                  <a:pt x="66213" y="85488"/>
                </a:cubicBezTo>
                <a:cubicBezTo>
                  <a:pt x="66213" y="81770"/>
                  <a:pt x="66213" y="81770"/>
                  <a:pt x="66213" y="81770"/>
                </a:cubicBezTo>
                <a:cubicBezTo>
                  <a:pt x="66213" y="78054"/>
                  <a:pt x="62534" y="74337"/>
                  <a:pt x="58856" y="70620"/>
                </a:cubicBezTo>
                <a:cubicBezTo>
                  <a:pt x="55178" y="66904"/>
                  <a:pt x="55178" y="66904"/>
                  <a:pt x="55178" y="66904"/>
                </a:cubicBezTo>
                <a:cubicBezTo>
                  <a:pt x="55178" y="66904"/>
                  <a:pt x="55178" y="66904"/>
                  <a:pt x="51498" y="66904"/>
                </a:cubicBezTo>
                <a:cubicBezTo>
                  <a:pt x="47821" y="66904"/>
                  <a:pt x="44141" y="74337"/>
                  <a:pt x="40463" y="81770"/>
                </a:cubicBezTo>
                <a:cubicBezTo>
                  <a:pt x="40463" y="81770"/>
                  <a:pt x="40463" y="85488"/>
                  <a:pt x="36784" y="89205"/>
                </a:cubicBezTo>
                <a:cubicBezTo>
                  <a:pt x="33106" y="96638"/>
                  <a:pt x="29428" y="100355"/>
                  <a:pt x="29428" y="107789"/>
                </a:cubicBezTo>
                <a:cubicBezTo>
                  <a:pt x="22071" y="115222"/>
                  <a:pt x="22071" y="118939"/>
                  <a:pt x="18392" y="126373"/>
                </a:cubicBezTo>
                <a:cubicBezTo>
                  <a:pt x="14714" y="130090"/>
                  <a:pt x="11035" y="130090"/>
                  <a:pt x="11035" y="137523"/>
                </a:cubicBezTo>
                <a:cubicBezTo>
                  <a:pt x="7357" y="137523"/>
                  <a:pt x="7357" y="137523"/>
                  <a:pt x="7357" y="141241"/>
                </a:cubicBezTo>
                <a:cubicBezTo>
                  <a:pt x="3678" y="141241"/>
                  <a:pt x="3678" y="141241"/>
                  <a:pt x="3678" y="141241"/>
                </a:cubicBezTo>
                <a:cubicBezTo>
                  <a:pt x="3678" y="141241"/>
                  <a:pt x="0" y="144958"/>
                  <a:pt x="0" y="144958"/>
                </a:cubicBezTo>
                <a:cubicBezTo>
                  <a:pt x="0" y="148674"/>
                  <a:pt x="0" y="152391"/>
                  <a:pt x="3678" y="156108"/>
                </a:cubicBezTo>
                <a:cubicBezTo>
                  <a:pt x="3678" y="156108"/>
                  <a:pt x="3678" y="159824"/>
                  <a:pt x="7357" y="159824"/>
                </a:cubicBezTo>
                <a:cubicBezTo>
                  <a:pt x="7357" y="163542"/>
                  <a:pt x="7357" y="163542"/>
                  <a:pt x="11035" y="167259"/>
                </a:cubicBezTo>
                <a:cubicBezTo>
                  <a:pt x="14714" y="174692"/>
                  <a:pt x="18392" y="178410"/>
                  <a:pt x="25749" y="182126"/>
                </a:cubicBezTo>
                <a:cubicBezTo>
                  <a:pt x="25749" y="185843"/>
                  <a:pt x="29428" y="189560"/>
                  <a:pt x="33106" y="189560"/>
                </a:cubicBezTo>
                <a:cubicBezTo>
                  <a:pt x="36784" y="193276"/>
                  <a:pt x="40463" y="193276"/>
                  <a:pt x="40463" y="196994"/>
                </a:cubicBezTo>
                <a:cubicBezTo>
                  <a:pt x="44141" y="196994"/>
                  <a:pt x="44141" y="196994"/>
                  <a:pt x="47821" y="196994"/>
                </a:cubicBezTo>
                <a:cubicBezTo>
                  <a:pt x="47821" y="200710"/>
                  <a:pt x="47821" y="200710"/>
                  <a:pt x="51498" y="200710"/>
                </a:cubicBezTo>
                <a:cubicBezTo>
                  <a:pt x="51498" y="200710"/>
                  <a:pt x="51498" y="204427"/>
                  <a:pt x="51498" y="204427"/>
                </a:cubicBezTo>
                <a:cubicBezTo>
                  <a:pt x="55178" y="204427"/>
                  <a:pt x="55178" y="204427"/>
                  <a:pt x="55178" y="204427"/>
                </a:cubicBezTo>
                <a:cubicBezTo>
                  <a:pt x="58856" y="204427"/>
                  <a:pt x="62534" y="204427"/>
                  <a:pt x="62534" y="204427"/>
                </a:cubicBezTo>
                <a:cubicBezTo>
                  <a:pt x="66213" y="200710"/>
                  <a:pt x="66213" y="200710"/>
                  <a:pt x="66213" y="200710"/>
                </a:cubicBezTo>
                <a:cubicBezTo>
                  <a:pt x="66213" y="196994"/>
                  <a:pt x="66213" y="196994"/>
                  <a:pt x="66213" y="196994"/>
                </a:cubicBezTo>
                <a:cubicBezTo>
                  <a:pt x="66213" y="193276"/>
                  <a:pt x="69891" y="193276"/>
                  <a:pt x="69891" y="189560"/>
                </a:cubicBezTo>
                <a:cubicBezTo>
                  <a:pt x="69891" y="189560"/>
                  <a:pt x="69891" y="185843"/>
                  <a:pt x="69891" y="185843"/>
                </a:cubicBezTo>
                <a:cubicBezTo>
                  <a:pt x="73570" y="178410"/>
                  <a:pt x="73570" y="174692"/>
                  <a:pt x="77248" y="174692"/>
                </a:cubicBezTo>
                <a:cubicBezTo>
                  <a:pt x="77248" y="170975"/>
                  <a:pt x="80927" y="170975"/>
                  <a:pt x="84605" y="167259"/>
                </a:cubicBezTo>
                <a:cubicBezTo>
                  <a:pt x="84605" y="167259"/>
                  <a:pt x="84605" y="167259"/>
                  <a:pt x="84605" y="167259"/>
                </a:cubicBezTo>
                <a:cubicBezTo>
                  <a:pt x="88284" y="167259"/>
                  <a:pt x="91962" y="167259"/>
                  <a:pt x="91962" y="163542"/>
                </a:cubicBezTo>
                <a:cubicBezTo>
                  <a:pt x="102997" y="163542"/>
                  <a:pt x="110354" y="163542"/>
                  <a:pt x="121390" y="159824"/>
                </a:cubicBezTo>
                <a:cubicBezTo>
                  <a:pt x="128746" y="159824"/>
                  <a:pt x="143460" y="159824"/>
                  <a:pt x="147140" y="159824"/>
                </a:cubicBezTo>
                <a:cubicBezTo>
                  <a:pt x="150818" y="159824"/>
                  <a:pt x="154496" y="159824"/>
                  <a:pt x="161853" y="159824"/>
                </a:cubicBezTo>
                <a:cubicBezTo>
                  <a:pt x="165532" y="159824"/>
                  <a:pt x="169210" y="159824"/>
                  <a:pt x="172889" y="159824"/>
                </a:cubicBezTo>
                <a:cubicBezTo>
                  <a:pt x="176567" y="159824"/>
                  <a:pt x="183924" y="159824"/>
                  <a:pt x="187602" y="159824"/>
                </a:cubicBezTo>
                <a:cubicBezTo>
                  <a:pt x="187602" y="159824"/>
                  <a:pt x="187602" y="159824"/>
                  <a:pt x="187602" y="159824"/>
                </a:cubicBezTo>
                <a:cubicBezTo>
                  <a:pt x="194959" y="159824"/>
                  <a:pt x="209673" y="163542"/>
                  <a:pt x="220708" y="163542"/>
                </a:cubicBezTo>
                <a:cubicBezTo>
                  <a:pt x="231745" y="163542"/>
                  <a:pt x="246457" y="159824"/>
                  <a:pt x="250137" y="159824"/>
                </a:cubicBezTo>
                <a:cubicBezTo>
                  <a:pt x="250137" y="159824"/>
                  <a:pt x="250137" y="156108"/>
                  <a:pt x="250137" y="156108"/>
                </a:cubicBezTo>
                <a:cubicBezTo>
                  <a:pt x="250137" y="152391"/>
                  <a:pt x="250137" y="152391"/>
                  <a:pt x="250137" y="152391"/>
                </a:cubicBezTo>
                <a:cubicBezTo>
                  <a:pt x="250137" y="144958"/>
                  <a:pt x="253815" y="137523"/>
                  <a:pt x="250137" y="133807"/>
                </a:cubicBezTo>
                <a:cubicBezTo>
                  <a:pt x="246457" y="133807"/>
                  <a:pt x="246457" y="130090"/>
                  <a:pt x="246457" y="130090"/>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2260600" y="698500"/>
            <a:ext cx="62516" cy="130659"/>
          </a:xfrm>
          <a:custGeom>
            <a:avLst/>
            <a:gdLst/>
            <a:ahLst/>
            <a:cxnLst/>
            <a:rect l="l" t="t" r="r" b="b"/>
            <a:pathLst>
              <a:path w="62516" h="130659">
                <a:moveTo>
                  <a:pt x="58839" y="44798"/>
                </a:moveTo>
                <a:cubicBezTo>
                  <a:pt x="58839" y="41064"/>
                  <a:pt x="58839" y="41064"/>
                  <a:pt x="55161" y="37332"/>
                </a:cubicBezTo>
                <a:cubicBezTo>
                  <a:pt x="55161" y="33598"/>
                  <a:pt x="55161" y="33598"/>
                  <a:pt x="55161" y="33598"/>
                </a:cubicBezTo>
                <a:cubicBezTo>
                  <a:pt x="55161" y="33598"/>
                  <a:pt x="51483" y="33598"/>
                  <a:pt x="51483" y="29865"/>
                </a:cubicBezTo>
                <a:cubicBezTo>
                  <a:pt x="51483" y="29865"/>
                  <a:pt x="47807" y="26132"/>
                  <a:pt x="47807" y="22399"/>
                </a:cubicBezTo>
                <a:cubicBezTo>
                  <a:pt x="44129" y="14933"/>
                  <a:pt x="40452" y="11199"/>
                  <a:pt x="29420" y="7466"/>
                </a:cubicBezTo>
                <a:cubicBezTo>
                  <a:pt x="25742" y="3733"/>
                  <a:pt x="25742" y="3733"/>
                  <a:pt x="25742" y="3733"/>
                </a:cubicBezTo>
                <a:cubicBezTo>
                  <a:pt x="25742" y="3733"/>
                  <a:pt x="22065" y="3733"/>
                  <a:pt x="22065" y="3733"/>
                </a:cubicBezTo>
                <a:cubicBezTo>
                  <a:pt x="18387" y="0"/>
                  <a:pt x="18387" y="0"/>
                  <a:pt x="18387" y="0"/>
                </a:cubicBezTo>
                <a:cubicBezTo>
                  <a:pt x="14709" y="0"/>
                  <a:pt x="14709" y="0"/>
                  <a:pt x="14709" y="0"/>
                </a:cubicBezTo>
                <a:cubicBezTo>
                  <a:pt x="11032" y="0"/>
                  <a:pt x="7355" y="3733"/>
                  <a:pt x="3678" y="11199"/>
                </a:cubicBezTo>
                <a:cubicBezTo>
                  <a:pt x="3678" y="14933"/>
                  <a:pt x="3678" y="18665"/>
                  <a:pt x="7355" y="26132"/>
                </a:cubicBezTo>
                <a:cubicBezTo>
                  <a:pt x="7355" y="26132"/>
                  <a:pt x="7355" y="29865"/>
                  <a:pt x="7355" y="33598"/>
                </a:cubicBezTo>
                <a:cubicBezTo>
                  <a:pt x="7355" y="33598"/>
                  <a:pt x="7355" y="33598"/>
                  <a:pt x="7355" y="37332"/>
                </a:cubicBezTo>
                <a:cubicBezTo>
                  <a:pt x="7355" y="37332"/>
                  <a:pt x="7355" y="37332"/>
                  <a:pt x="7355" y="41064"/>
                </a:cubicBezTo>
                <a:cubicBezTo>
                  <a:pt x="11032" y="44798"/>
                  <a:pt x="11032" y="48531"/>
                  <a:pt x="7355" y="59729"/>
                </a:cubicBezTo>
                <a:cubicBezTo>
                  <a:pt x="7355" y="59729"/>
                  <a:pt x="7355" y="63463"/>
                  <a:pt x="7355" y="67196"/>
                </a:cubicBezTo>
                <a:cubicBezTo>
                  <a:pt x="7355" y="70930"/>
                  <a:pt x="3678" y="78396"/>
                  <a:pt x="0" y="89595"/>
                </a:cubicBezTo>
                <a:cubicBezTo>
                  <a:pt x="0" y="93328"/>
                  <a:pt x="0" y="97061"/>
                  <a:pt x="0" y="97061"/>
                </a:cubicBezTo>
                <a:cubicBezTo>
                  <a:pt x="0" y="104527"/>
                  <a:pt x="0" y="111994"/>
                  <a:pt x="3678" y="115726"/>
                </a:cubicBezTo>
                <a:cubicBezTo>
                  <a:pt x="7355" y="115726"/>
                  <a:pt x="29420" y="130659"/>
                  <a:pt x="36774" y="130659"/>
                </a:cubicBezTo>
                <a:cubicBezTo>
                  <a:pt x="36774" y="130659"/>
                  <a:pt x="36774" y="130659"/>
                  <a:pt x="36774" y="130659"/>
                </a:cubicBezTo>
                <a:cubicBezTo>
                  <a:pt x="44129" y="126926"/>
                  <a:pt x="47807" y="126926"/>
                  <a:pt x="47807" y="119460"/>
                </a:cubicBezTo>
                <a:cubicBezTo>
                  <a:pt x="47807" y="119460"/>
                  <a:pt x="47807" y="119460"/>
                  <a:pt x="47807" y="119460"/>
                </a:cubicBezTo>
                <a:cubicBezTo>
                  <a:pt x="51483" y="115726"/>
                  <a:pt x="51483" y="115726"/>
                  <a:pt x="55161" y="111994"/>
                </a:cubicBezTo>
                <a:cubicBezTo>
                  <a:pt x="55161" y="108260"/>
                  <a:pt x="55161" y="104527"/>
                  <a:pt x="58839" y="100794"/>
                </a:cubicBezTo>
                <a:cubicBezTo>
                  <a:pt x="58839" y="97061"/>
                  <a:pt x="62516" y="93328"/>
                  <a:pt x="62516" y="89595"/>
                </a:cubicBezTo>
                <a:cubicBezTo>
                  <a:pt x="62516" y="78396"/>
                  <a:pt x="58839" y="59729"/>
                  <a:pt x="58839" y="55997"/>
                </a:cubicBezTo>
                <a:cubicBezTo>
                  <a:pt x="58839" y="52263"/>
                  <a:pt x="58839" y="48531"/>
                  <a:pt x="58839" y="44798"/>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2870200" y="673100"/>
            <a:ext cx="66267" cy="111277"/>
          </a:xfrm>
          <a:custGeom>
            <a:avLst/>
            <a:gdLst/>
            <a:ahLst/>
            <a:cxnLst/>
            <a:rect l="l" t="t" r="r" b="b"/>
            <a:pathLst>
              <a:path w="66267" h="111277">
                <a:moveTo>
                  <a:pt x="29453" y="0"/>
                </a:moveTo>
                <a:cubicBezTo>
                  <a:pt x="36815" y="3710"/>
                  <a:pt x="51540" y="3710"/>
                  <a:pt x="55222" y="11128"/>
                </a:cubicBezTo>
                <a:cubicBezTo>
                  <a:pt x="55222" y="14837"/>
                  <a:pt x="55222" y="18546"/>
                  <a:pt x="58904" y="22255"/>
                </a:cubicBezTo>
                <a:cubicBezTo>
                  <a:pt x="58904" y="29674"/>
                  <a:pt x="66267" y="44511"/>
                  <a:pt x="62586" y="59348"/>
                </a:cubicBezTo>
                <a:cubicBezTo>
                  <a:pt x="58904" y="63058"/>
                  <a:pt x="55222" y="70476"/>
                  <a:pt x="55222" y="74186"/>
                </a:cubicBezTo>
                <a:cubicBezTo>
                  <a:pt x="51540" y="77894"/>
                  <a:pt x="44178" y="81604"/>
                  <a:pt x="44178" y="89022"/>
                </a:cubicBezTo>
                <a:cubicBezTo>
                  <a:pt x="36815" y="92732"/>
                  <a:pt x="36815" y="103859"/>
                  <a:pt x="29453" y="107569"/>
                </a:cubicBezTo>
                <a:cubicBezTo>
                  <a:pt x="22089" y="111277"/>
                  <a:pt x="7363" y="103859"/>
                  <a:pt x="7363" y="96441"/>
                </a:cubicBezTo>
                <a:cubicBezTo>
                  <a:pt x="3682" y="96441"/>
                  <a:pt x="7363" y="92732"/>
                  <a:pt x="3682" y="89022"/>
                </a:cubicBezTo>
                <a:cubicBezTo>
                  <a:pt x="3682" y="85314"/>
                  <a:pt x="0" y="81604"/>
                  <a:pt x="0" y="77894"/>
                </a:cubicBezTo>
                <a:cubicBezTo>
                  <a:pt x="0" y="74186"/>
                  <a:pt x="3682" y="66766"/>
                  <a:pt x="3682" y="59348"/>
                </a:cubicBezTo>
                <a:cubicBezTo>
                  <a:pt x="7363" y="51930"/>
                  <a:pt x="11044" y="44511"/>
                  <a:pt x="11044" y="40803"/>
                </a:cubicBezTo>
                <a:cubicBezTo>
                  <a:pt x="11044" y="29674"/>
                  <a:pt x="7363" y="14837"/>
                  <a:pt x="11044" y="7418"/>
                </a:cubicBezTo>
                <a:cubicBezTo>
                  <a:pt x="14726" y="3710"/>
                  <a:pt x="25771" y="3710"/>
                  <a:pt x="29453" y="0"/>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2933700" y="457200"/>
            <a:ext cx="294450" cy="475747"/>
          </a:xfrm>
          <a:custGeom>
            <a:avLst/>
            <a:gdLst/>
            <a:ahLst/>
            <a:cxnLst/>
            <a:rect l="l" t="t" r="r" b="b"/>
            <a:pathLst>
              <a:path w="294450" h="475747">
                <a:moveTo>
                  <a:pt x="84654" y="434862"/>
                </a:moveTo>
                <a:cubicBezTo>
                  <a:pt x="88335" y="438579"/>
                  <a:pt x="95696" y="442297"/>
                  <a:pt x="99378" y="442297"/>
                </a:cubicBezTo>
                <a:cubicBezTo>
                  <a:pt x="106738" y="442297"/>
                  <a:pt x="114099" y="438579"/>
                  <a:pt x="121460" y="438579"/>
                </a:cubicBezTo>
                <a:cubicBezTo>
                  <a:pt x="128822" y="431146"/>
                  <a:pt x="132503" y="423713"/>
                  <a:pt x="136183" y="416278"/>
                </a:cubicBezTo>
                <a:cubicBezTo>
                  <a:pt x="136183" y="412562"/>
                  <a:pt x="139864" y="412562"/>
                  <a:pt x="139864" y="412562"/>
                </a:cubicBezTo>
                <a:cubicBezTo>
                  <a:pt x="139864" y="408845"/>
                  <a:pt x="136183" y="401411"/>
                  <a:pt x="132503" y="401411"/>
                </a:cubicBezTo>
                <a:cubicBezTo>
                  <a:pt x="128822" y="401411"/>
                  <a:pt x="125141" y="405129"/>
                  <a:pt x="121460" y="405129"/>
                </a:cubicBezTo>
                <a:cubicBezTo>
                  <a:pt x="117780" y="405129"/>
                  <a:pt x="114099" y="405129"/>
                  <a:pt x="110419" y="405129"/>
                </a:cubicBezTo>
                <a:cubicBezTo>
                  <a:pt x="110419" y="405129"/>
                  <a:pt x="106738" y="408845"/>
                  <a:pt x="106738" y="408845"/>
                </a:cubicBezTo>
                <a:cubicBezTo>
                  <a:pt x="103058" y="408845"/>
                  <a:pt x="99378" y="408845"/>
                  <a:pt x="95696" y="408845"/>
                </a:cubicBezTo>
                <a:cubicBezTo>
                  <a:pt x="88335" y="412562"/>
                  <a:pt x="84654" y="416278"/>
                  <a:pt x="80974" y="419995"/>
                </a:cubicBezTo>
                <a:cubicBezTo>
                  <a:pt x="80974" y="427429"/>
                  <a:pt x="80974" y="431146"/>
                  <a:pt x="84654" y="434862"/>
                </a:cubicBezTo>
                <a:close/>
                <a:moveTo>
                  <a:pt x="150905" y="144954"/>
                </a:moveTo>
                <a:cubicBezTo>
                  <a:pt x="143544" y="163538"/>
                  <a:pt x="136183" y="178405"/>
                  <a:pt x="139864" y="196988"/>
                </a:cubicBezTo>
                <a:cubicBezTo>
                  <a:pt x="150905" y="196988"/>
                  <a:pt x="158267" y="193272"/>
                  <a:pt x="169309" y="193272"/>
                </a:cubicBezTo>
                <a:cubicBezTo>
                  <a:pt x="169309" y="189555"/>
                  <a:pt x="169309" y="189555"/>
                  <a:pt x="169309" y="185839"/>
                </a:cubicBezTo>
                <a:cubicBezTo>
                  <a:pt x="165628" y="182122"/>
                  <a:pt x="161948" y="182122"/>
                  <a:pt x="154586" y="182122"/>
                </a:cubicBezTo>
                <a:cubicBezTo>
                  <a:pt x="154586" y="174688"/>
                  <a:pt x="150905" y="167255"/>
                  <a:pt x="150905" y="163538"/>
                </a:cubicBezTo>
                <a:cubicBezTo>
                  <a:pt x="154586" y="156105"/>
                  <a:pt x="165628" y="148671"/>
                  <a:pt x="161948" y="141238"/>
                </a:cubicBezTo>
                <a:cubicBezTo>
                  <a:pt x="158267" y="133803"/>
                  <a:pt x="150905" y="141238"/>
                  <a:pt x="150905" y="144954"/>
                </a:cubicBezTo>
                <a:close/>
                <a:moveTo>
                  <a:pt x="176670" y="148671"/>
                </a:moveTo>
                <a:cubicBezTo>
                  <a:pt x="176670" y="148671"/>
                  <a:pt x="180350" y="152387"/>
                  <a:pt x="180350" y="152387"/>
                </a:cubicBezTo>
                <a:cubicBezTo>
                  <a:pt x="180350" y="152387"/>
                  <a:pt x="180350" y="152387"/>
                  <a:pt x="180350" y="152387"/>
                </a:cubicBezTo>
                <a:cubicBezTo>
                  <a:pt x="187712" y="148671"/>
                  <a:pt x="184031" y="141238"/>
                  <a:pt x="187712" y="133803"/>
                </a:cubicBezTo>
                <a:cubicBezTo>
                  <a:pt x="184031" y="137521"/>
                  <a:pt x="184031" y="144954"/>
                  <a:pt x="176670" y="148671"/>
                </a:cubicBezTo>
                <a:close/>
                <a:moveTo>
                  <a:pt x="165628" y="18584"/>
                </a:moveTo>
                <a:cubicBezTo>
                  <a:pt x="169309" y="18584"/>
                  <a:pt x="172989" y="26017"/>
                  <a:pt x="180350" y="26017"/>
                </a:cubicBezTo>
                <a:cubicBezTo>
                  <a:pt x="180350" y="29735"/>
                  <a:pt x="184031" y="33451"/>
                  <a:pt x="187712" y="37168"/>
                </a:cubicBezTo>
                <a:cubicBezTo>
                  <a:pt x="184031" y="44601"/>
                  <a:pt x="176670" y="40885"/>
                  <a:pt x="169309" y="44601"/>
                </a:cubicBezTo>
                <a:cubicBezTo>
                  <a:pt x="165628" y="44601"/>
                  <a:pt x="165628" y="48318"/>
                  <a:pt x="165628" y="48318"/>
                </a:cubicBezTo>
                <a:cubicBezTo>
                  <a:pt x="154586" y="52034"/>
                  <a:pt x="143544" y="55752"/>
                  <a:pt x="136183" y="59468"/>
                </a:cubicBezTo>
                <a:cubicBezTo>
                  <a:pt x="132503" y="63185"/>
                  <a:pt x="132503" y="63185"/>
                  <a:pt x="132503" y="70618"/>
                </a:cubicBezTo>
                <a:cubicBezTo>
                  <a:pt x="128822" y="74336"/>
                  <a:pt x="128822" y="74336"/>
                  <a:pt x="128822" y="78052"/>
                </a:cubicBezTo>
                <a:cubicBezTo>
                  <a:pt x="128822" y="85486"/>
                  <a:pt x="121460" y="96636"/>
                  <a:pt x="128822" y="100353"/>
                </a:cubicBezTo>
                <a:cubicBezTo>
                  <a:pt x="136183" y="100353"/>
                  <a:pt x="139864" y="104070"/>
                  <a:pt x="143544" y="104070"/>
                </a:cubicBezTo>
                <a:cubicBezTo>
                  <a:pt x="143544" y="104070"/>
                  <a:pt x="143544" y="104070"/>
                  <a:pt x="147225" y="104070"/>
                </a:cubicBezTo>
                <a:cubicBezTo>
                  <a:pt x="150905" y="107786"/>
                  <a:pt x="150905" y="118937"/>
                  <a:pt x="154586" y="115219"/>
                </a:cubicBezTo>
                <a:cubicBezTo>
                  <a:pt x="161948" y="115219"/>
                  <a:pt x="165628" y="111503"/>
                  <a:pt x="169309" y="111503"/>
                </a:cubicBezTo>
                <a:cubicBezTo>
                  <a:pt x="180350" y="111503"/>
                  <a:pt x="184031" y="118937"/>
                  <a:pt x="187712" y="126370"/>
                </a:cubicBezTo>
                <a:cubicBezTo>
                  <a:pt x="191393" y="111503"/>
                  <a:pt x="187712" y="96636"/>
                  <a:pt x="191393" y="85486"/>
                </a:cubicBezTo>
                <a:cubicBezTo>
                  <a:pt x="191393" y="81769"/>
                  <a:pt x="191393" y="81769"/>
                  <a:pt x="187712" y="81769"/>
                </a:cubicBezTo>
                <a:cubicBezTo>
                  <a:pt x="184031" y="81769"/>
                  <a:pt x="180350" y="85486"/>
                  <a:pt x="180350" y="89202"/>
                </a:cubicBezTo>
                <a:cubicBezTo>
                  <a:pt x="176670" y="96636"/>
                  <a:pt x="172989" y="96636"/>
                  <a:pt x="169309" y="100353"/>
                </a:cubicBezTo>
                <a:cubicBezTo>
                  <a:pt x="158267" y="100353"/>
                  <a:pt x="150905" y="100353"/>
                  <a:pt x="147225" y="96636"/>
                </a:cubicBezTo>
                <a:cubicBezTo>
                  <a:pt x="139864" y="96636"/>
                  <a:pt x="132503" y="89202"/>
                  <a:pt x="139864" y="81769"/>
                </a:cubicBezTo>
                <a:cubicBezTo>
                  <a:pt x="143544" y="78052"/>
                  <a:pt x="147225" y="74336"/>
                  <a:pt x="150905" y="66902"/>
                </a:cubicBezTo>
                <a:cubicBezTo>
                  <a:pt x="165628" y="59468"/>
                  <a:pt x="180350" y="52034"/>
                  <a:pt x="198754" y="55752"/>
                </a:cubicBezTo>
                <a:cubicBezTo>
                  <a:pt x="202434" y="55752"/>
                  <a:pt x="206115" y="59468"/>
                  <a:pt x="209795" y="59468"/>
                </a:cubicBezTo>
                <a:cubicBezTo>
                  <a:pt x="217157" y="63185"/>
                  <a:pt x="220838" y="74336"/>
                  <a:pt x="224518" y="81769"/>
                </a:cubicBezTo>
                <a:cubicBezTo>
                  <a:pt x="228199" y="85486"/>
                  <a:pt x="231879" y="85486"/>
                  <a:pt x="231879" y="89202"/>
                </a:cubicBezTo>
                <a:cubicBezTo>
                  <a:pt x="235560" y="96636"/>
                  <a:pt x="228199" y="100353"/>
                  <a:pt x="228199" y="104070"/>
                </a:cubicBezTo>
                <a:cubicBezTo>
                  <a:pt x="224518" y="111503"/>
                  <a:pt x="220838" y="118937"/>
                  <a:pt x="217157" y="126370"/>
                </a:cubicBezTo>
                <a:cubicBezTo>
                  <a:pt x="213477" y="137521"/>
                  <a:pt x="213477" y="152387"/>
                  <a:pt x="213477" y="163538"/>
                </a:cubicBezTo>
                <a:cubicBezTo>
                  <a:pt x="209795" y="167255"/>
                  <a:pt x="209795" y="170971"/>
                  <a:pt x="206115" y="174688"/>
                </a:cubicBezTo>
                <a:cubicBezTo>
                  <a:pt x="206115" y="178405"/>
                  <a:pt x="206115" y="182122"/>
                  <a:pt x="206115" y="185839"/>
                </a:cubicBezTo>
                <a:cubicBezTo>
                  <a:pt x="202434" y="189555"/>
                  <a:pt x="202434" y="189555"/>
                  <a:pt x="202434" y="189555"/>
                </a:cubicBezTo>
                <a:cubicBezTo>
                  <a:pt x="202434" y="196988"/>
                  <a:pt x="213477" y="193272"/>
                  <a:pt x="220838" y="193272"/>
                </a:cubicBezTo>
                <a:cubicBezTo>
                  <a:pt x="228199" y="189555"/>
                  <a:pt x="235560" y="182122"/>
                  <a:pt x="242922" y="185839"/>
                </a:cubicBezTo>
                <a:cubicBezTo>
                  <a:pt x="253963" y="185839"/>
                  <a:pt x="265005" y="193272"/>
                  <a:pt x="272367" y="200706"/>
                </a:cubicBezTo>
                <a:cubicBezTo>
                  <a:pt x="279728" y="204423"/>
                  <a:pt x="283408" y="204423"/>
                  <a:pt x="290769" y="208139"/>
                </a:cubicBezTo>
                <a:cubicBezTo>
                  <a:pt x="283408" y="215572"/>
                  <a:pt x="294450" y="219290"/>
                  <a:pt x="287089" y="226723"/>
                </a:cubicBezTo>
                <a:cubicBezTo>
                  <a:pt x="287089" y="226723"/>
                  <a:pt x="287089" y="226723"/>
                  <a:pt x="283408" y="226723"/>
                </a:cubicBezTo>
                <a:cubicBezTo>
                  <a:pt x="276047" y="234156"/>
                  <a:pt x="268685" y="241591"/>
                  <a:pt x="257644" y="249024"/>
                </a:cubicBezTo>
                <a:cubicBezTo>
                  <a:pt x="239240" y="260175"/>
                  <a:pt x="209795" y="267608"/>
                  <a:pt x="191393" y="278757"/>
                </a:cubicBezTo>
                <a:cubicBezTo>
                  <a:pt x="187712" y="278757"/>
                  <a:pt x="187712" y="278757"/>
                  <a:pt x="187712" y="278757"/>
                </a:cubicBezTo>
                <a:cubicBezTo>
                  <a:pt x="191393" y="286192"/>
                  <a:pt x="198754" y="293625"/>
                  <a:pt x="191393" y="301059"/>
                </a:cubicBezTo>
                <a:cubicBezTo>
                  <a:pt x="184031" y="304776"/>
                  <a:pt x="176670" y="308492"/>
                  <a:pt x="169309" y="315925"/>
                </a:cubicBezTo>
                <a:cubicBezTo>
                  <a:pt x="165628" y="315925"/>
                  <a:pt x="161948" y="323360"/>
                  <a:pt x="161948" y="327076"/>
                </a:cubicBezTo>
                <a:cubicBezTo>
                  <a:pt x="158267" y="330793"/>
                  <a:pt x="154586" y="341944"/>
                  <a:pt x="154586" y="341944"/>
                </a:cubicBezTo>
                <a:cubicBezTo>
                  <a:pt x="154586" y="349377"/>
                  <a:pt x="165628" y="356810"/>
                  <a:pt x="172989" y="360528"/>
                </a:cubicBezTo>
                <a:cubicBezTo>
                  <a:pt x="176670" y="360528"/>
                  <a:pt x="180350" y="367961"/>
                  <a:pt x="184031" y="367961"/>
                </a:cubicBezTo>
                <a:cubicBezTo>
                  <a:pt x="191393" y="367961"/>
                  <a:pt x="206115" y="367961"/>
                  <a:pt x="217157" y="367961"/>
                </a:cubicBezTo>
                <a:cubicBezTo>
                  <a:pt x="228199" y="367961"/>
                  <a:pt x="242922" y="364244"/>
                  <a:pt x="246602" y="371677"/>
                </a:cubicBezTo>
                <a:cubicBezTo>
                  <a:pt x="250283" y="375394"/>
                  <a:pt x="253963" y="382828"/>
                  <a:pt x="257644" y="386545"/>
                </a:cubicBezTo>
                <a:cubicBezTo>
                  <a:pt x="257644" y="393978"/>
                  <a:pt x="272367" y="405129"/>
                  <a:pt x="265005" y="412562"/>
                </a:cubicBezTo>
                <a:cubicBezTo>
                  <a:pt x="261324" y="416278"/>
                  <a:pt x="257644" y="419995"/>
                  <a:pt x="250283" y="419995"/>
                </a:cubicBezTo>
                <a:cubicBezTo>
                  <a:pt x="246602" y="419995"/>
                  <a:pt x="246602" y="416278"/>
                  <a:pt x="242922" y="412562"/>
                </a:cubicBezTo>
                <a:cubicBezTo>
                  <a:pt x="239240" y="412562"/>
                  <a:pt x="239240" y="408845"/>
                  <a:pt x="231879" y="408845"/>
                </a:cubicBezTo>
                <a:cubicBezTo>
                  <a:pt x="231879" y="408845"/>
                  <a:pt x="228199" y="408845"/>
                  <a:pt x="224518" y="408845"/>
                </a:cubicBezTo>
                <a:cubicBezTo>
                  <a:pt x="217157" y="405129"/>
                  <a:pt x="206115" y="408845"/>
                  <a:pt x="195073" y="408845"/>
                </a:cubicBezTo>
                <a:cubicBezTo>
                  <a:pt x="191393" y="408845"/>
                  <a:pt x="187712" y="408845"/>
                  <a:pt x="184031" y="412562"/>
                </a:cubicBezTo>
                <a:cubicBezTo>
                  <a:pt x="180350" y="419995"/>
                  <a:pt x="172989" y="438579"/>
                  <a:pt x="172989" y="438579"/>
                </a:cubicBezTo>
                <a:cubicBezTo>
                  <a:pt x="161948" y="453446"/>
                  <a:pt x="147225" y="457163"/>
                  <a:pt x="132503" y="464596"/>
                </a:cubicBezTo>
                <a:cubicBezTo>
                  <a:pt x="132503" y="468314"/>
                  <a:pt x="106738" y="475747"/>
                  <a:pt x="103058" y="472030"/>
                </a:cubicBezTo>
                <a:cubicBezTo>
                  <a:pt x="99378" y="472030"/>
                  <a:pt x="95696" y="468314"/>
                  <a:pt x="92015" y="468314"/>
                </a:cubicBezTo>
                <a:cubicBezTo>
                  <a:pt x="92015" y="468314"/>
                  <a:pt x="80974" y="464596"/>
                  <a:pt x="80974" y="464596"/>
                </a:cubicBezTo>
                <a:cubicBezTo>
                  <a:pt x="77293" y="460880"/>
                  <a:pt x="77293" y="460880"/>
                  <a:pt x="73613" y="457163"/>
                </a:cubicBezTo>
                <a:cubicBezTo>
                  <a:pt x="69931" y="457163"/>
                  <a:pt x="69931" y="453446"/>
                  <a:pt x="66251" y="453446"/>
                </a:cubicBezTo>
                <a:cubicBezTo>
                  <a:pt x="62570" y="434862"/>
                  <a:pt x="66251" y="427429"/>
                  <a:pt x="66251" y="412562"/>
                </a:cubicBezTo>
                <a:cubicBezTo>
                  <a:pt x="66251" y="408845"/>
                  <a:pt x="66251" y="401411"/>
                  <a:pt x="69931" y="401411"/>
                </a:cubicBezTo>
                <a:cubicBezTo>
                  <a:pt x="69931" y="397694"/>
                  <a:pt x="73613" y="397694"/>
                  <a:pt x="77293" y="393978"/>
                </a:cubicBezTo>
                <a:cubicBezTo>
                  <a:pt x="80974" y="393978"/>
                  <a:pt x="80974" y="393978"/>
                  <a:pt x="80974" y="390261"/>
                </a:cubicBezTo>
                <a:cubicBezTo>
                  <a:pt x="84654" y="390261"/>
                  <a:pt x="88335" y="390261"/>
                  <a:pt x="92015" y="390261"/>
                </a:cubicBezTo>
                <a:cubicBezTo>
                  <a:pt x="99378" y="386545"/>
                  <a:pt x="103058" y="382828"/>
                  <a:pt x="110419" y="382828"/>
                </a:cubicBezTo>
                <a:cubicBezTo>
                  <a:pt x="114099" y="379112"/>
                  <a:pt x="125141" y="375394"/>
                  <a:pt x="125141" y="371677"/>
                </a:cubicBezTo>
                <a:cubicBezTo>
                  <a:pt x="125141" y="367961"/>
                  <a:pt x="117780" y="367961"/>
                  <a:pt x="117780" y="364244"/>
                </a:cubicBezTo>
                <a:cubicBezTo>
                  <a:pt x="117780" y="360528"/>
                  <a:pt x="117780" y="360528"/>
                  <a:pt x="117780" y="356810"/>
                </a:cubicBezTo>
                <a:cubicBezTo>
                  <a:pt x="114099" y="353093"/>
                  <a:pt x="106738" y="349377"/>
                  <a:pt x="110419" y="345660"/>
                </a:cubicBezTo>
                <a:cubicBezTo>
                  <a:pt x="110419" y="341944"/>
                  <a:pt x="114099" y="338226"/>
                  <a:pt x="117780" y="338226"/>
                </a:cubicBezTo>
                <a:cubicBezTo>
                  <a:pt x="125141" y="330793"/>
                  <a:pt x="125141" y="319642"/>
                  <a:pt x="128822" y="312209"/>
                </a:cubicBezTo>
                <a:cubicBezTo>
                  <a:pt x="125141" y="301059"/>
                  <a:pt x="110419" y="308492"/>
                  <a:pt x="106738" y="312209"/>
                </a:cubicBezTo>
                <a:cubicBezTo>
                  <a:pt x="99378" y="315925"/>
                  <a:pt x="99378" y="315925"/>
                  <a:pt x="92015" y="319642"/>
                </a:cubicBezTo>
                <a:cubicBezTo>
                  <a:pt x="88335" y="323360"/>
                  <a:pt x="84654" y="327076"/>
                  <a:pt x="80974" y="330793"/>
                </a:cubicBezTo>
                <a:cubicBezTo>
                  <a:pt x="73613" y="334509"/>
                  <a:pt x="69931" y="338226"/>
                  <a:pt x="66251" y="330793"/>
                </a:cubicBezTo>
                <a:cubicBezTo>
                  <a:pt x="66251" y="323360"/>
                  <a:pt x="62570" y="315925"/>
                  <a:pt x="62570" y="312209"/>
                </a:cubicBezTo>
                <a:cubicBezTo>
                  <a:pt x="66251" y="301059"/>
                  <a:pt x="73613" y="301059"/>
                  <a:pt x="80974" y="293625"/>
                </a:cubicBezTo>
                <a:cubicBezTo>
                  <a:pt x="92015" y="282475"/>
                  <a:pt x="103058" y="278757"/>
                  <a:pt x="114099" y="275041"/>
                </a:cubicBezTo>
                <a:cubicBezTo>
                  <a:pt x="117780" y="271324"/>
                  <a:pt x="125141" y="267608"/>
                  <a:pt x="132503" y="271324"/>
                </a:cubicBezTo>
                <a:cubicBezTo>
                  <a:pt x="139864" y="271324"/>
                  <a:pt x="143544" y="267608"/>
                  <a:pt x="150905" y="267608"/>
                </a:cubicBezTo>
                <a:cubicBezTo>
                  <a:pt x="154586" y="267608"/>
                  <a:pt x="158267" y="267608"/>
                  <a:pt x="161948" y="267608"/>
                </a:cubicBezTo>
                <a:cubicBezTo>
                  <a:pt x="161948" y="267608"/>
                  <a:pt x="165628" y="263891"/>
                  <a:pt x="165628" y="263891"/>
                </a:cubicBezTo>
                <a:cubicBezTo>
                  <a:pt x="169309" y="263891"/>
                  <a:pt x="169309" y="263891"/>
                  <a:pt x="172989" y="263891"/>
                </a:cubicBezTo>
                <a:cubicBezTo>
                  <a:pt x="176670" y="260175"/>
                  <a:pt x="180350" y="256457"/>
                  <a:pt x="184031" y="252740"/>
                </a:cubicBezTo>
                <a:cubicBezTo>
                  <a:pt x="191393" y="249024"/>
                  <a:pt x="198754" y="245307"/>
                  <a:pt x="202434" y="241591"/>
                </a:cubicBezTo>
                <a:cubicBezTo>
                  <a:pt x="209795" y="237874"/>
                  <a:pt x="220838" y="234156"/>
                  <a:pt x="209795" y="226723"/>
                </a:cubicBezTo>
                <a:cubicBezTo>
                  <a:pt x="195073" y="223007"/>
                  <a:pt x="165628" y="226723"/>
                  <a:pt x="154586" y="226723"/>
                </a:cubicBezTo>
                <a:cubicBezTo>
                  <a:pt x="150905" y="226723"/>
                  <a:pt x="143544" y="230440"/>
                  <a:pt x="136183" y="230440"/>
                </a:cubicBezTo>
                <a:cubicBezTo>
                  <a:pt x="132503" y="230440"/>
                  <a:pt x="128822" y="234156"/>
                  <a:pt x="125141" y="234156"/>
                </a:cubicBezTo>
                <a:cubicBezTo>
                  <a:pt x="121460" y="234156"/>
                  <a:pt x="99378" y="234156"/>
                  <a:pt x="92015" y="237874"/>
                </a:cubicBezTo>
                <a:cubicBezTo>
                  <a:pt x="88335" y="237874"/>
                  <a:pt x="73613" y="245307"/>
                  <a:pt x="73613" y="245307"/>
                </a:cubicBezTo>
                <a:cubicBezTo>
                  <a:pt x="69931" y="245307"/>
                  <a:pt x="58890" y="249024"/>
                  <a:pt x="58890" y="249024"/>
                </a:cubicBezTo>
                <a:cubicBezTo>
                  <a:pt x="51529" y="252740"/>
                  <a:pt x="44168" y="260175"/>
                  <a:pt x="40486" y="260175"/>
                </a:cubicBezTo>
                <a:cubicBezTo>
                  <a:pt x="29445" y="260175"/>
                  <a:pt x="25764" y="256457"/>
                  <a:pt x="18404" y="252740"/>
                </a:cubicBezTo>
                <a:cubicBezTo>
                  <a:pt x="14723" y="249024"/>
                  <a:pt x="14723" y="245307"/>
                  <a:pt x="7361" y="245307"/>
                </a:cubicBezTo>
                <a:cubicBezTo>
                  <a:pt x="7361" y="245307"/>
                  <a:pt x="3680" y="241591"/>
                  <a:pt x="3680" y="241591"/>
                </a:cubicBezTo>
                <a:cubicBezTo>
                  <a:pt x="0" y="230440"/>
                  <a:pt x="14723" y="230440"/>
                  <a:pt x="25764" y="226723"/>
                </a:cubicBezTo>
                <a:cubicBezTo>
                  <a:pt x="25764" y="208139"/>
                  <a:pt x="22084" y="200706"/>
                  <a:pt x="18404" y="178405"/>
                </a:cubicBezTo>
                <a:cubicBezTo>
                  <a:pt x="14723" y="174688"/>
                  <a:pt x="14723" y="170971"/>
                  <a:pt x="11041" y="163538"/>
                </a:cubicBezTo>
                <a:cubicBezTo>
                  <a:pt x="7361" y="159822"/>
                  <a:pt x="7361" y="159822"/>
                  <a:pt x="3680" y="156105"/>
                </a:cubicBezTo>
                <a:cubicBezTo>
                  <a:pt x="3680" y="156105"/>
                  <a:pt x="3680" y="152387"/>
                  <a:pt x="3680" y="152387"/>
                </a:cubicBezTo>
                <a:cubicBezTo>
                  <a:pt x="3680" y="148671"/>
                  <a:pt x="3680" y="144954"/>
                  <a:pt x="3680" y="141238"/>
                </a:cubicBezTo>
                <a:cubicBezTo>
                  <a:pt x="3680" y="141238"/>
                  <a:pt x="3680" y="137521"/>
                  <a:pt x="3680" y="133803"/>
                </a:cubicBezTo>
                <a:cubicBezTo>
                  <a:pt x="0" y="130087"/>
                  <a:pt x="0" y="126370"/>
                  <a:pt x="0" y="122654"/>
                </a:cubicBezTo>
                <a:cubicBezTo>
                  <a:pt x="3680" y="118937"/>
                  <a:pt x="3680" y="118937"/>
                  <a:pt x="7361" y="118937"/>
                </a:cubicBezTo>
                <a:cubicBezTo>
                  <a:pt x="7361" y="115219"/>
                  <a:pt x="7361" y="111503"/>
                  <a:pt x="11041" y="111503"/>
                </a:cubicBezTo>
                <a:cubicBezTo>
                  <a:pt x="14723" y="107786"/>
                  <a:pt x="14723" y="107786"/>
                  <a:pt x="18404" y="107786"/>
                </a:cubicBezTo>
                <a:cubicBezTo>
                  <a:pt x="25764" y="111503"/>
                  <a:pt x="36806" y="118937"/>
                  <a:pt x="40486" y="126370"/>
                </a:cubicBezTo>
                <a:cubicBezTo>
                  <a:pt x="36806" y="130087"/>
                  <a:pt x="40486" y="137521"/>
                  <a:pt x="40486" y="144954"/>
                </a:cubicBezTo>
                <a:cubicBezTo>
                  <a:pt x="40486" y="148671"/>
                  <a:pt x="40486" y="152387"/>
                  <a:pt x="40486" y="156105"/>
                </a:cubicBezTo>
                <a:cubicBezTo>
                  <a:pt x="40486" y="156105"/>
                  <a:pt x="40486" y="159822"/>
                  <a:pt x="40486" y="159822"/>
                </a:cubicBezTo>
                <a:cubicBezTo>
                  <a:pt x="40486" y="167255"/>
                  <a:pt x="40486" y="170971"/>
                  <a:pt x="44168" y="174688"/>
                </a:cubicBezTo>
                <a:cubicBezTo>
                  <a:pt x="44168" y="178405"/>
                  <a:pt x="47849" y="182122"/>
                  <a:pt x="47849" y="185839"/>
                </a:cubicBezTo>
                <a:cubicBezTo>
                  <a:pt x="47849" y="185839"/>
                  <a:pt x="47849" y="189555"/>
                  <a:pt x="47849" y="189555"/>
                </a:cubicBezTo>
                <a:cubicBezTo>
                  <a:pt x="47849" y="193272"/>
                  <a:pt x="47849" y="196988"/>
                  <a:pt x="47849" y="200706"/>
                </a:cubicBezTo>
                <a:cubicBezTo>
                  <a:pt x="47849" y="204423"/>
                  <a:pt x="47849" y="211856"/>
                  <a:pt x="51529" y="219290"/>
                </a:cubicBezTo>
                <a:cubicBezTo>
                  <a:pt x="55209" y="219290"/>
                  <a:pt x="58890" y="215572"/>
                  <a:pt x="62570" y="215572"/>
                </a:cubicBezTo>
                <a:cubicBezTo>
                  <a:pt x="62570" y="200706"/>
                  <a:pt x="55209" y="185839"/>
                  <a:pt x="55209" y="174688"/>
                </a:cubicBezTo>
                <a:cubicBezTo>
                  <a:pt x="55209" y="163538"/>
                  <a:pt x="55209" y="156105"/>
                  <a:pt x="51529" y="148671"/>
                </a:cubicBezTo>
                <a:cubicBezTo>
                  <a:pt x="51529" y="137521"/>
                  <a:pt x="47849" y="126370"/>
                  <a:pt x="47849" y="115219"/>
                </a:cubicBezTo>
                <a:cubicBezTo>
                  <a:pt x="47849" y="115219"/>
                  <a:pt x="44168" y="115219"/>
                  <a:pt x="40486" y="115219"/>
                </a:cubicBezTo>
                <a:cubicBezTo>
                  <a:pt x="40486" y="111503"/>
                  <a:pt x="44168" y="104070"/>
                  <a:pt x="47849" y="96636"/>
                </a:cubicBezTo>
                <a:cubicBezTo>
                  <a:pt x="47849" y="92920"/>
                  <a:pt x="44168" y="89202"/>
                  <a:pt x="47849" y="85486"/>
                </a:cubicBezTo>
                <a:cubicBezTo>
                  <a:pt x="51529" y="78052"/>
                  <a:pt x="58890" y="74336"/>
                  <a:pt x="62570" y="78052"/>
                </a:cubicBezTo>
                <a:cubicBezTo>
                  <a:pt x="73613" y="81769"/>
                  <a:pt x="80974" y="100353"/>
                  <a:pt x="80974" y="111503"/>
                </a:cubicBezTo>
                <a:cubicBezTo>
                  <a:pt x="80974" y="111503"/>
                  <a:pt x="80974" y="111503"/>
                  <a:pt x="77293" y="115219"/>
                </a:cubicBezTo>
                <a:cubicBezTo>
                  <a:pt x="80974" y="144954"/>
                  <a:pt x="77293" y="178405"/>
                  <a:pt x="88335" y="204423"/>
                </a:cubicBezTo>
                <a:cubicBezTo>
                  <a:pt x="88335" y="204423"/>
                  <a:pt x="88335" y="200706"/>
                  <a:pt x="88335" y="196988"/>
                </a:cubicBezTo>
                <a:cubicBezTo>
                  <a:pt x="92015" y="193272"/>
                  <a:pt x="88335" y="182122"/>
                  <a:pt x="88335" y="174688"/>
                </a:cubicBezTo>
                <a:cubicBezTo>
                  <a:pt x="92015" y="174688"/>
                  <a:pt x="92015" y="170971"/>
                  <a:pt x="92015" y="167255"/>
                </a:cubicBezTo>
                <a:cubicBezTo>
                  <a:pt x="92015" y="167255"/>
                  <a:pt x="88335" y="167255"/>
                  <a:pt x="88335" y="163538"/>
                </a:cubicBezTo>
                <a:cubicBezTo>
                  <a:pt x="88335" y="159822"/>
                  <a:pt x="88335" y="156105"/>
                  <a:pt x="88335" y="152387"/>
                </a:cubicBezTo>
                <a:cubicBezTo>
                  <a:pt x="88335" y="144954"/>
                  <a:pt x="88335" y="137521"/>
                  <a:pt x="88335" y="133803"/>
                </a:cubicBezTo>
                <a:cubicBezTo>
                  <a:pt x="92015" y="130087"/>
                  <a:pt x="99378" y="126370"/>
                  <a:pt x="103058" y="126370"/>
                </a:cubicBezTo>
                <a:cubicBezTo>
                  <a:pt x="103058" y="126370"/>
                  <a:pt x="106738" y="130087"/>
                  <a:pt x="106738" y="133803"/>
                </a:cubicBezTo>
                <a:cubicBezTo>
                  <a:pt x="110419" y="133803"/>
                  <a:pt x="110419" y="133803"/>
                  <a:pt x="110419" y="133803"/>
                </a:cubicBezTo>
                <a:cubicBezTo>
                  <a:pt x="114099" y="133803"/>
                  <a:pt x="114099" y="137521"/>
                  <a:pt x="117780" y="137521"/>
                </a:cubicBezTo>
                <a:cubicBezTo>
                  <a:pt x="121460" y="144954"/>
                  <a:pt x="114099" y="148671"/>
                  <a:pt x="110419" y="152387"/>
                </a:cubicBezTo>
                <a:cubicBezTo>
                  <a:pt x="110419" y="159822"/>
                  <a:pt x="110419" y="167255"/>
                  <a:pt x="110419" y="174688"/>
                </a:cubicBezTo>
                <a:cubicBezTo>
                  <a:pt x="106738" y="178405"/>
                  <a:pt x="110419" y="178405"/>
                  <a:pt x="110419" y="182122"/>
                </a:cubicBezTo>
                <a:cubicBezTo>
                  <a:pt x="106738" y="189555"/>
                  <a:pt x="110419" y="196988"/>
                  <a:pt x="110419" y="200706"/>
                </a:cubicBezTo>
                <a:cubicBezTo>
                  <a:pt x="110419" y="200706"/>
                  <a:pt x="110419" y="196988"/>
                  <a:pt x="110419" y="196988"/>
                </a:cubicBezTo>
                <a:cubicBezTo>
                  <a:pt x="114099" y="193272"/>
                  <a:pt x="114099" y="189555"/>
                  <a:pt x="114099" y="182122"/>
                </a:cubicBezTo>
                <a:cubicBezTo>
                  <a:pt x="117780" y="178405"/>
                  <a:pt x="117780" y="174688"/>
                  <a:pt x="117780" y="170971"/>
                </a:cubicBezTo>
                <a:cubicBezTo>
                  <a:pt x="117780" y="156105"/>
                  <a:pt x="128822" y="144954"/>
                  <a:pt x="125141" y="133803"/>
                </a:cubicBezTo>
                <a:cubicBezTo>
                  <a:pt x="125141" y="126370"/>
                  <a:pt x="114099" y="118937"/>
                  <a:pt x="103058" y="122654"/>
                </a:cubicBezTo>
                <a:cubicBezTo>
                  <a:pt x="99378" y="122654"/>
                  <a:pt x="99378" y="111503"/>
                  <a:pt x="92015" y="111503"/>
                </a:cubicBezTo>
                <a:cubicBezTo>
                  <a:pt x="88335" y="104070"/>
                  <a:pt x="88335" y="100353"/>
                  <a:pt x="95696" y="96636"/>
                </a:cubicBezTo>
                <a:cubicBezTo>
                  <a:pt x="99378" y="89202"/>
                  <a:pt x="99378" y="78052"/>
                  <a:pt x="99378" y="63185"/>
                </a:cubicBezTo>
                <a:cubicBezTo>
                  <a:pt x="99378" y="59468"/>
                  <a:pt x="95696" y="55752"/>
                  <a:pt x="95696" y="52034"/>
                </a:cubicBezTo>
                <a:cubicBezTo>
                  <a:pt x="95696" y="44601"/>
                  <a:pt x="99378" y="37168"/>
                  <a:pt x="99378" y="33451"/>
                </a:cubicBezTo>
                <a:cubicBezTo>
                  <a:pt x="99378" y="26017"/>
                  <a:pt x="95696" y="22301"/>
                  <a:pt x="92015" y="18584"/>
                </a:cubicBezTo>
                <a:cubicBezTo>
                  <a:pt x="92015" y="11151"/>
                  <a:pt x="95696" y="3717"/>
                  <a:pt x="103058" y="0"/>
                </a:cubicBezTo>
                <a:cubicBezTo>
                  <a:pt x="114099" y="3717"/>
                  <a:pt x="121460" y="11151"/>
                  <a:pt x="132503" y="14867"/>
                </a:cubicBezTo>
                <a:cubicBezTo>
                  <a:pt x="136183" y="18584"/>
                  <a:pt x="136183" y="22301"/>
                  <a:pt x="136183" y="22301"/>
                </a:cubicBezTo>
                <a:cubicBezTo>
                  <a:pt x="147225" y="22301"/>
                  <a:pt x="158267" y="18584"/>
                  <a:pt x="165628" y="18584"/>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2463800" y="584200"/>
            <a:ext cx="312580" cy="282572"/>
          </a:xfrm>
          <a:custGeom>
            <a:avLst/>
            <a:gdLst/>
            <a:ahLst/>
            <a:cxnLst/>
            <a:rect l="l" t="t" r="r" b="b"/>
            <a:pathLst>
              <a:path w="312580" h="282572">
                <a:moveTo>
                  <a:pt x="301548" y="275135"/>
                </a:moveTo>
                <a:cubicBezTo>
                  <a:pt x="294193" y="275135"/>
                  <a:pt x="286838" y="275135"/>
                  <a:pt x="275806" y="275135"/>
                </a:cubicBezTo>
                <a:cubicBezTo>
                  <a:pt x="268451" y="275135"/>
                  <a:pt x="242710" y="275135"/>
                  <a:pt x="235354" y="275135"/>
                </a:cubicBezTo>
                <a:cubicBezTo>
                  <a:pt x="231677" y="275135"/>
                  <a:pt x="231677" y="275135"/>
                  <a:pt x="227999" y="275135"/>
                </a:cubicBezTo>
                <a:cubicBezTo>
                  <a:pt x="224323" y="278854"/>
                  <a:pt x="202258" y="278854"/>
                  <a:pt x="194903" y="278854"/>
                </a:cubicBezTo>
                <a:cubicBezTo>
                  <a:pt x="191225" y="275135"/>
                  <a:pt x="172838" y="275135"/>
                  <a:pt x="172838" y="271418"/>
                </a:cubicBezTo>
                <a:cubicBezTo>
                  <a:pt x="172838" y="271418"/>
                  <a:pt x="172838" y="271418"/>
                  <a:pt x="172838" y="267699"/>
                </a:cubicBezTo>
                <a:cubicBezTo>
                  <a:pt x="187549" y="263982"/>
                  <a:pt x="198580" y="252828"/>
                  <a:pt x="213290" y="245392"/>
                </a:cubicBezTo>
                <a:cubicBezTo>
                  <a:pt x="216967" y="237955"/>
                  <a:pt x="220645" y="237955"/>
                  <a:pt x="213290" y="230519"/>
                </a:cubicBezTo>
                <a:cubicBezTo>
                  <a:pt x="205936" y="226802"/>
                  <a:pt x="198580" y="223083"/>
                  <a:pt x="183871" y="223083"/>
                </a:cubicBezTo>
                <a:cubicBezTo>
                  <a:pt x="180193" y="223083"/>
                  <a:pt x="172838" y="223083"/>
                  <a:pt x="169161" y="223083"/>
                </a:cubicBezTo>
                <a:cubicBezTo>
                  <a:pt x="165484" y="223083"/>
                  <a:pt x="161806" y="223083"/>
                  <a:pt x="150774" y="223083"/>
                </a:cubicBezTo>
                <a:cubicBezTo>
                  <a:pt x="147096" y="223083"/>
                  <a:pt x="143419" y="219365"/>
                  <a:pt x="136064" y="219365"/>
                </a:cubicBezTo>
                <a:cubicBezTo>
                  <a:pt x="136064" y="219365"/>
                  <a:pt x="132387" y="219365"/>
                  <a:pt x="132387" y="219365"/>
                </a:cubicBezTo>
                <a:cubicBezTo>
                  <a:pt x="128709" y="219365"/>
                  <a:pt x="125032" y="215647"/>
                  <a:pt x="121355" y="215647"/>
                </a:cubicBezTo>
                <a:cubicBezTo>
                  <a:pt x="117677" y="215647"/>
                  <a:pt x="110322" y="208211"/>
                  <a:pt x="106644" y="208211"/>
                </a:cubicBezTo>
                <a:cubicBezTo>
                  <a:pt x="99290" y="219365"/>
                  <a:pt x="91935" y="234238"/>
                  <a:pt x="80903" y="245392"/>
                </a:cubicBezTo>
                <a:cubicBezTo>
                  <a:pt x="58839" y="260264"/>
                  <a:pt x="55161" y="275135"/>
                  <a:pt x="29420" y="278854"/>
                </a:cubicBezTo>
                <a:cubicBezTo>
                  <a:pt x="29420" y="282572"/>
                  <a:pt x="25742" y="282572"/>
                  <a:pt x="22065" y="282572"/>
                </a:cubicBezTo>
                <a:cubicBezTo>
                  <a:pt x="14709" y="282572"/>
                  <a:pt x="11032" y="278854"/>
                  <a:pt x="3678" y="278854"/>
                </a:cubicBezTo>
                <a:cubicBezTo>
                  <a:pt x="0" y="260264"/>
                  <a:pt x="0" y="230519"/>
                  <a:pt x="0" y="230519"/>
                </a:cubicBezTo>
                <a:cubicBezTo>
                  <a:pt x="0" y="230519"/>
                  <a:pt x="14709" y="219365"/>
                  <a:pt x="25742" y="215647"/>
                </a:cubicBezTo>
                <a:cubicBezTo>
                  <a:pt x="29420" y="211929"/>
                  <a:pt x="29420" y="211929"/>
                  <a:pt x="33096" y="215647"/>
                </a:cubicBezTo>
                <a:cubicBezTo>
                  <a:pt x="33096" y="215647"/>
                  <a:pt x="29420" y="223083"/>
                  <a:pt x="33096" y="223083"/>
                </a:cubicBezTo>
                <a:cubicBezTo>
                  <a:pt x="40452" y="226802"/>
                  <a:pt x="40452" y="219365"/>
                  <a:pt x="44129" y="215647"/>
                </a:cubicBezTo>
                <a:cubicBezTo>
                  <a:pt x="55161" y="204493"/>
                  <a:pt x="58839" y="193338"/>
                  <a:pt x="66194" y="182184"/>
                </a:cubicBezTo>
                <a:cubicBezTo>
                  <a:pt x="69870" y="178467"/>
                  <a:pt x="73548" y="171031"/>
                  <a:pt x="77226" y="167312"/>
                </a:cubicBezTo>
                <a:cubicBezTo>
                  <a:pt x="80903" y="156158"/>
                  <a:pt x="84581" y="148722"/>
                  <a:pt x="91935" y="137568"/>
                </a:cubicBezTo>
                <a:cubicBezTo>
                  <a:pt x="95613" y="130132"/>
                  <a:pt x="99290" y="122696"/>
                  <a:pt x="102968" y="115260"/>
                </a:cubicBezTo>
                <a:cubicBezTo>
                  <a:pt x="106644" y="115260"/>
                  <a:pt x="106644" y="115260"/>
                  <a:pt x="106644" y="111542"/>
                </a:cubicBezTo>
                <a:cubicBezTo>
                  <a:pt x="110322" y="107823"/>
                  <a:pt x="114000" y="100387"/>
                  <a:pt x="106644" y="104106"/>
                </a:cubicBezTo>
                <a:cubicBezTo>
                  <a:pt x="99290" y="104106"/>
                  <a:pt x="95613" y="104106"/>
                  <a:pt x="88257" y="104106"/>
                </a:cubicBezTo>
                <a:cubicBezTo>
                  <a:pt x="84581" y="104106"/>
                  <a:pt x="80903" y="104106"/>
                  <a:pt x="77226" y="104106"/>
                </a:cubicBezTo>
                <a:cubicBezTo>
                  <a:pt x="69870" y="104106"/>
                  <a:pt x="55161" y="107823"/>
                  <a:pt x="47807" y="104106"/>
                </a:cubicBezTo>
                <a:cubicBezTo>
                  <a:pt x="40452" y="104106"/>
                  <a:pt x="40452" y="92951"/>
                  <a:pt x="40452" y="85515"/>
                </a:cubicBezTo>
                <a:cubicBezTo>
                  <a:pt x="36774" y="81797"/>
                  <a:pt x="40452" y="70642"/>
                  <a:pt x="44129" y="70642"/>
                </a:cubicBezTo>
                <a:cubicBezTo>
                  <a:pt x="47807" y="70642"/>
                  <a:pt x="51483" y="70642"/>
                  <a:pt x="55161" y="70642"/>
                </a:cubicBezTo>
                <a:cubicBezTo>
                  <a:pt x="58839" y="66925"/>
                  <a:pt x="66194" y="70642"/>
                  <a:pt x="69870" y="66925"/>
                </a:cubicBezTo>
                <a:cubicBezTo>
                  <a:pt x="73548" y="66925"/>
                  <a:pt x="80903" y="70642"/>
                  <a:pt x="88257" y="66925"/>
                </a:cubicBezTo>
                <a:cubicBezTo>
                  <a:pt x="95613" y="66925"/>
                  <a:pt x="99290" y="66925"/>
                  <a:pt x="110322" y="63207"/>
                </a:cubicBezTo>
                <a:cubicBezTo>
                  <a:pt x="114000" y="63207"/>
                  <a:pt x="121355" y="63207"/>
                  <a:pt x="128709" y="63207"/>
                </a:cubicBezTo>
                <a:cubicBezTo>
                  <a:pt x="128709" y="59489"/>
                  <a:pt x="139742" y="44616"/>
                  <a:pt x="143419" y="37181"/>
                </a:cubicBezTo>
                <a:cubicBezTo>
                  <a:pt x="147096" y="33462"/>
                  <a:pt x="147096" y="29745"/>
                  <a:pt x="150774" y="26026"/>
                </a:cubicBezTo>
                <a:cubicBezTo>
                  <a:pt x="154451" y="22309"/>
                  <a:pt x="154451" y="18590"/>
                  <a:pt x="158129" y="14872"/>
                </a:cubicBezTo>
                <a:cubicBezTo>
                  <a:pt x="158129" y="11154"/>
                  <a:pt x="161806" y="7436"/>
                  <a:pt x="165484" y="0"/>
                </a:cubicBezTo>
                <a:cubicBezTo>
                  <a:pt x="169161" y="0"/>
                  <a:pt x="176516" y="0"/>
                  <a:pt x="183871" y="0"/>
                </a:cubicBezTo>
                <a:cubicBezTo>
                  <a:pt x="187549" y="0"/>
                  <a:pt x="191225" y="0"/>
                  <a:pt x="194903" y="0"/>
                </a:cubicBezTo>
                <a:cubicBezTo>
                  <a:pt x="202258" y="3719"/>
                  <a:pt x="209612" y="7436"/>
                  <a:pt x="213290" y="14872"/>
                </a:cubicBezTo>
                <a:cubicBezTo>
                  <a:pt x="216967" y="18590"/>
                  <a:pt x="213290" y="26026"/>
                  <a:pt x="209612" y="29745"/>
                </a:cubicBezTo>
                <a:cubicBezTo>
                  <a:pt x="205936" y="29745"/>
                  <a:pt x="202258" y="33462"/>
                  <a:pt x="202258" y="37181"/>
                </a:cubicBezTo>
                <a:cubicBezTo>
                  <a:pt x="202258" y="37181"/>
                  <a:pt x="191225" y="48335"/>
                  <a:pt x="191225" y="48335"/>
                </a:cubicBezTo>
                <a:cubicBezTo>
                  <a:pt x="191225" y="55771"/>
                  <a:pt x="198580" y="52052"/>
                  <a:pt x="202258" y="52052"/>
                </a:cubicBezTo>
                <a:cubicBezTo>
                  <a:pt x="205936" y="48335"/>
                  <a:pt x="209612" y="37181"/>
                  <a:pt x="216967" y="37181"/>
                </a:cubicBezTo>
                <a:cubicBezTo>
                  <a:pt x="220645" y="37181"/>
                  <a:pt x="227999" y="40899"/>
                  <a:pt x="227999" y="44616"/>
                </a:cubicBezTo>
                <a:cubicBezTo>
                  <a:pt x="231677" y="55771"/>
                  <a:pt x="261097" y="55771"/>
                  <a:pt x="264773" y="55771"/>
                </a:cubicBezTo>
                <a:cubicBezTo>
                  <a:pt x="268451" y="59489"/>
                  <a:pt x="272128" y="63207"/>
                  <a:pt x="272128" y="66925"/>
                </a:cubicBezTo>
                <a:cubicBezTo>
                  <a:pt x="272128" y="70642"/>
                  <a:pt x="264773" y="78080"/>
                  <a:pt x="264773" y="81797"/>
                </a:cubicBezTo>
                <a:cubicBezTo>
                  <a:pt x="264773" y="85515"/>
                  <a:pt x="253741" y="85515"/>
                  <a:pt x="242710" y="85515"/>
                </a:cubicBezTo>
                <a:cubicBezTo>
                  <a:pt x="242710" y="85515"/>
                  <a:pt x="239032" y="85515"/>
                  <a:pt x="239032" y="85515"/>
                </a:cubicBezTo>
                <a:cubicBezTo>
                  <a:pt x="235354" y="85515"/>
                  <a:pt x="231677" y="85515"/>
                  <a:pt x="227999" y="85515"/>
                </a:cubicBezTo>
                <a:cubicBezTo>
                  <a:pt x="216967" y="89233"/>
                  <a:pt x="191225" y="89233"/>
                  <a:pt x="187549" y="89233"/>
                </a:cubicBezTo>
                <a:cubicBezTo>
                  <a:pt x="183871" y="89233"/>
                  <a:pt x="172838" y="92951"/>
                  <a:pt x="169161" y="92951"/>
                </a:cubicBezTo>
                <a:cubicBezTo>
                  <a:pt x="169161" y="92951"/>
                  <a:pt x="169161" y="92951"/>
                  <a:pt x="169161" y="96670"/>
                </a:cubicBezTo>
                <a:cubicBezTo>
                  <a:pt x="165484" y="100387"/>
                  <a:pt x="165484" y="100387"/>
                  <a:pt x="161806" y="104106"/>
                </a:cubicBezTo>
                <a:cubicBezTo>
                  <a:pt x="158129" y="111542"/>
                  <a:pt x="150774" y="122696"/>
                  <a:pt x="147096" y="133850"/>
                </a:cubicBezTo>
                <a:cubicBezTo>
                  <a:pt x="143419" y="137568"/>
                  <a:pt x="139742" y="137568"/>
                  <a:pt x="139742" y="141286"/>
                </a:cubicBezTo>
                <a:cubicBezTo>
                  <a:pt x="136064" y="141286"/>
                  <a:pt x="136064" y="145004"/>
                  <a:pt x="136064" y="148722"/>
                </a:cubicBezTo>
                <a:cubicBezTo>
                  <a:pt x="132387" y="152441"/>
                  <a:pt x="132387" y="156158"/>
                  <a:pt x="128709" y="159876"/>
                </a:cubicBezTo>
                <a:cubicBezTo>
                  <a:pt x="128709" y="163594"/>
                  <a:pt x="125032" y="163594"/>
                  <a:pt x="125032" y="171031"/>
                </a:cubicBezTo>
                <a:cubicBezTo>
                  <a:pt x="121355" y="174748"/>
                  <a:pt x="117677" y="178467"/>
                  <a:pt x="117677" y="182184"/>
                </a:cubicBezTo>
                <a:cubicBezTo>
                  <a:pt x="117677" y="185903"/>
                  <a:pt x="114000" y="185903"/>
                  <a:pt x="117677" y="189621"/>
                </a:cubicBezTo>
                <a:cubicBezTo>
                  <a:pt x="121355" y="189621"/>
                  <a:pt x="125032" y="189621"/>
                  <a:pt x="128709" y="189621"/>
                </a:cubicBezTo>
                <a:cubicBezTo>
                  <a:pt x="132387" y="189621"/>
                  <a:pt x="158129" y="193338"/>
                  <a:pt x="165484" y="193338"/>
                </a:cubicBezTo>
                <a:cubicBezTo>
                  <a:pt x="176516" y="193338"/>
                  <a:pt x="261097" y="200774"/>
                  <a:pt x="275806" y="204493"/>
                </a:cubicBezTo>
                <a:cubicBezTo>
                  <a:pt x="275806" y="204493"/>
                  <a:pt x="275806" y="208211"/>
                  <a:pt x="279484" y="208211"/>
                </a:cubicBezTo>
                <a:cubicBezTo>
                  <a:pt x="290515" y="215647"/>
                  <a:pt x="294193" y="226802"/>
                  <a:pt x="301548" y="237955"/>
                </a:cubicBezTo>
                <a:cubicBezTo>
                  <a:pt x="305225" y="241673"/>
                  <a:pt x="308902" y="241673"/>
                  <a:pt x="308902" y="245392"/>
                </a:cubicBezTo>
                <a:cubicBezTo>
                  <a:pt x="308902" y="249109"/>
                  <a:pt x="308902" y="249109"/>
                  <a:pt x="308902" y="252828"/>
                </a:cubicBezTo>
                <a:cubicBezTo>
                  <a:pt x="312580" y="263982"/>
                  <a:pt x="305225" y="275135"/>
                  <a:pt x="301548" y="275135"/>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2476500" y="863600"/>
            <a:ext cx="7502" cy="3752"/>
          </a:xfrm>
          <a:custGeom>
            <a:avLst/>
            <a:gdLst/>
            <a:ahLst/>
            <a:cxnLst/>
            <a:rect l="l" t="t" r="r" b="b"/>
            <a:pathLst>
              <a:path w="7502" h="3752">
                <a:moveTo>
                  <a:pt x="7502" y="0"/>
                </a:moveTo>
                <a:cubicBezTo>
                  <a:pt x="7502" y="3752"/>
                  <a:pt x="3752" y="3752"/>
                  <a:pt x="0" y="3752"/>
                </a:cubicBezTo>
                <a:cubicBezTo>
                  <a:pt x="7502" y="0"/>
                  <a:pt x="7502" y="0"/>
                  <a:pt x="7502" y="0"/>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511300" y="1003300"/>
            <a:ext cx="70018" cy="100651"/>
          </a:xfrm>
          <a:custGeom>
            <a:avLst/>
            <a:gdLst/>
            <a:ahLst/>
            <a:cxnLst/>
            <a:rect l="l" t="t" r="r" b="b"/>
            <a:pathLst>
              <a:path w="70018" h="100651">
                <a:moveTo>
                  <a:pt x="22506" y="100651"/>
                </a:moveTo>
                <a:lnTo>
                  <a:pt x="48137" y="100651"/>
                </a:lnTo>
                <a:lnTo>
                  <a:pt x="48137" y="55640"/>
                </a:lnTo>
                <a:lnTo>
                  <a:pt x="70018" y="0"/>
                </a:lnTo>
                <a:lnTo>
                  <a:pt x="48137" y="0"/>
                </a:lnTo>
                <a:lnTo>
                  <a:pt x="33133" y="33759"/>
                </a:lnTo>
                <a:lnTo>
                  <a:pt x="22506" y="0"/>
                </a:lnTo>
                <a:lnTo>
                  <a:pt x="0" y="0"/>
                </a:lnTo>
                <a:lnTo>
                  <a:pt x="22506" y="55640"/>
                </a:lnTo>
                <a:lnTo>
                  <a:pt x="22506" y="100651"/>
                </a:lnTo>
                <a:lnTo>
                  <a:pt x="22506"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612900" y="1003300"/>
            <a:ext cx="70018" cy="100651"/>
          </a:xfrm>
          <a:custGeom>
            <a:avLst/>
            <a:gdLst/>
            <a:ahLst/>
            <a:cxnLst/>
            <a:rect l="l" t="t" r="r" b="b"/>
            <a:pathLst>
              <a:path w="70018" h="100651">
                <a:moveTo>
                  <a:pt x="0" y="100651"/>
                </a:moveTo>
                <a:lnTo>
                  <a:pt x="21881" y="100651"/>
                </a:lnTo>
                <a:lnTo>
                  <a:pt x="25631" y="81896"/>
                </a:lnTo>
                <a:lnTo>
                  <a:pt x="44386" y="81896"/>
                </a:lnTo>
                <a:lnTo>
                  <a:pt x="47512" y="100651"/>
                </a:lnTo>
                <a:lnTo>
                  <a:pt x="70018" y="100651"/>
                </a:lnTo>
                <a:lnTo>
                  <a:pt x="47512" y="0"/>
                </a:lnTo>
                <a:lnTo>
                  <a:pt x="21881" y="0"/>
                </a:lnTo>
                <a:lnTo>
                  <a:pt x="0" y="100651"/>
                </a:lnTo>
                <a:lnTo>
                  <a:pt x="0" y="100651"/>
                </a:lnTo>
                <a:close/>
                <a:moveTo>
                  <a:pt x="29383" y="63142"/>
                </a:moveTo>
                <a:lnTo>
                  <a:pt x="33133" y="18755"/>
                </a:lnTo>
                <a:lnTo>
                  <a:pt x="40635" y="63142"/>
                </a:lnTo>
                <a:lnTo>
                  <a:pt x="29383" y="63142"/>
                </a:lnTo>
                <a:lnTo>
                  <a:pt x="29383" y="63142"/>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727200" y="1003300"/>
            <a:ext cx="62516" cy="100651"/>
          </a:xfrm>
          <a:custGeom>
            <a:avLst/>
            <a:gdLst/>
            <a:ahLst/>
            <a:cxnLst/>
            <a:rect l="l" t="t" r="r" b="b"/>
            <a:pathLst>
              <a:path w="62516" h="100651">
                <a:moveTo>
                  <a:pt x="0" y="100651"/>
                </a:moveTo>
                <a:lnTo>
                  <a:pt x="25631" y="100651"/>
                </a:lnTo>
                <a:lnTo>
                  <a:pt x="21881" y="44386"/>
                </a:lnTo>
                <a:lnTo>
                  <a:pt x="40010" y="100651"/>
                </a:lnTo>
                <a:lnTo>
                  <a:pt x="62516" y="100651"/>
                </a:lnTo>
                <a:lnTo>
                  <a:pt x="62516" y="0"/>
                </a:lnTo>
                <a:lnTo>
                  <a:pt x="40010" y="0"/>
                </a:lnTo>
                <a:lnTo>
                  <a:pt x="43762" y="59390"/>
                </a:lnTo>
                <a:lnTo>
                  <a:pt x="25631"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828800" y="1003300"/>
            <a:ext cx="59390" cy="108153"/>
          </a:xfrm>
          <a:custGeom>
            <a:avLst/>
            <a:gdLst/>
            <a:ahLst/>
            <a:cxnLst/>
            <a:rect l="l" t="t" r="r" b="b"/>
            <a:pathLst>
              <a:path w="59390" h="108153">
                <a:moveTo>
                  <a:pt x="0" y="70858"/>
                </a:moveTo>
                <a:cubicBezTo>
                  <a:pt x="0" y="70858"/>
                  <a:pt x="0" y="70858"/>
                  <a:pt x="0" y="70858"/>
                </a:cubicBezTo>
                <a:cubicBezTo>
                  <a:pt x="0" y="70858"/>
                  <a:pt x="0" y="70858"/>
                  <a:pt x="0" y="70858"/>
                </a:cubicBezTo>
                <a:cubicBezTo>
                  <a:pt x="0" y="70858"/>
                  <a:pt x="0" y="70858"/>
                  <a:pt x="0" y="70858"/>
                </a:cubicBezTo>
                <a:cubicBezTo>
                  <a:pt x="0" y="70858"/>
                  <a:pt x="0" y="70858"/>
                  <a:pt x="0" y="74588"/>
                </a:cubicBezTo>
                <a:cubicBezTo>
                  <a:pt x="0" y="74588"/>
                  <a:pt x="0" y="74588"/>
                  <a:pt x="0" y="74588"/>
                </a:cubicBezTo>
                <a:cubicBezTo>
                  <a:pt x="0" y="74588"/>
                  <a:pt x="0" y="74588"/>
                  <a:pt x="0" y="74588"/>
                </a:cubicBezTo>
                <a:cubicBezTo>
                  <a:pt x="0" y="85777"/>
                  <a:pt x="0" y="93236"/>
                  <a:pt x="3712" y="96964"/>
                </a:cubicBezTo>
                <a:cubicBezTo>
                  <a:pt x="11135" y="104423"/>
                  <a:pt x="14848" y="104423"/>
                  <a:pt x="25983" y="108153"/>
                </a:cubicBezTo>
                <a:cubicBezTo>
                  <a:pt x="29695" y="108153"/>
                  <a:pt x="29695" y="108153"/>
                  <a:pt x="29695" y="108153"/>
                </a:cubicBezTo>
                <a:cubicBezTo>
                  <a:pt x="37118" y="108153"/>
                  <a:pt x="44543" y="104423"/>
                  <a:pt x="51966" y="100694"/>
                </a:cubicBezTo>
                <a:cubicBezTo>
                  <a:pt x="55678" y="96964"/>
                  <a:pt x="59390" y="85777"/>
                  <a:pt x="59390" y="74588"/>
                </a:cubicBezTo>
                <a:cubicBezTo>
                  <a:pt x="59390" y="74588"/>
                  <a:pt x="59390" y="74588"/>
                  <a:pt x="59390" y="74588"/>
                </a:cubicBezTo>
                <a:cubicBezTo>
                  <a:pt x="59390" y="63400"/>
                  <a:pt x="55678" y="59671"/>
                  <a:pt x="51966" y="55941"/>
                </a:cubicBezTo>
                <a:cubicBezTo>
                  <a:pt x="48255" y="52212"/>
                  <a:pt x="44543" y="48482"/>
                  <a:pt x="40830" y="44754"/>
                </a:cubicBezTo>
                <a:cubicBezTo>
                  <a:pt x="40830" y="44754"/>
                  <a:pt x="37118" y="41024"/>
                  <a:pt x="37118" y="41024"/>
                </a:cubicBezTo>
                <a:cubicBezTo>
                  <a:pt x="37118" y="41024"/>
                  <a:pt x="33407" y="41024"/>
                  <a:pt x="33407" y="41024"/>
                </a:cubicBezTo>
                <a:cubicBezTo>
                  <a:pt x="29695" y="37294"/>
                  <a:pt x="25983" y="37294"/>
                  <a:pt x="25983" y="33565"/>
                </a:cubicBezTo>
                <a:cubicBezTo>
                  <a:pt x="22271" y="33565"/>
                  <a:pt x="22271" y="29835"/>
                  <a:pt x="22271" y="26106"/>
                </a:cubicBezTo>
                <a:cubicBezTo>
                  <a:pt x="22271" y="22376"/>
                  <a:pt x="22271" y="22376"/>
                  <a:pt x="22271" y="22376"/>
                </a:cubicBezTo>
                <a:cubicBezTo>
                  <a:pt x="25983" y="18647"/>
                  <a:pt x="25983" y="18647"/>
                  <a:pt x="29695" y="18647"/>
                </a:cubicBezTo>
                <a:cubicBezTo>
                  <a:pt x="29695" y="18647"/>
                  <a:pt x="29695" y="18647"/>
                  <a:pt x="29695" y="18647"/>
                </a:cubicBezTo>
                <a:cubicBezTo>
                  <a:pt x="29695" y="18647"/>
                  <a:pt x="29695" y="18647"/>
                  <a:pt x="29695" y="18647"/>
                </a:cubicBezTo>
                <a:cubicBezTo>
                  <a:pt x="29695" y="18647"/>
                  <a:pt x="29695" y="18647"/>
                  <a:pt x="29695" y="18647"/>
                </a:cubicBezTo>
                <a:cubicBezTo>
                  <a:pt x="29695" y="18647"/>
                  <a:pt x="29695" y="18647"/>
                  <a:pt x="29695" y="18647"/>
                </a:cubicBezTo>
                <a:cubicBezTo>
                  <a:pt x="33407" y="18647"/>
                  <a:pt x="33407" y="22376"/>
                  <a:pt x="37118" y="22376"/>
                </a:cubicBezTo>
                <a:cubicBezTo>
                  <a:pt x="37118" y="26106"/>
                  <a:pt x="37118" y="26106"/>
                  <a:pt x="37118" y="29835"/>
                </a:cubicBezTo>
                <a:cubicBezTo>
                  <a:pt x="37118" y="33565"/>
                  <a:pt x="37118" y="33565"/>
                  <a:pt x="37118" y="33565"/>
                </a:cubicBezTo>
                <a:cubicBezTo>
                  <a:pt x="59390" y="33565"/>
                  <a:pt x="59390" y="33565"/>
                  <a:pt x="59390" y="33565"/>
                </a:cubicBezTo>
                <a:cubicBezTo>
                  <a:pt x="59390" y="29835"/>
                  <a:pt x="59390" y="29835"/>
                  <a:pt x="59390" y="29835"/>
                </a:cubicBezTo>
                <a:cubicBezTo>
                  <a:pt x="59390" y="22376"/>
                  <a:pt x="55678" y="14917"/>
                  <a:pt x="51966" y="7459"/>
                </a:cubicBezTo>
                <a:cubicBezTo>
                  <a:pt x="44543" y="3730"/>
                  <a:pt x="37118" y="0"/>
                  <a:pt x="29695" y="0"/>
                </a:cubicBezTo>
                <a:cubicBezTo>
                  <a:pt x="22271" y="0"/>
                  <a:pt x="14848" y="3730"/>
                  <a:pt x="7423" y="7459"/>
                </a:cubicBezTo>
                <a:cubicBezTo>
                  <a:pt x="3712" y="11189"/>
                  <a:pt x="0" y="18647"/>
                  <a:pt x="0" y="22376"/>
                </a:cubicBezTo>
                <a:cubicBezTo>
                  <a:pt x="0" y="26106"/>
                  <a:pt x="0" y="26106"/>
                  <a:pt x="0" y="26106"/>
                </a:cubicBezTo>
                <a:cubicBezTo>
                  <a:pt x="0" y="26106"/>
                  <a:pt x="0" y="26106"/>
                  <a:pt x="0" y="26106"/>
                </a:cubicBezTo>
                <a:cubicBezTo>
                  <a:pt x="0" y="26106"/>
                  <a:pt x="0" y="26106"/>
                  <a:pt x="0" y="26106"/>
                </a:cubicBezTo>
                <a:cubicBezTo>
                  <a:pt x="0" y="26106"/>
                  <a:pt x="0" y="26106"/>
                  <a:pt x="0" y="26106"/>
                </a:cubicBezTo>
                <a:cubicBezTo>
                  <a:pt x="0" y="29835"/>
                  <a:pt x="0" y="29835"/>
                  <a:pt x="0" y="29835"/>
                </a:cubicBezTo>
                <a:cubicBezTo>
                  <a:pt x="0" y="29835"/>
                  <a:pt x="0" y="29835"/>
                  <a:pt x="0" y="29835"/>
                </a:cubicBezTo>
                <a:cubicBezTo>
                  <a:pt x="0" y="37294"/>
                  <a:pt x="0" y="41024"/>
                  <a:pt x="3712" y="48482"/>
                </a:cubicBezTo>
                <a:cubicBezTo>
                  <a:pt x="11135" y="52212"/>
                  <a:pt x="14848" y="55941"/>
                  <a:pt x="18560" y="59671"/>
                </a:cubicBezTo>
                <a:cubicBezTo>
                  <a:pt x="18560" y="59671"/>
                  <a:pt x="22271" y="59671"/>
                  <a:pt x="22271" y="63400"/>
                </a:cubicBezTo>
                <a:cubicBezTo>
                  <a:pt x="25983" y="63400"/>
                  <a:pt x="25983" y="63400"/>
                  <a:pt x="25983" y="63400"/>
                </a:cubicBezTo>
                <a:cubicBezTo>
                  <a:pt x="29695" y="67130"/>
                  <a:pt x="33407" y="67130"/>
                  <a:pt x="33407" y="70858"/>
                </a:cubicBezTo>
                <a:cubicBezTo>
                  <a:pt x="37118" y="74588"/>
                  <a:pt x="37118" y="74588"/>
                  <a:pt x="37118" y="78317"/>
                </a:cubicBezTo>
                <a:cubicBezTo>
                  <a:pt x="37118" y="82047"/>
                  <a:pt x="37118" y="82047"/>
                  <a:pt x="37118" y="85777"/>
                </a:cubicBezTo>
                <a:cubicBezTo>
                  <a:pt x="33407" y="85777"/>
                  <a:pt x="33407" y="85777"/>
                  <a:pt x="29695" y="89506"/>
                </a:cubicBezTo>
                <a:cubicBezTo>
                  <a:pt x="29695" y="89506"/>
                  <a:pt x="29695" y="89506"/>
                  <a:pt x="29695" y="89506"/>
                </a:cubicBezTo>
                <a:cubicBezTo>
                  <a:pt x="29695" y="89506"/>
                  <a:pt x="29695" y="89506"/>
                  <a:pt x="29695" y="89506"/>
                </a:cubicBezTo>
                <a:cubicBezTo>
                  <a:pt x="29695" y="89506"/>
                  <a:pt x="29695" y="89506"/>
                  <a:pt x="29695" y="89506"/>
                </a:cubicBezTo>
                <a:cubicBezTo>
                  <a:pt x="29695" y="89506"/>
                  <a:pt x="29695" y="89506"/>
                  <a:pt x="29695" y="89506"/>
                </a:cubicBezTo>
                <a:cubicBezTo>
                  <a:pt x="25983" y="89506"/>
                  <a:pt x="25983" y="85777"/>
                  <a:pt x="22271" y="85777"/>
                </a:cubicBezTo>
                <a:cubicBezTo>
                  <a:pt x="22271" y="82047"/>
                  <a:pt x="18560" y="78317"/>
                  <a:pt x="18560" y="74588"/>
                </a:cubicBezTo>
                <a:cubicBezTo>
                  <a:pt x="18560" y="74588"/>
                  <a:pt x="18560" y="74588"/>
                  <a:pt x="18560" y="74588"/>
                </a:cubicBezTo>
                <a:cubicBezTo>
                  <a:pt x="18560" y="74588"/>
                  <a:pt x="18560" y="70858"/>
                  <a:pt x="22271" y="70858"/>
                </a:cubicBezTo>
                <a:cubicBezTo>
                  <a:pt x="22271" y="70858"/>
                  <a:pt x="22271" y="70858"/>
                  <a:pt x="22271" y="70858"/>
                </a:cubicBezTo>
                <a:cubicBezTo>
                  <a:pt x="22271" y="70858"/>
                  <a:pt x="22271" y="70858"/>
                  <a:pt x="22271" y="70858"/>
                </a:cubicBezTo>
                <a:cubicBezTo>
                  <a:pt x="22271" y="70858"/>
                  <a:pt x="22271" y="70858"/>
                  <a:pt x="22271" y="70858"/>
                </a:cubicBezTo>
                <a:cubicBezTo>
                  <a:pt x="22271" y="70858"/>
                  <a:pt x="22271" y="70858"/>
                  <a:pt x="22271" y="70858"/>
                </a:cubicBezTo>
                <a:cubicBezTo>
                  <a:pt x="0" y="70858"/>
                  <a:pt x="0" y="70858"/>
                  <a:pt x="0" y="70858"/>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917700" y="1003300"/>
            <a:ext cx="66267" cy="100651"/>
          </a:xfrm>
          <a:custGeom>
            <a:avLst/>
            <a:gdLst/>
            <a:ahLst/>
            <a:cxnLst/>
            <a:rect l="l" t="t" r="r" b="b"/>
            <a:pathLst>
              <a:path w="66267" h="100651">
                <a:moveTo>
                  <a:pt x="0" y="100651"/>
                </a:moveTo>
                <a:lnTo>
                  <a:pt x="26257" y="100651"/>
                </a:lnTo>
                <a:lnTo>
                  <a:pt x="26257" y="59390"/>
                </a:lnTo>
                <a:lnTo>
                  <a:pt x="40635" y="59390"/>
                </a:lnTo>
                <a:lnTo>
                  <a:pt x="40635" y="100651"/>
                </a:lnTo>
                <a:lnTo>
                  <a:pt x="66267" y="100651"/>
                </a:lnTo>
                <a:lnTo>
                  <a:pt x="66267" y="0"/>
                </a:lnTo>
                <a:lnTo>
                  <a:pt x="40635" y="0"/>
                </a:lnTo>
                <a:lnTo>
                  <a:pt x="40635" y="37509"/>
                </a:lnTo>
                <a:lnTo>
                  <a:pt x="26257" y="37509"/>
                </a:lnTo>
                <a:lnTo>
                  <a:pt x="26257"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2032000" y="1003300"/>
            <a:ext cx="70018" cy="100651"/>
          </a:xfrm>
          <a:custGeom>
            <a:avLst/>
            <a:gdLst/>
            <a:ahLst/>
            <a:cxnLst/>
            <a:rect l="l" t="t" r="r" b="b"/>
            <a:pathLst>
              <a:path w="70018" h="100651">
                <a:moveTo>
                  <a:pt x="0" y="100651"/>
                </a:moveTo>
                <a:lnTo>
                  <a:pt x="22506" y="100651"/>
                </a:lnTo>
                <a:lnTo>
                  <a:pt x="25631" y="81896"/>
                </a:lnTo>
                <a:lnTo>
                  <a:pt x="44386" y="81896"/>
                </a:lnTo>
                <a:lnTo>
                  <a:pt x="48137" y="100651"/>
                </a:lnTo>
                <a:lnTo>
                  <a:pt x="70018" y="100651"/>
                </a:lnTo>
                <a:lnTo>
                  <a:pt x="48137" y="0"/>
                </a:lnTo>
                <a:lnTo>
                  <a:pt x="22506" y="0"/>
                </a:lnTo>
                <a:lnTo>
                  <a:pt x="0" y="100651"/>
                </a:lnTo>
                <a:lnTo>
                  <a:pt x="0" y="100651"/>
                </a:lnTo>
                <a:close/>
                <a:moveTo>
                  <a:pt x="29383" y="63142"/>
                </a:moveTo>
                <a:lnTo>
                  <a:pt x="33133" y="18755"/>
                </a:lnTo>
                <a:lnTo>
                  <a:pt x="40635" y="63142"/>
                </a:lnTo>
                <a:lnTo>
                  <a:pt x="29383" y="63142"/>
                </a:lnTo>
                <a:lnTo>
                  <a:pt x="29383" y="63142"/>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2133600" y="1003300"/>
            <a:ext cx="62516" cy="100651"/>
          </a:xfrm>
          <a:custGeom>
            <a:avLst/>
            <a:gdLst/>
            <a:ahLst/>
            <a:cxnLst/>
            <a:rect l="l" t="t" r="r" b="b"/>
            <a:pathLst>
              <a:path w="62516" h="100651">
                <a:moveTo>
                  <a:pt x="0" y="100651"/>
                </a:moveTo>
                <a:lnTo>
                  <a:pt x="21881" y="100651"/>
                </a:lnTo>
                <a:lnTo>
                  <a:pt x="18129" y="44386"/>
                </a:lnTo>
                <a:lnTo>
                  <a:pt x="36885" y="100651"/>
                </a:lnTo>
                <a:lnTo>
                  <a:pt x="62516" y="100651"/>
                </a:lnTo>
                <a:lnTo>
                  <a:pt x="62516" y="0"/>
                </a:lnTo>
                <a:lnTo>
                  <a:pt x="36885" y="0"/>
                </a:lnTo>
                <a:lnTo>
                  <a:pt x="40635" y="59390"/>
                </a:lnTo>
                <a:lnTo>
                  <a:pt x="21881"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2311400" y="1003300"/>
            <a:ext cx="66267" cy="104402"/>
          </a:xfrm>
          <a:custGeom>
            <a:avLst/>
            <a:gdLst/>
            <a:ahLst/>
            <a:cxnLst/>
            <a:rect l="l" t="t" r="r" b="b"/>
            <a:pathLst>
              <a:path w="66267" h="104402">
                <a:moveTo>
                  <a:pt x="0" y="0"/>
                </a:moveTo>
                <a:cubicBezTo>
                  <a:pt x="0" y="74573"/>
                  <a:pt x="0" y="74573"/>
                  <a:pt x="0" y="74573"/>
                </a:cubicBezTo>
                <a:cubicBezTo>
                  <a:pt x="0" y="85759"/>
                  <a:pt x="3682" y="93215"/>
                  <a:pt x="11044" y="96944"/>
                </a:cubicBezTo>
                <a:cubicBezTo>
                  <a:pt x="14726" y="100673"/>
                  <a:pt x="25771" y="104402"/>
                  <a:pt x="36815" y="104402"/>
                </a:cubicBezTo>
                <a:cubicBezTo>
                  <a:pt x="44178" y="104402"/>
                  <a:pt x="51540" y="100673"/>
                  <a:pt x="58904" y="96944"/>
                </a:cubicBezTo>
                <a:cubicBezTo>
                  <a:pt x="62586" y="93215"/>
                  <a:pt x="66267" y="82031"/>
                  <a:pt x="66267" y="70844"/>
                </a:cubicBezTo>
                <a:cubicBezTo>
                  <a:pt x="66267" y="0"/>
                  <a:pt x="66267" y="0"/>
                  <a:pt x="66267" y="0"/>
                </a:cubicBezTo>
                <a:cubicBezTo>
                  <a:pt x="40496" y="0"/>
                  <a:pt x="40496" y="0"/>
                  <a:pt x="40496" y="0"/>
                </a:cubicBezTo>
                <a:cubicBezTo>
                  <a:pt x="40496" y="74573"/>
                  <a:pt x="40496" y="74573"/>
                  <a:pt x="40496" y="74573"/>
                </a:cubicBezTo>
                <a:cubicBezTo>
                  <a:pt x="40496" y="78302"/>
                  <a:pt x="40496" y="82031"/>
                  <a:pt x="40496" y="82031"/>
                </a:cubicBezTo>
                <a:cubicBezTo>
                  <a:pt x="36815" y="85759"/>
                  <a:pt x="36815" y="85759"/>
                  <a:pt x="33133" y="85759"/>
                </a:cubicBezTo>
                <a:cubicBezTo>
                  <a:pt x="33133" y="85759"/>
                  <a:pt x="33133" y="85759"/>
                  <a:pt x="33133" y="85759"/>
                </a:cubicBezTo>
                <a:cubicBezTo>
                  <a:pt x="33133" y="85759"/>
                  <a:pt x="33133" y="85759"/>
                  <a:pt x="33133" y="85759"/>
                </a:cubicBezTo>
                <a:cubicBezTo>
                  <a:pt x="33133" y="85759"/>
                  <a:pt x="33133" y="85759"/>
                  <a:pt x="33133" y="85759"/>
                </a:cubicBezTo>
                <a:cubicBezTo>
                  <a:pt x="33133" y="85759"/>
                  <a:pt x="33133" y="85759"/>
                  <a:pt x="33133" y="85759"/>
                </a:cubicBezTo>
                <a:cubicBezTo>
                  <a:pt x="29453" y="85759"/>
                  <a:pt x="29453" y="85759"/>
                  <a:pt x="29453" y="82031"/>
                </a:cubicBezTo>
                <a:cubicBezTo>
                  <a:pt x="25771" y="82031"/>
                  <a:pt x="25771" y="78302"/>
                  <a:pt x="25771" y="78302"/>
                </a:cubicBezTo>
                <a:cubicBezTo>
                  <a:pt x="25771" y="0"/>
                  <a:pt x="25771" y="0"/>
                  <a:pt x="25771" y="0"/>
                </a:cubicBezTo>
                <a:cubicBezTo>
                  <a:pt x="0" y="0"/>
                  <a:pt x="0" y="0"/>
                  <a:pt x="0" y="0"/>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2425700" y="1003300"/>
            <a:ext cx="62516" cy="100651"/>
          </a:xfrm>
          <a:custGeom>
            <a:avLst/>
            <a:gdLst/>
            <a:ahLst/>
            <a:cxnLst/>
            <a:rect l="l" t="t" r="r" b="b"/>
            <a:pathLst>
              <a:path w="62516" h="100651">
                <a:moveTo>
                  <a:pt x="0" y="100651"/>
                </a:moveTo>
                <a:lnTo>
                  <a:pt x="21881" y="100651"/>
                </a:lnTo>
                <a:lnTo>
                  <a:pt x="18129" y="44386"/>
                </a:lnTo>
                <a:lnTo>
                  <a:pt x="36885" y="100651"/>
                </a:lnTo>
                <a:lnTo>
                  <a:pt x="62516" y="100651"/>
                </a:lnTo>
                <a:lnTo>
                  <a:pt x="62516" y="0"/>
                </a:lnTo>
                <a:lnTo>
                  <a:pt x="40635" y="0"/>
                </a:lnTo>
                <a:lnTo>
                  <a:pt x="40635" y="59390"/>
                </a:lnTo>
                <a:lnTo>
                  <a:pt x="21881"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2527300" y="1003300"/>
            <a:ext cx="21881" cy="100651"/>
          </a:xfrm>
          <a:custGeom>
            <a:avLst/>
            <a:gdLst/>
            <a:ahLst/>
            <a:cxnLst/>
            <a:rect l="l" t="t" r="r" b="b"/>
            <a:pathLst>
              <a:path w="21881" h="100651">
                <a:moveTo>
                  <a:pt x="0" y="100651"/>
                </a:moveTo>
                <a:lnTo>
                  <a:pt x="21881" y="100651"/>
                </a:lnTo>
                <a:lnTo>
                  <a:pt x="21881"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2590800" y="1003300"/>
            <a:ext cx="69393" cy="100651"/>
          </a:xfrm>
          <a:custGeom>
            <a:avLst/>
            <a:gdLst/>
            <a:ahLst/>
            <a:cxnLst/>
            <a:rect l="l" t="t" r="r" b="b"/>
            <a:pathLst>
              <a:path w="69393" h="100651">
                <a:moveTo>
                  <a:pt x="18129" y="100651"/>
                </a:moveTo>
                <a:lnTo>
                  <a:pt x="47512" y="100651"/>
                </a:lnTo>
                <a:lnTo>
                  <a:pt x="69393" y="0"/>
                </a:lnTo>
                <a:lnTo>
                  <a:pt x="47512" y="0"/>
                </a:lnTo>
                <a:lnTo>
                  <a:pt x="33133" y="70644"/>
                </a:lnTo>
                <a:lnTo>
                  <a:pt x="21881" y="0"/>
                </a:lnTo>
                <a:lnTo>
                  <a:pt x="0" y="0"/>
                </a:lnTo>
                <a:lnTo>
                  <a:pt x="18129" y="100651"/>
                </a:lnTo>
                <a:lnTo>
                  <a:pt x="18129"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2705100" y="1003300"/>
            <a:ext cx="55639" cy="100651"/>
          </a:xfrm>
          <a:custGeom>
            <a:avLst/>
            <a:gdLst/>
            <a:ahLst/>
            <a:cxnLst/>
            <a:rect l="l" t="t" r="r" b="b"/>
            <a:pathLst>
              <a:path w="55639" h="100651">
                <a:moveTo>
                  <a:pt x="0" y="100651"/>
                </a:moveTo>
                <a:lnTo>
                  <a:pt x="55639" y="100651"/>
                </a:lnTo>
                <a:lnTo>
                  <a:pt x="55639" y="81896"/>
                </a:lnTo>
                <a:lnTo>
                  <a:pt x="22506" y="81896"/>
                </a:lnTo>
                <a:lnTo>
                  <a:pt x="22506" y="59390"/>
                </a:lnTo>
                <a:lnTo>
                  <a:pt x="51888" y="59390"/>
                </a:lnTo>
                <a:lnTo>
                  <a:pt x="51888" y="37509"/>
                </a:lnTo>
                <a:lnTo>
                  <a:pt x="22506" y="37509"/>
                </a:lnTo>
                <a:lnTo>
                  <a:pt x="22506" y="18755"/>
                </a:lnTo>
                <a:lnTo>
                  <a:pt x="55639" y="18755"/>
                </a:lnTo>
                <a:lnTo>
                  <a:pt x="55639"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2794000" y="1003300"/>
            <a:ext cx="66267" cy="100651"/>
          </a:xfrm>
          <a:custGeom>
            <a:avLst/>
            <a:gdLst/>
            <a:ahLst/>
            <a:cxnLst/>
            <a:rect l="l" t="t" r="r" b="b"/>
            <a:pathLst>
              <a:path w="66267" h="100651">
                <a:moveTo>
                  <a:pt x="0" y="100651"/>
                </a:moveTo>
                <a:cubicBezTo>
                  <a:pt x="22089" y="100651"/>
                  <a:pt x="22089" y="100651"/>
                  <a:pt x="22089" y="100651"/>
                </a:cubicBezTo>
                <a:cubicBezTo>
                  <a:pt x="22089" y="63373"/>
                  <a:pt x="22089" y="63373"/>
                  <a:pt x="22089" y="63373"/>
                </a:cubicBezTo>
                <a:cubicBezTo>
                  <a:pt x="29453" y="63373"/>
                  <a:pt x="29453" y="63373"/>
                  <a:pt x="29453" y="63373"/>
                </a:cubicBezTo>
                <a:cubicBezTo>
                  <a:pt x="33133" y="63373"/>
                  <a:pt x="33133" y="63373"/>
                  <a:pt x="36815" y="63373"/>
                </a:cubicBezTo>
                <a:cubicBezTo>
                  <a:pt x="36815" y="67100"/>
                  <a:pt x="36815" y="67100"/>
                  <a:pt x="36815" y="70828"/>
                </a:cubicBezTo>
                <a:cubicBezTo>
                  <a:pt x="36815" y="93195"/>
                  <a:pt x="36815" y="93195"/>
                  <a:pt x="36815" y="93195"/>
                </a:cubicBezTo>
                <a:cubicBezTo>
                  <a:pt x="36815" y="96923"/>
                  <a:pt x="36815" y="96923"/>
                  <a:pt x="36815" y="100651"/>
                </a:cubicBezTo>
                <a:cubicBezTo>
                  <a:pt x="40496" y="100651"/>
                  <a:pt x="40496" y="100651"/>
                  <a:pt x="44178" y="100651"/>
                </a:cubicBezTo>
                <a:cubicBezTo>
                  <a:pt x="66267" y="100651"/>
                  <a:pt x="66267" y="100651"/>
                  <a:pt x="66267" y="100651"/>
                </a:cubicBezTo>
                <a:cubicBezTo>
                  <a:pt x="66267" y="96923"/>
                  <a:pt x="66267" y="96923"/>
                  <a:pt x="66267" y="96923"/>
                </a:cubicBezTo>
                <a:cubicBezTo>
                  <a:pt x="66267" y="96923"/>
                  <a:pt x="62586" y="96923"/>
                  <a:pt x="62586" y="96923"/>
                </a:cubicBezTo>
                <a:cubicBezTo>
                  <a:pt x="62586" y="93195"/>
                  <a:pt x="62586" y="93195"/>
                  <a:pt x="62586" y="89468"/>
                </a:cubicBezTo>
                <a:cubicBezTo>
                  <a:pt x="58904" y="63373"/>
                  <a:pt x="58904" y="63373"/>
                  <a:pt x="58904" y="63373"/>
                </a:cubicBezTo>
                <a:cubicBezTo>
                  <a:pt x="58904" y="59646"/>
                  <a:pt x="58904" y="59646"/>
                  <a:pt x="58904" y="55917"/>
                </a:cubicBezTo>
                <a:cubicBezTo>
                  <a:pt x="55222" y="52189"/>
                  <a:pt x="51540" y="52189"/>
                  <a:pt x="47860" y="52189"/>
                </a:cubicBezTo>
                <a:cubicBezTo>
                  <a:pt x="51540" y="48462"/>
                  <a:pt x="55222" y="44733"/>
                  <a:pt x="58904" y="41006"/>
                </a:cubicBezTo>
                <a:cubicBezTo>
                  <a:pt x="58904" y="37278"/>
                  <a:pt x="62586" y="33551"/>
                  <a:pt x="62586" y="26095"/>
                </a:cubicBezTo>
                <a:cubicBezTo>
                  <a:pt x="62586" y="14911"/>
                  <a:pt x="58904" y="11184"/>
                  <a:pt x="51540" y="7456"/>
                </a:cubicBezTo>
                <a:cubicBezTo>
                  <a:pt x="47860" y="3727"/>
                  <a:pt x="40496" y="0"/>
                  <a:pt x="33133" y="0"/>
                </a:cubicBezTo>
                <a:cubicBezTo>
                  <a:pt x="0" y="0"/>
                  <a:pt x="0" y="0"/>
                  <a:pt x="0" y="0"/>
                </a:cubicBezTo>
                <a:cubicBezTo>
                  <a:pt x="0" y="100651"/>
                  <a:pt x="0" y="100651"/>
                  <a:pt x="0" y="100651"/>
                </a:cubicBezTo>
                <a:close/>
                <a:moveTo>
                  <a:pt x="22089" y="44733"/>
                </a:moveTo>
                <a:cubicBezTo>
                  <a:pt x="22089" y="18639"/>
                  <a:pt x="22089" y="18639"/>
                  <a:pt x="22089" y="18639"/>
                </a:cubicBezTo>
                <a:cubicBezTo>
                  <a:pt x="25771" y="18639"/>
                  <a:pt x="29453" y="18639"/>
                  <a:pt x="33133" y="18639"/>
                </a:cubicBezTo>
                <a:cubicBezTo>
                  <a:pt x="33133" y="18639"/>
                  <a:pt x="36815" y="22367"/>
                  <a:pt x="36815" y="29822"/>
                </a:cubicBezTo>
                <a:cubicBezTo>
                  <a:pt x="36815" y="29822"/>
                  <a:pt x="36815" y="29822"/>
                  <a:pt x="36815" y="29822"/>
                </a:cubicBezTo>
                <a:cubicBezTo>
                  <a:pt x="36815" y="37278"/>
                  <a:pt x="36815" y="37278"/>
                  <a:pt x="33133" y="41006"/>
                </a:cubicBezTo>
                <a:cubicBezTo>
                  <a:pt x="33133" y="44733"/>
                  <a:pt x="29453" y="44733"/>
                  <a:pt x="29453" y="44733"/>
                </a:cubicBezTo>
                <a:cubicBezTo>
                  <a:pt x="22089" y="44733"/>
                  <a:pt x="22089" y="44733"/>
                  <a:pt x="22089" y="44733"/>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2895600" y="1003300"/>
            <a:ext cx="58765" cy="108153"/>
          </a:xfrm>
          <a:custGeom>
            <a:avLst/>
            <a:gdLst/>
            <a:ahLst/>
            <a:cxnLst/>
            <a:rect l="l" t="t" r="r" b="b"/>
            <a:pathLst>
              <a:path w="58765" h="108153">
                <a:moveTo>
                  <a:pt x="0" y="70858"/>
                </a:moveTo>
                <a:cubicBezTo>
                  <a:pt x="0" y="70858"/>
                  <a:pt x="0" y="70858"/>
                  <a:pt x="0" y="70858"/>
                </a:cubicBezTo>
                <a:cubicBezTo>
                  <a:pt x="0" y="70858"/>
                  <a:pt x="0" y="70858"/>
                  <a:pt x="0" y="70858"/>
                </a:cubicBezTo>
                <a:cubicBezTo>
                  <a:pt x="0" y="70858"/>
                  <a:pt x="0" y="70858"/>
                  <a:pt x="0" y="70858"/>
                </a:cubicBezTo>
                <a:cubicBezTo>
                  <a:pt x="0" y="70858"/>
                  <a:pt x="0" y="70858"/>
                  <a:pt x="0" y="74588"/>
                </a:cubicBezTo>
                <a:cubicBezTo>
                  <a:pt x="0" y="74588"/>
                  <a:pt x="0" y="74588"/>
                  <a:pt x="0" y="74588"/>
                </a:cubicBezTo>
                <a:cubicBezTo>
                  <a:pt x="0" y="74588"/>
                  <a:pt x="0" y="74588"/>
                  <a:pt x="0" y="74588"/>
                </a:cubicBezTo>
                <a:cubicBezTo>
                  <a:pt x="0" y="85777"/>
                  <a:pt x="0" y="93236"/>
                  <a:pt x="7346" y="96964"/>
                </a:cubicBezTo>
                <a:cubicBezTo>
                  <a:pt x="11019" y="104423"/>
                  <a:pt x="18364" y="104423"/>
                  <a:pt x="25710" y="108153"/>
                </a:cubicBezTo>
                <a:cubicBezTo>
                  <a:pt x="29383" y="108153"/>
                  <a:pt x="29383" y="108153"/>
                  <a:pt x="29383" y="108153"/>
                </a:cubicBezTo>
                <a:cubicBezTo>
                  <a:pt x="36728" y="108153"/>
                  <a:pt x="44074" y="104423"/>
                  <a:pt x="51420" y="100694"/>
                </a:cubicBezTo>
                <a:cubicBezTo>
                  <a:pt x="55093" y="96964"/>
                  <a:pt x="58765" y="85777"/>
                  <a:pt x="58765" y="74588"/>
                </a:cubicBezTo>
                <a:cubicBezTo>
                  <a:pt x="58765" y="74588"/>
                  <a:pt x="58765" y="74588"/>
                  <a:pt x="58765" y="74588"/>
                </a:cubicBezTo>
                <a:cubicBezTo>
                  <a:pt x="58765" y="63400"/>
                  <a:pt x="58765" y="59671"/>
                  <a:pt x="55093" y="55941"/>
                </a:cubicBezTo>
                <a:cubicBezTo>
                  <a:pt x="51420" y="52212"/>
                  <a:pt x="44074" y="48482"/>
                  <a:pt x="40401" y="44754"/>
                </a:cubicBezTo>
                <a:cubicBezTo>
                  <a:pt x="40401" y="44754"/>
                  <a:pt x="36728" y="41024"/>
                  <a:pt x="36728" y="41024"/>
                </a:cubicBezTo>
                <a:cubicBezTo>
                  <a:pt x="36728" y="41024"/>
                  <a:pt x="33056" y="41024"/>
                  <a:pt x="33056" y="41024"/>
                </a:cubicBezTo>
                <a:cubicBezTo>
                  <a:pt x="29383" y="37294"/>
                  <a:pt x="25710" y="37294"/>
                  <a:pt x="25710" y="33565"/>
                </a:cubicBezTo>
                <a:cubicBezTo>
                  <a:pt x="22037" y="33565"/>
                  <a:pt x="22037" y="29835"/>
                  <a:pt x="22037" y="26106"/>
                </a:cubicBezTo>
                <a:cubicBezTo>
                  <a:pt x="22037" y="22376"/>
                  <a:pt x="22037" y="22376"/>
                  <a:pt x="25710" y="22376"/>
                </a:cubicBezTo>
                <a:cubicBezTo>
                  <a:pt x="25710" y="18647"/>
                  <a:pt x="25710" y="18647"/>
                  <a:pt x="29383" y="18647"/>
                </a:cubicBezTo>
                <a:cubicBezTo>
                  <a:pt x="29383" y="18647"/>
                  <a:pt x="29383" y="18647"/>
                  <a:pt x="29383" y="18647"/>
                </a:cubicBezTo>
                <a:cubicBezTo>
                  <a:pt x="29383" y="18647"/>
                  <a:pt x="29383" y="18647"/>
                  <a:pt x="29383" y="18647"/>
                </a:cubicBezTo>
                <a:cubicBezTo>
                  <a:pt x="29383" y="18647"/>
                  <a:pt x="29383" y="18647"/>
                  <a:pt x="29383" y="18647"/>
                </a:cubicBezTo>
                <a:cubicBezTo>
                  <a:pt x="29383" y="18647"/>
                  <a:pt x="29383" y="18647"/>
                  <a:pt x="33056" y="18647"/>
                </a:cubicBezTo>
                <a:cubicBezTo>
                  <a:pt x="33056" y="18647"/>
                  <a:pt x="33056" y="22376"/>
                  <a:pt x="36728" y="22376"/>
                </a:cubicBezTo>
                <a:cubicBezTo>
                  <a:pt x="36728" y="26106"/>
                  <a:pt x="36728" y="26106"/>
                  <a:pt x="36728" y="29835"/>
                </a:cubicBezTo>
                <a:cubicBezTo>
                  <a:pt x="36728" y="33565"/>
                  <a:pt x="36728" y="33565"/>
                  <a:pt x="36728" y="33565"/>
                </a:cubicBezTo>
                <a:cubicBezTo>
                  <a:pt x="58765" y="33565"/>
                  <a:pt x="58765" y="33565"/>
                  <a:pt x="58765" y="33565"/>
                </a:cubicBezTo>
                <a:cubicBezTo>
                  <a:pt x="58765" y="29835"/>
                  <a:pt x="58765" y="29835"/>
                  <a:pt x="58765" y="29835"/>
                </a:cubicBezTo>
                <a:cubicBezTo>
                  <a:pt x="58765" y="22376"/>
                  <a:pt x="55093" y="14917"/>
                  <a:pt x="51420" y="7459"/>
                </a:cubicBezTo>
                <a:cubicBezTo>
                  <a:pt x="44074" y="3730"/>
                  <a:pt x="36728" y="0"/>
                  <a:pt x="29383" y="0"/>
                </a:cubicBezTo>
                <a:cubicBezTo>
                  <a:pt x="22037" y="0"/>
                  <a:pt x="14691" y="3730"/>
                  <a:pt x="11019" y="7459"/>
                </a:cubicBezTo>
                <a:cubicBezTo>
                  <a:pt x="3673" y="11189"/>
                  <a:pt x="0" y="18647"/>
                  <a:pt x="0" y="22376"/>
                </a:cubicBezTo>
                <a:cubicBezTo>
                  <a:pt x="0" y="26106"/>
                  <a:pt x="0" y="26106"/>
                  <a:pt x="0" y="26106"/>
                </a:cubicBezTo>
                <a:cubicBezTo>
                  <a:pt x="0" y="26106"/>
                  <a:pt x="0" y="26106"/>
                  <a:pt x="0" y="26106"/>
                </a:cubicBezTo>
                <a:cubicBezTo>
                  <a:pt x="0" y="26106"/>
                  <a:pt x="0" y="26106"/>
                  <a:pt x="0" y="26106"/>
                </a:cubicBezTo>
                <a:cubicBezTo>
                  <a:pt x="0" y="26106"/>
                  <a:pt x="0" y="26106"/>
                  <a:pt x="0" y="26106"/>
                </a:cubicBezTo>
                <a:cubicBezTo>
                  <a:pt x="0" y="29835"/>
                  <a:pt x="0" y="29835"/>
                  <a:pt x="0" y="29835"/>
                </a:cubicBezTo>
                <a:cubicBezTo>
                  <a:pt x="0" y="29835"/>
                  <a:pt x="0" y="29835"/>
                  <a:pt x="0" y="29835"/>
                </a:cubicBezTo>
                <a:cubicBezTo>
                  <a:pt x="0" y="37294"/>
                  <a:pt x="3673" y="41024"/>
                  <a:pt x="7346" y="48482"/>
                </a:cubicBezTo>
                <a:cubicBezTo>
                  <a:pt x="11019" y="52212"/>
                  <a:pt x="14691" y="55941"/>
                  <a:pt x="18364" y="59671"/>
                </a:cubicBezTo>
                <a:cubicBezTo>
                  <a:pt x="22037" y="59671"/>
                  <a:pt x="22037" y="59671"/>
                  <a:pt x="22037" y="63400"/>
                </a:cubicBezTo>
                <a:cubicBezTo>
                  <a:pt x="25710" y="63400"/>
                  <a:pt x="25710" y="63400"/>
                  <a:pt x="29383" y="63400"/>
                </a:cubicBezTo>
                <a:cubicBezTo>
                  <a:pt x="29383" y="67130"/>
                  <a:pt x="33056" y="67130"/>
                  <a:pt x="36728" y="70858"/>
                </a:cubicBezTo>
                <a:cubicBezTo>
                  <a:pt x="36728" y="74588"/>
                  <a:pt x="36728" y="74588"/>
                  <a:pt x="36728" y="78317"/>
                </a:cubicBezTo>
                <a:cubicBezTo>
                  <a:pt x="36728" y="82047"/>
                  <a:pt x="36728" y="82047"/>
                  <a:pt x="36728" y="85777"/>
                </a:cubicBezTo>
                <a:cubicBezTo>
                  <a:pt x="33056" y="85777"/>
                  <a:pt x="33056" y="85777"/>
                  <a:pt x="29383" y="89506"/>
                </a:cubicBezTo>
                <a:cubicBezTo>
                  <a:pt x="29383" y="89506"/>
                  <a:pt x="29383" y="89506"/>
                  <a:pt x="29383" y="89506"/>
                </a:cubicBezTo>
                <a:cubicBezTo>
                  <a:pt x="29383" y="89506"/>
                  <a:pt x="29383" y="89506"/>
                  <a:pt x="29383" y="89506"/>
                </a:cubicBezTo>
                <a:cubicBezTo>
                  <a:pt x="29383" y="89506"/>
                  <a:pt x="29383" y="89506"/>
                  <a:pt x="29383" y="89506"/>
                </a:cubicBezTo>
                <a:cubicBezTo>
                  <a:pt x="29383" y="89506"/>
                  <a:pt x="29383" y="89506"/>
                  <a:pt x="29383" y="89506"/>
                </a:cubicBezTo>
                <a:cubicBezTo>
                  <a:pt x="25710" y="89506"/>
                  <a:pt x="25710" y="85777"/>
                  <a:pt x="22037" y="85777"/>
                </a:cubicBezTo>
                <a:cubicBezTo>
                  <a:pt x="22037" y="82047"/>
                  <a:pt x="22037" y="78317"/>
                  <a:pt x="22037" y="74588"/>
                </a:cubicBezTo>
                <a:cubicBezTo>
                  <a:pt x="22037" y="74588"/>
                  <a:pt x="22037" y="74588"/>
                  <a:pt x="22037" y="74588"/>
                </a:cubicBezTo>
                <a:cubicBezTo>
                  <a:pt x="22037" y="74588"/>
                  <a:pt x="22037" y="70858"/>
                  <a:pt x="22037" y="70858"/>
                </a:cubicBezTo>
                <a:cubicBezTo>
                  <a:pt x="22037" y="70858"/>
                  <a:pt x="22037" y="70858"/>
                  <a:pt x="22037" y="70858"/>
                </a:cubicBezTo>
                <a:cubicBezTo>
                  <a:pt x="22037" y="70858"/>
                  <a:pt x="22037" y="70858"/>
                  <a:pt x="22037" y="70858"/>
                </a:cubicBezTo>
                <a:cubicBezTo>
                  <a:pt x="22037" y="70858"/>
                  <a:pt x="22037" y="70858"/>
                  <a:pt x="22037" y="70858"/>
                </a:cubicBezTo>
                <a:cubicBezTo>
                  <a:pt x="22037" y="70858"/>
                  <a:pt x="22037" y="70858"/>
                  <a:pt x="22037" y="70858"/>
                </a:cubicBezTo>
                <a:cubicBezTo>
                  <a:pt x="0" y="70858"/>
                  <a:pt x="0" y="70858"/>
                  <a:pt x="0" y="70858"/>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2997200" y="1003300"/>
            <a:ext cx="25632" cy="100651"/>
          </a:xfrm>
          <a:custGeom>
            <a:avLst/>
            <a:gdLst/>
            <a:ahLst/>
            <a:cxnLst/>
            <a:rect l="l" t="t" r="r" b="b"/>
            <a:pathLst>
              <a:path w="25632" h="100651">
                <a:moveTo>
                  <a:pt x="0" y="100651"/>
                </a:moveTo>
                <a:lnTo>
                  <a:pt x="25632" y="100651"/>
                </a:lnTo>
                <a:lnTo>
                  <a:pt x="25632"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3060700" y="1003300"/>
            <a:ext cx="62516" cy="100651"/>
          </a:xfrm>
          <a:custGeom>
            <a:avLst/>
            <a:gdLst/>
            <a:ahLst/>
            <a:cxnLst/>
            <a:rect l="l" t="t" r="r" b="b"/>
            <a:pathLst>
              <a:path w="62516" h="100651">
                <a:moveTo>
                  <a:pt x="18755" y="100651"/>
                </a:moveTo>
                <a:lnTo>
                  <a:pt x="44386" y="100651"/>
                </a:lnTo>
                <a:lnTo>
                  <a:pt x="44386" y="18755"/>
                </a:lnTo>
                <a:lnTo>
                  <a:pt x="62516" y="18755"/>
                </a:lnTo>
                <a:lnTo>
                  <a:pt x="62516" y="0"/>
                </a:lnTo>
                <a:lnTo>
                  <a:pt x="0" y="0"/>
                </a:lnTo>
                <a:lnTo>
                  <a:pt x="0" y="18755"/>
                </a:lnTo>
                <a:lnTo>
                  <a:pt x="18755" y="18755"/>
                </a:lnTo>
                <a:lnTo>
                  <a:pt x="18755" y="100651"/>
                </a:lnTo>
                <a:lnTo>
                  <a:pt x="18755"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3149600" y="1003300"/>
            <a:ext cx="70018" cy="100651"/>
          </a:xfrm>
          <a:custGeom>
            <a:avLst/>
            <a:gdLst/>
            <a:ahLst/>
            <a:cxnLst/>
            <a:rect l="l" t="t" r="r" b="b"/>
            <a:pathLst>
              <a:path w="70018" h="100651">
                <a:moveTo>
                  <a:pt x="21881" y="100651"/>
                </a:moveTo>
                <a:lnTo>
                  <a:pt x="48137" y="100651"/>
                </a:lnTo>
                <a:lnTo>
                  <a:pt x="48137" y="55640"/>
                </a:lnTo>
                <a:lnTo>
                  <a:pt x="70018" y="0"/>
                </a:lnTo>
                <a:lnTo>
                  <a:pt x="48137" y="0"/>
                </a:lnTo>
                <a:lnTo>
                  <a:pt x="36885" y="33759"/>
                </a:lnTo>
                <a:lnTo>
                  <a:pt x="21881" y="0"/>
                </a:lnTo>
                <a:lnTo>
                  <a:pt x="0" y="0"/>
                </a:lnTo>
                <a:lnTo>
                  <a:pt x="21881" y="55640"/>
                </a:lnTo>
                <a:lnTo>
                  <a:pt x="21881" y="100651"/>
                </a:lnTo>
                <a:lnTo>
                  <a:pt x="21881"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800100" y="749300"/>
            <a:ext cx="33134" cy="74394"/>
          </a:xfrm>
          <a:custGeom>
            <a:avLst/>
            <a:gdLst/>
            <a:ahLst/>
            <a:cxnLst/>
            <a:rect l="l" t="t" r="r" b="b"/>
            <a:pathLst>
              <a:path w="33134" h="74394">
                <a:moveTo>
                  <a:pt x="22089" y="0"/>
                </a:moveTo>
                <a:cubicBezTo>
                  <a:pt x="14726" y="7440"/>
                  <a:pt x="11045" y="11159"/>
                  <a:pt x="0" y="11159"/>
                </a:cubicBezTo>
                <a:cubicBezTo>
                  <a:pt x="0" y="18598"/>
                  <a:pt x="0" y="18598"/>
                  <a:pt x="0" y="18598"/>
                </a:cubicBezTo>
                <a:cubicBezTo>
                  <a:pt x="3682" y="18598"/>
                  <a:pt x="3682" y="18598"/>
                  <a:pt x="3682" y="18598"/>
                </a:cubicBezTo>
                <a:cubicBezTo>
                  <a:pt x="7363" y="18598"/>
                  <a:pt x="7363" y="22318"/>
                  <a:pt x="11045" y="22318"/>
                </a:cubicBezTo>
                <a:cubicBezTo>
                  <a:pt x="11045" y="22318"/>
                  <a:pt x="11045" y="22318"/>
                  <a:pt x="11045" y="22318"/>
                </a:cubicBezTo>
                <a:cubicBezTo>
                  <a:pt x="14726" y="26038"/>
                  <a:pt x="14726" y="29757"/>
                  <a:pt x="14726" y="33477"/>
                </a:cubicBezTo>
                <a:cubicBezTo>
                  <a:pt x="14726" y="74394"/>
                  <a:pt x="14726" y="74394"/>
                  <a:pt x="14726" y="74394"/>
                </a:cubicBezTo>
                <a:cubicBezTo>
                  <a:pt x="33134" y="74394"/>
                  <a:pt x="33134" y="74394"/>
                  <a:pt x="33134" y="74394"/>
                </a:cubicBezTo>
                <a:cubicBezTo>
                  <a:pt x="33134" y="0"/>
                  <a:pt x="33134" y="0"/>
                  <a:pt x="33134" y="0"/>
                </a:cubicBezTo>
                <a:cubicBezTo>
                  <a:pt x="22089" y="0"/>
                  <a:pt x="22089" y="0"/>
                  <a:pt x="22089"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876300" y="749300"/>
            <a:ext cx="44387" cy="81896"/>
          </a:xfrm>
          <a:custGeom>
            <a:avLst/>
            <a:gdLst/>
            <a:ahLst/>
            <a:cxnLst/>
            <a:rect l="l" t="t" r="r" b="b"/>
            <a:pathLst>
              <a:path w="44387" h="81896">
                <a:moveTo>
                  <a:pt x="0" y="70729"/>
                </a:moveTo>
                <a:cubicBezTo>
                  <a:pt x="3700" y="74451"/>
                  <a:pt x="3700" y="74451"/>
                  <a:pt x="7398" y="78174"/>
                </a:cubicBezTo>
                <a:cubicBezTo>
                  <a:pt x="11097" y="78174"/>
                  <a:pt x="14796" y="81896"/>
                  <a:pt x="22193" y="81896"/>
                </a:cubicBezTo>
                <a:cubicBezTo>
                  <a:pt x="25893" y="81896"/>
                  <a:pt x="29591" y="78174"/>
                  <a:pt x="33291" y="78174"/>
                </a:cubicBezTo>
                <a:cubicBezTo>
                  <a:pt x="36989" y="78174"/>
                  <a:pt x="40688" y="74451"/>
                  <a:pt x="40688" y="70729"/>
                </a:cubicBezTo>
                <a:cubicBezTo>
                  <a:pt x="44386" y="70729"/>
                  <a:pt x="44386" y="67005"/>
                  <a:pt x="44386" y="63283"/>
                </a:cubicBezTo>
                <a:cubicBezTo>
                  <a:pt x="44386" y="59560"/>
                  <a:pt x="44386" y="55838"/>
                  <a:pt x="44386" y="44671"/>
                </a:cubicBezTo>
                <a:cubicBezTo>
                  <a:pt x="44386" y="33503"/>
                  <a:pt x="44386" y="33503"/>
                  <a:pt x="44386" y="33503"/>
                </a:cubicBezTo>
                <a:cubicBezTo>
                  <a:pt x="44386" y="26058"/>
                  <a:pt x="44386" y="22335"/>
                  <a:pt x="44386" y="18613"/>
                </a:cubicBezTo>
                <a:cubicBezTo>
                  <a:pt x="44386" y="14891"/>
                  <a:pt x="44386" y="11167"/>
                  <a:pt x="40688" y="11167"/>
                </a:cubicBezTo>
                <a:cubicBezTo>
                  <a:pt x="40688" y="7445"/>
                  <a:pt x="36989" y="3722"/>
                  <a:pt x="33291" y="3722"/>
                </a:cubicBezTo>
                <a:cubicBezTo>
                  <a:pt x="29591" y="3722"/>
                  <a:pt x="25893" y="0"/>
                  <a:pt x="22193" y="0"/>
                </a:cubicBezTo>
                <a:cubicBezTo>
                  <a:pt x="18495" y="0"/>
                  <a:pt x="14796" y="3722"/>
                  <a:pt x="11097" y="3722"/>
                </a:cubicBezTo>
                <a:cubicBezTo>
                  <a:pt x="7398" y="3722"/>
                  <a:pt x="3700" y="7445"/>
                  <a:pt x="3700" y="7445"/>
                </a:cubicBezTo>
                <a:cubicBezTo>
                  <a:pt x="0" y="11167"/>
                  <a:pt x="0" y="14891"/>
                  <a:pt x="0" y="14891"/>
                </a:cubicBezTo>
                <a:cubicBezTo>
                  <a:pt x="0" y="18613"/>
                  <a:pt x="0" y="22335"/>
                  <a:pt x="0" y="26058"/>
                </a:cubicBezTo>
                <a:cubicBezTo>
                  <a:pt x="0" y="33503"/>
                  <a:pt x="0" y="33503"/>
                  <a:pt x="0" y="33503"/>
                </a:cubicBezTo>
                <a:cubicBezTo>
                  <a:pt x="0" y="37225"/>
                  <a:pt x="0" y="40949"/>
                  <a:pt x="0" y="44671"/>
                </a:cubicBezTo>
                <a:cubicBezTo>
                  <a:pt x="0" y="48393"/>
                  <a:pt x="3700" y="48393"/>
                  <a:pt x="3700" y="52116"/>
                </a:cubicBezTo>
                <a:cubicBezTo>
                  <a:pt x="7398" y="52116"/>
                  <a:pt x="11097" y="55838"/>
                  <a:pt x="14796" y="55838"/>
                </a:cubicBezTo>
                <a:cubicBezTo>
                  <a:pt x="18495" y="55838"/>
                  <a:pt x="18495" y="52116"/>
                  <a:pt x="22193" y="52116"/>
                </a:cubicBezTo>
                <a:cubicBezTo>
                  <a:pt x="22193" y="52116"/>
                  <a:pt x="25893" y="48393"/>
                  <a:pt x="25893" y="48393"/>
                </a:cubicBezTo>
                <a:cubicBezTo>
                  <a:pt x="25893" y="59560"/>
                  <a:pt x="25893" y="59560"/>
                  <a:pt x="25893" y="59560"/>
                </a:cubicBezTo>
                <a:cubicBezTo>
                  <a:pt x="25893" y="63283"/>
                  <a:pt x="25893" y="63283"/>
                  <a:pt x="25893" y="67005"/>
                </a:cubicBezTo>
                <a:cubicBezTo>
                  <a:pt x="25893" y="67005"/>
                  <a:pt x="25893" y="67005"/>
                  <a:pt x="25893" y="67005"/>
                </a:cubicBezTo>
                <a:cubicBezTo>
                  <a:pt x="22193" y="67005"/>
                  <a:pt x="22193" y="70729"/>
                  <a:pt x="22193" y="70729"/>
                </a:cubicBezTo>
                <a:cubicBezTo>
                  <a:pt x="22193" y="70729"/>
                  <a:pt x="18495" y="67005"/>
                  <a:pt x="18495" y="67005"/>
                </a:cubicBezTo>
                <a:cubicBezTo>
                  <a:pt x="18495" y="67005"/>
                  <a:pt x="18495" y="67005"/>
                  <a:pt x="18495" y="67005"/>
                </a:cubicBezTo>
                <a:cubicBezTo>
                  <a:pt x="18495" y="63283"/>
                  <a:pt x="18495" y="63283"/>
                  <a:pt x="18495" y="59560"/>
                </a:cubicBezTo>
                <a:cubicBezTo>
                  <a:pt x="0" y="59560"/>
                  <a:pt x="0" y="59560"/>
                  <a:pt x="0" y="59560"/>
                </a:cubicBezTo>
                <a:cubicBezTo>
                  <a:pt x="0" y="63283"/>
                  <a:pt x="0" y="67005"/>
                  <a:pt x="0" y="70729"/>
                </a:cubicBezTo>
                <a:cubicBezTo>
                  <a:pt x="0" y="70729"/>
                  <a:pt x="0" y="70729"/>
                  <a:pt x="0" y="70729"/>
                </a:cubicBezTo>
                <a:close/>
                <a:moveTo>
                  <a:pt x="18495" y="22335"/>
                </a:moveTo>
                <a:cubicBezTo>
                  <a:pt x="18495" y="18613"/>
                  <a:pt x="18495" y="14891"/>
                  <a:pt x="18495" y="14891"/>
                </a:cubicBezTo>
                <a:cubicBezTo>
                  <a:pt x="22193" y="14891"/>
                  <a:pt x="22193" y="14891"/>
                  <a:pt x="22193" y="14891"/>
                </a:cubicBezTo>
                <a:cubicBezTo>
                  <a:pt x="22193" y="14891"/>
                  <a:pt x="25893" y="14891"/>
                  <a:pt x="25893" y="14891"/>
                </a:cubicBezTo>
                <a:cubicBezTo>
                  <a:pt x="25893" y="14891"/>
                  <a:pt x="25893" y="18613"/>
                  <a:pt x="25893" y="22335"/>
                </a:cubicBezTo>
                <a:cubicBezTo>
                  <a:pt x="25893" y="33503"/>
                  <a:pt x="25893" y="33503"/>
                  <a:pt x="25893" y="33503"/>
                </a:cubicBezTo>
                <a:cubicBezTo>
                  <a:pt x="25893" y="37225"/>
                  <a:pt x="25893" y="40949"/>
                  <a:pt x="25893" y="40949"/>
                </a:cubicBezTo>
                <a:cubicBezTo>
                  <a:pt x="25893" y="40949"/>
                  <a:pt x="22193" y="40949"/>
                  <a:pt x="22193" y="40949"/>
                </a:cubicBezTo>
                <a:cubicBezTo>
                  <a:pt x="22193" y="40949"/>
                  <a:pt x="18495" y="40949"/>
                  <a:pt x="18495" y="40949"/>
                </a:cubicBezTo>
                <a:cubicBezTo>
                  <a:pt x="18495" y="40949"/>
                  <a:pt x="18495" y="37225"/>
                  <a:pt x="18495" y="33503"/>
                </a:cubicBezTo>
                <a:cubicBezTo>
                  <a:pt x="18495" y="22335"/>
                  <a:pt x="18495" y="22335"/>
                  <a:pt x="18495" y="22335"/>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952500" y="749300"/>
            <a:ext cx="40010" cy="78144"/>
          </a:xfrm>
          <a:custGeom>
            <a:avLst/>
            <a:gdLst/>
            <a:ahLst/>
            <a:cxnLst/>
            <a:rect l="l" t="t" r="r" b="b"/>
            <a:pathLst>
              <a:path w="40010" h="78144">
                <a:moveTo>
                  <a:pt x="18186" y="66981"/>
                </a:moveTo>
                <a:cubicBezTo>
                  <a:pt x="29098" y="52097"/>
                  <a:pt x="36373" y="40933"/>
                  <a:pt x="40010" y="33491"/>
                </a:cubicBezTo>
                <a:cubicBezTo>
                  <a:pt x="40010" y="29770"/>
                  <a:pt x="40010" y="26048"/>
                  <a:pt x="40010" y="22327"/>
                </a:cubicBezTo>
                <a:cubicBezTo>
                  <a:pt x="40010" y="14884"/>
                  <a:pt x="40010" y="11163"/>
                  <a:pt x="36373" y="7442"/>
                </a:cubicBezTo>
                <a:cubicBezTo>
                  <a:pt x="32736" y="3721"/>
                  <a:pt x="25461" y="0"/>
                  <a:pt x="18186" y="0"/>
                </a:cubicBezTo>
                <a:cubicBezTo>
                  <a:pt x="14549" y="0"/>
                  <a:pt x="10912" y="3721"/>
                  <a:pt x="10912" y="3721"/>
                </a:cubicBezTo>
                <a:cubicBezTo>
                  <a:pt x="7275" y="3721"/>
                  <a:pt x="3637" y="7442"/>
                  <a:pt x="3637" y="7442"/>
                </a:cubicBezTo>
                <a:cubicBezTo>
                  <a:pt x="0" y="11163"/>
                  <a:pt x="0" y="14884"/>
                  <a:pt x="0" y="14884"/>
                </a:cubicBezTo>
                <a:cubicBezTo>
                  <a:pt x="0" y="18606"/>
                  <a:pt x="0" y="22327"/>
                  <a:pt x="0" y="26048"/>
                </a:cubicBezTo>
                <a:cubicBezTo>
                  <a:pt x="0" y="29770"/>
                  <a:pt x="0" y="29770"/>
                  <a:pt x="0" y="29770"/>
                </a:cubicBezTo>
                <a:cubicBezTo>
                  <a:pt x="14549" y="29770"/>
                  <a:pt x="14549" y="29770"/>
                  <a:pt x="14549" y="29770"/>
                </a:cubicBezTo>
                <a:cubicBezTo>
                  <a:pt x="14549" y="22327"/>
                  <a:pt x="14549" y="22327"/>
                  <a:pt x="14549" y="22327"/>
                </a:cubicBezTo>
                <a:cubicBezTo>
                  <a:pt x="14549" y="18606"/>
                  <a:pt x="14549" y="14884"/>
                  <a:pt x="18186" y="14884"/>
                </a:cubicBezTo>
                <a:cubicBezTo>
                  <a:pt x="18186" y="14884"/>
                  <a:pt x="18186" y="14884"/>
                  <a:pt x="18186" y="14884"/>
                </a:cubicBezTo>
                <a:cubicBezTo>
                  <a:pt x="21824" y="14884"/>
                  <a:pt x="21824" y="14884"/>
                  <a:pt x="21824" y="14884"/>
                </a:cubicBezTo>
                <a:cubicBezTo>
                  <a:pt x="25461" y="14884"/>
                  <a:pt x="25461" y="18606"/>
                  <a:pt x="25461" y="18606"/>
                </a:cubicBezTo>
                <a:cubicBezTo>
                  <a:pt x="25461" y="22327"/>
                  <a:pt x="21824" y="26048"/>
                  <a:pt x="21824" y="29770"/>
                </a:cubicBezTo>
                <a:cubicBezTo>
                  <a:pt x="18186" y="37212"/>
                  <a:pt x="10912" y="48376"/>
                  <a:pt x="0" y="66981"/>
                </a:cubicBezTo>
                <a:cubicBezTo>
                  <a:pt x="0" y="78144"/>
                  <a:pt x="0" y="78144"/>
                  <a:pt x="0" y="78144"/>
                </a:cubicBezTo>
                <a:cubicBezTo>
                  <a:pt x="40010" y="78144"/>
                  <a:pt x="40010" y="78144"/>
                  <a:pt x="40010" y="78144"/>
                </a:cubicBezTo>
                <a:cubicBezTo>
                  <a:pt x="40010" y="66981"/>
                  <a:pt x="40010" y="66981"/>
                  <a:pt x="40010" y="66981"/>
                </a:cubicBezTo>
                <a:cubicBezTo>
                  <a:pt x="18186" y="66981"/>
                  <a:pt x="18186" y="66981"/>
                  <a:pt x="18186" y="66981"/>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8700" y="749300"/>
            <a:ext cx="44387" cy="81896"/>
          </a:xfrm>
          <a:custGeom>
            <a:avLst/>
            <a:gdLst/>
            <a:ahLst/>
            <a:cxnLst/>
            <a:rect l="l" t="t" r="r" b="b"/>
            <a:pathLst>
              <a:path w="44387" h="81896">
                <a:moveTo>
                  <a:pt x="44386" y="14891"/>
                </a:moveTo>
                <a:cubicBezTo>
                  <a:pt x="44386" y="14891"/>
                  <a:pt x="40688" y="11167"/>
                  <a:pt x="40688" y="7445"/>
                </a:cubicBezTo>
                <a:cubicBezTo>
                  <a:pt x="40688" y="7445"/>
                  <a:pt x="36989" y="3722"/>
                  <a:pt x="33291" y="3722"/>
                </a:cubicBezTo>
                <a:cubicBezTo>
                  <a:pt x="29591" y="3722"/>
                  <a:pt x="25893" y="0"/>
                  <a:pt x="22193" y="0"/>
                </a:cubicBezTo>
                <a:cubicBezTo>
                  <a:pt x="18495" y="0"/>
                  <a:pt x="14796" y="3722"/>
                  <a:pt x="11097" y="3722"/>
                </a:cubicBezTo>
                <a:cubicBezTo>
                  <a:pt x="7398" y="7445"/>
                  <a:pt x="3700" y="11167"/>
                  <a:pt x="3700" y="14891"/>
                </a:cubicBezTo>
                <a:cubicBezTo>
                  <a:pt x="0" y="18613"/>
                  <a:pt x="0" y="22335"/>
                  <a:pt x="0" y="29780"/>
                </a:cubicBezTo>
                <a:cubicBezTo>
                  <a:pt x="0" y="55838"/>
                  <a:pt x="0" y="55838"/>
                  <a:pt x="0" y="55838"/>
                </a:cubicBezTo>
                <a:cubicBezTo>
                  <a:pt x="0" y="59560"/>
                  <a:pt x="0" y="63283"/>
                  <a:pt x="0" y="67005"/>
                </a:cubicBezTo>
                <a:cubicBezTo>
                  <a:pt x="3700" y="70729"/>
                  <a:pt x="3700" y="70729"/>
                  <a:pt x="3700" y="74451"/>
                </a:cubicBezTo>
                <a:cubicBezTo>
                  <a:pt x="7398" y="74451"/>
                  <a:pt x="11097" y="78174"/>
                  <a:pt x="11097" y="78174"/>
                </a:cubicBezTo>
                <a:cubicBezTo>
                  <a:pt x="14796" y="78174"/>
                  <a:pt x="18495" y="81896"/>
                  <a:pt x="22193" y="81896"/>
                </a:cubicBezTo>
                <a:cubicBezTo>
                  <a:pt x="25893" y="81896"/>
                  <a:pt x="29591" y="78174"/>
                  <a:pt x="33291" y="78174"/>
                </a:cubicBezTo>
                <a:cubicBezTo>
                  <a:pt x="36989" y="78174"/>
                  <a:pt x="36989" y="78174"/>
                  <a:pt x="40688" y="74451"/>
                </a:cubicBezTo>
                <a:cubicBezTo>
                  <a:pt x="40688" y="70729"/>
                  <a:pt x="44386" y="70729"/>
                  <a:pt x="44386" y="67005"/>
                </a:cubicBezTo>
                <a:cubicBezTo>
                  <a:pt x="44386" y="63283"/>
                  <a:pt x="44386" y="59560"/>
                  <a:pt x="44386" y="55838"/>
                </a:cubicBezTo>
                <a:cubicBezTo>
                  <a:pt x="44386" y="29780"/>
                  <a:pt x="44386" y="29780"/>
                  <a:pt x="44386" y="29780"/>
                </a:cubicBezTo>
                <a:cubicBezTo>
                  <a:pt x="44386" y="22335"/>
                  <a:pt x="44386" y="18613"/>
                  <a:pt x="44386" y="14891"/>
                </a:cubicBezTo>
                <a:cubicBezTo>
                  <a:pt x="44386" y="14891"/>
                  <a:pt x="44386" y="14891"/>
                  <a:pt x="44386" y="14891"/>
                </a:cubicBezTo>
                <a:close/>
                <a:moveTo>
                  <a:pt x="25893" y="59560"/>
                </a:moveTo>
                <a:cubicBezTo>
                  <a:pt x="25893" y="63283"/>
                  <a:pt x="25893" y="67005"/>
                  <a:pt x="25893" y="67005"/>
                </a:cubicBezTo>
                <a:cubicBezTo>
                  <a:pt x="25893" y="67005"/>
                  <a:pt x="25893" y="67005"/>
                  <a:pt x="22193" y="67005"/>
                </a:cubicBezTo>
                <a:cubicBezTo>
                  <a:pt x="22193" y="67005"/>
                  <a:pt x="22193" y="67005"/>
                  <a:pt x="18495" y="67005"/>
                </a:cubicBezTo>
                <a:cubicBezTo>
                  <a:pt x="18495" y="67005"/>
                  <a:pt x="18495" y="63283"/>
                  <a:pt x="18495" y="59560"/>
                </a:cubicBezTo>
                <a:cubicBezTo>
                  <a:pt x="18495" y="22335"/>
                  <a:pt x="18495" y="22335"/>
                  <a:pt x="18495" y="22335"/>
                </a:cubicBezTo>
                <a:cubicBezTo>
                  <a:pt x="18495" y="18613"/>
                  <a:pt x="18495" y="14891"/>
                  <a:pt x="18495" y="14891"/>
                </a:cubicBezTo>
                <a:cubicBezTo>
                  <a:pt x="22193" y="14891"/>
                  <a:pt x="22193" y="14891"/>
                  <a:pt x="22193" y="14891"/>
                </a:cubicBezTo>
                <a:cubicBezTo>
                  <a:pt x="25893" y="14891"/>
                  <a:pt x="25893" y="14891"/>
                  <a:pt x="25893" y="14891"/>
                </a:cubicBezTo>
                <a:cubicBezTo>
                  <a:pt x="25893" y="14891"/>
                  <a:pt x="25893" y="18613"/>
                  <a:pt x="25893" y="22335"/>
                </a:cubicBezTo>
                <a:cubicBezTo>
                  <a:pt x="25893" y="59560"/>
                  <a:pt x="25893" y="59560"/>
                  <a:pt x="25893" y="5956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596900" y="431800"/>
            <a:ext cx="711200" cy="723900"/>
          </a:xfrm>
          <a:prstGeom prst="ellipse">
            <a:avLst/>
          </a:pr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584200" y="431800"/>
            <a:ext cx="717683" cy="743941"/>
          </a:xfrm>
          <a:custGeom>
            <a:avLst/>
            <a:gdLst/>
            <a:ahLst/>
            <a:cxnLst/>
            <a:rect l="l" t="t" r="r" b="b"/>
            <a:pathLst>
              <a:path w="717683" h="743941">
                <a:moveTo>
                  <a:pt x="702962" y="371970"/>
                </a:moveTo>
                <a:cubicBezTo>
                  <a:pt x="702962" y="491000"/>
                  <a:pt x="640394" y="598872"/>
                  <a:pt x="544703" y="662107"/>
                </a:cubicBezTo>
                <a:cubicBezTo>
                  <a:pt x="441651" y="725341"/>
                  <a:pt x="312837" y="729061"/>
                  <a:pt x="209784" y="673265"/>
                </a:cubicBezTo>
                <a:cubicBezTo>
                  <a:pt x="106732" y="621190"/>
                  <a:pt x="40485" y="513319"/>
                  <a:pt x="29444" y="398008"/>
                </a:cubicBezTo>
                <a:cubicBezTo>
                  <a:pt x="22083" y="278977"/>
                  <a:pt x="77288" y="163666"/>
                  <a:pt x="169300" y="96712"/>
                </a:cubicBezTo>
                <a:cubicBezTo>
                  <a:pt x="264991" y="26038"/>
                  <a:pt x="393805" y="11159"/>
                  <a:pt x="500537" y="59515"/>
                </a:cubicBezTo>
                <a:cubicBezTo>
                  <a:pt x="607271" y="107871"/>
                  <a:pt x="680879" y="208303"/>
                  <a:pt x="699281" y="319894"/>
                </a:cubicBezTo>
                <a:cubicBezTo>
                  <a:pt x="702962" y="338493"/>
                  <a:pt x="702962" y="353371"/>
                  <a:pt x="702962" y="371970"/>
                </a:cubicBezTo>
                <a:cubicBezTo>
                  <a:pt x="702962" y="379410"/>
                  <a:pt x="717683" y="379410"/>
                  <a:pt x="717683" y="371970"/>
                </a:cubicBezTo>
                <a:cubicBezTo>
                  <a:pt x="717683" y="252940"/>
                  <a:pt x="658796" y="145068"/>
                  <a:pt x="563105" y="78114"/>
                </a:cubicBezTo>
                <a:cubicBezTo>
                  <a:pt x="463734" y="11159"/>
                  <a:pt x="334919" y="0"/>
                  <a:pt x="228186" y="44637"/>
                </a:cubicBezTo>
                <a:cubicBezTo>
                  <a:pt x="121454" y="92992"/>
                  <a:pt x="44166" y="189705"/>
                  <a:pt x="22083" y="305016"/>
                </a:cubicBezTo>
                <a:cubicBezTo>
                  <a:pt x="0" y="420326"/>
                  <a:pt x="36805" y="543076"/>
                  <a:pt x="121454" y="624910"/>
                </a:cubicBezTo>
                <a:cubicBezTo>
                  <a:pt x="206103" y="706744"/>
                  <a:pt x="327558" y="743941"/>
                  <a:pt x="441651" y="717902"/>
                </a:cubicBezTo>
                <a:cubicBezTo>
                  <a:pt x="555744" y="691864"/>
                  <a:pt x="647755" y="610031"/>
                  <a:pt x="691920" y="502159"/>
                </a:cubicBezTo>
                <a:cubicBezTo>
                  <a:pt x="710322" y="461242"/>
                  <a:pt x="717683" y="416607"/>
                  <a:pt x="717683" y="371970"/>
                </a:cubicBezTo>
                <a:cubicBezTo>
                  <a:pt x="717683" y="364531"/>
                  <a:pt x="702962" y="364531"/>
                  <a:pt x="702962" y="37197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698500" y="546100"/>
            <a:ext cx="500753" cy="498878"/>
          </a:xfrm>
          <a:custGeom>
            <a:avLst/>
            <a:gdLst/>
            <a:ahLst/>
            <a:cxnLst/>
            <a:rect l="l" t="t" r="r" b="b"/>
            <a:pathLst>
              <a:path w="500753" h="498878">
                <a:moveTo>
                  <a:pt x="486025" y="249438"/>
                </a:moveTo>
                <a:cubicBezTo>
                  <a:pt x="486025" y="309006"/>
                  <a:pt x="463934" y="364851"/>
                  <a:pt x="427112" y="409525"/>
                </a:cubicBezTo>
                <a:cubicBezTo>
                  <a:pt x="390293" y="450478"/>
                  <a:pt x="335063" y="480262"/>
                  <a:pt x="276150" y="487708"/>
                </a:cubicBezTo>
                <a:cubicBezTo>
                  <a:pt x="268787" y="487708"/>
                  <a:pt x="261423" y="487708"/>
                  <a:pt x="254058" y="487708"/>
                </a:cubicBezTo>
                <a:cubicBezTo>
                  <a:pt x="202510" y="487708"/>
                  <a:pt x="154644" y="469094"/>
                  <a:pt x="114143" y="439310"/>
                </a:cubicBezTo>
                <a:cubicBezTo>
                  <a:pt x="66276" y="409525"/>
                  <a:pt x="33138" y="357405"/>
                  <a:pt x="22092" y="297837"/>
                </a:cubicBezTo>
                <a:cubicBezTo>
                  <a:pt x="11046" y="241992"/>
                  <a:pt x="18410" y="178702"/>
                  <a:pt x="47866" y="126581"/>
                </a:cubicBezTo>
                <a:cubicBezTo>
                  <a:pt x="77323" y="78182"/>
                  <a:pt x="125188" y="40952"/>
                  <a:pt x="180419" y="22338"/>
                </a:cubicBezTo>
                <a:cubicBezTo>
                  <a:pt x="202510" y="14892"/>
                  <a:pt x="228285" y="11168"/>
                  <a:pt x="250377" y="11168"/>
                </a:cubicBezTo>
                <a:cubicBezTo>
                  <a:pt x="287197" y="11168"/>
                  <a:pt x="320335" y="18614"/>
                  <a:pt x="349791" y="33506"/>
                </a:cubicBezTo>
                <a:cubicBezTo>
                  <a:pt x="401339" y="55844"/>
                  <a:pt x="441841" y="100520"/>
                  <a:pt x="467615" y="152641"/>
                </a:cubicBezTo>
                <a:cubicBezTo>
                  <a:pt x="478660" y="182425"/>
                  <a:pt x="486025" y="215932"/>
                  <a:pt x="486025" y="249438"/>
                </a:cubicBezTo>
                <a:close/>
                <a:moveTo>
                  <a:pt x="497070" y="249438"/>
                </a:moveTo>
                <a:cubicBezTo>
                  <a:pt x="500753" y="249438"/>
                  <a:pt x="500753" y="249438"/>
                  <a:pt x="500753" y="249438"/>
                </a:cubicBezTo>
                <a:cubicBezTo>
                  <a:pt x="497070" y="189871"/>
                  <a:pt x="478660" y="134027"/>
                  <a:pt x="441841" y="89351"/>
                </a:cubicBezTo>
                <a:cubicBezTo>
                  <a:pt x="405021" y="44676"/>
                  <a:pt x="353473" y="14892"/>
                  <a:pt x="298243" y="3722"/>
                </a:cubicBezTo>
                <a:cubicBezTo>
                  <a:pt x="283515" y="0"/>
                  <a:pt x="268787" y="0"/>
                  <a:pt x="254058" y="0"/>
                </a:cubicBezTo>
                <a:cubicBezTo>
                  <a:pt x="209874" y="0"/>
                  <a:pt x="165691" y="11168"/>
                  <a:pt x="128871" y="33506"/>
                </a:cubicBezTo>
                <a:cubicBezTo>
                  <a:pt x="81004" y="59567"/>
                  <a:pt x="44185" y="104243"/>
                  <a:pt x="22092" y="160087"/>
                </a:cubicBezTo>
                <a:cubicBezTo>
                  <a:pt x="0" y="212209"/>
                  <a:pt x="0" y="275500"/>
                  <a:pt x="18410" y="331344"/>
                </a:cubicBezTo>
                <a:cubicBezTo>
                  <a:pt x="36820" y="387189"/>
                  <a:pt x="73640" y="431864"/>
                  <a:pt x="125188" y="461648"/>
                </a:cubicBezTo>
                <a:cubicBezTo>
                  <a:pt x="162009" y="487708"/>
                  <a:pt x="206192" y="498878"/>
                  <a:pt x="254058" y="498878"/>
                </a:cubicBezTo>
                <a:cubicBezTo>
                  <a:pt x="265105" y="498878"/>
                  <a:pt x="279833" y="498878"/>
                  <a:pt x="290878" y="495154"/>
                </a:cubicBezTo>
                <a:cubicBezTo>
                  <a:pt x="346109" y="487708"/>
                  <a:pt x="397657" y="457924"/>
                  <a:pt x="438159" y="413249"/>
                </a:cubicBezTo>
                <a:cubicBezTo>
                  <a:pt x="474979" y="368573"/>
                  <a:pt x="497070" y="309006"/>
                  <a:pt x="500753" y="249438"/>
                </a:cubicBezTo>
                <a:cubicBezTo>
                  <a:pt x="497070" y="249438"/>
                  <a:pt x="497070" y="249438"/>
                  <a:pt x="497070" y="249438"/>
                </a:cubicBezTo>
                <a:cubicBezTo>
                  <a:pt x="500753" y="249438"/>
                  <a:pt x="500753" y="249438"/>
                  <a:pt x="500753" y="249438"/>
                </a:cubicBezTo>
                <a:cubicBezTo>
                  <a:pt x="497070" y="249438"/>
                  <a:pt x="497070" y="249438"/>
                  <a:pt x="497070" y="249438"/>
                </a:cubicBezTo>
                <a:cubicBezTo>
                  <a:pt x="500753" y="249438"/>
                  <a:pt x="500753" y="249438"/>
                  <a:pt x="500753" y="249438"/>
                </a:cubicBezTo>
                <a:cubicBezTo>
                  <a:pt x="497070" y="249438"/>
                  <a:pt x="497070" y="249438"/>
                  <a:pt x="497070" y="249438"/>
                </a:cubicBezTo>
                <a:cubicBezTo>
                  <a:pt x="500753" y="249438"/>
                  <a:pt x="500753" y="249438"/>
                  <a:pt x="500753" y="249438"/>
                </a:cubicBezTo>
                <a:cubicBezTo>
                  <a:pt x="497070" y="249438"/>
                  <a:pt x="497070" y="249438"/>
                  <a:pt x="497070" y="24943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647700" y="901700"/>
            <a:ext cx="51264" cy="40636"/>
          </a:xfrm>
          <a:custGeom>
            <a:avLst/>
            <a:gdLst/>
            <a:ahLst/>
            <a:cxnLst/>
            <a:rect l="l" t="t" r="r" b="b"/>
            <a:pathLst>
              <a:path w="51264" h="40636">
                <a:moveTo>
                  <a:pt x="51264" y="10627"/>
                </a:moveTo>
                <a:lnTo>
                  <a:pt x="47512" y="0"/>
                </a:lnTo>
                <a:lnTo>
                  <a:pt x="29383" y="6877"/>
                </a:lnTo>
                <a:lnTo>
                  <a:pt x="0" y="6877"/>
                </a:lnTo>
                <a:lnTo>
                  <a:pt x="3752" y="18131"/>
                </a:lnTo>
                <a:lnTo>
                  <a:pt x="21881" y="18131"/>
                </a:lnTo>
                <a:lnTo>
                  <a:pt x="7502" y="29383"/>
                </a:lnTo>
                <a:lnTo>
                  <a:pt x="14379" y="40636"/>
                </a:lnTo>
                <a:lnTo>
                  <a:pt x="33133" y="18131"/>
                </a:lnTo>
                <a:lnTo>
                  <a:pt x="51264" y="10627"/>
                </a:lnTo>
                <a:lnTo>
                  <a:pt x="51264" y="10627"/>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635000" y="812800"/>
            <a:ext cx="48137" cy="36885"/>
          </a:xfrm>
          <a:custGeom>
            <a:avLst/>
            <a:gdLst/>
            <a:ahLst/>
            <a:cxnLst/>
            <a:rect l="l" t="t" r="r" b="b"/>
            <a:pathLst>
              <a:path w="48137" h="36885">
                <a:moveTo>
                  <a:pt x="48137" y="36885"/>
                </a:moveTo>
                <a:lnTo>
                  <a:pt x="48137" y="25632"/>
                </a:lnTo>
                <a:lnTo>
                  <a:pt x="36885" y="25632"/>
                </a:lnTo>
                <a:lnTo>
                  <a:pt x="36885" y="15004"/>
                </a:lnTo>
                <a:lnTo>
                  <a:pt x="44386" y="15004"/>
                </a:lnTo>
                <a:lnTo>
                  <a:pt x="44386" y="0"/>
                </a:lnTo>
                <a:lnTo>
                  <a:pt x="0" y="18131"/>
                </a:lnTo>
                <a:lnTo>
                  <a:pt x="0" y="33134"/>
                </a:lnTo>
                <a:lnTo>
                  <a:pt x="48137" y="36885"/>
                </a:lnTo>
                <a:lnTo>
                  <a:pt x="48137" y="36885"/>
                </a:lnTo>
                <a:close/>
                <a:moveTo>
                  <a:pt x="29383" y="25632"/>
                </a:moveTo>
                <a:lnTo>
                  <a:pt x="7502" y="25632"/>
                </a:lnTo>
                <a:lnTo>
                  <a:pt x="29383" y="18131"/>
                </a:lnTo>
                <a:lnTo>
                  <a:pt x="29383" y="25632"/>
                </a:lnTo>
                <a:lnTo>
                  <a:pt x="29383" y="256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635000" y="749300"/>
            <a:ext cx="51264" cy="33134"/>
          </a:xfrm>
          <a:custGeom>
            <a:avLst/>
            <a:gdLst/>
            <a:ahLst/>
            <a:cxnLst/>
            <a:rect l="l" t="t" r="r" b="b"/>
            <a:pathLst>
              <a:path w="51264" h="33134">
                <a:moveTo>
                  <a:pt x="47512" y="33134"/>
                </a:moveTo>
                <a:lnTo>
                  <a:pt x="47512" y="21881"/>
                </a:lnTo>
                <a:lnTo>
                  <a:pt x="21881" y="21881"/>
                </a:lnTo>
                <a:lnTo>
                  <a:pt x="51264" y="15004"/>
                </a:lnTo>
                <a:lnTo>
                  <a:pt x="51264" y="3752"/>
                </a:lnTo>
                <a:lnTo>
                  <a:pt x="3125" y="0"/>
                </a:lnTo>
                <a:lnTo>
                  <a:pt x="3125" y="11253"/>
                </a:lnTo>
                <a:lnTo>
                  <a:pt x="29383" y="11253"/>
                </a:lnTo>
                <a:lnTo>
                  <a:pt x="0" y="18131"/>
                </a:lnTo>
                <a:lnTo>
                  <a:pt x="0" y="29383"/>
                </a:lnTo>
                <a:lnTo>
                  <a:pt x="47512" y="33134"/>
                </a:lnTo>
                <a:lnTo>
                  <a:pt x="47512" y="33134"/>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647700" y="673100"/>
            <a:ext cx="47512" cy="40636"/>
          </a:xfrm>
          <a:custGeom>
            <a:avLst/>
            <a:gdLst/>
            <a:ahLst/>
            <a:cxnLst/>
            <a:rect l="l" t="t" r="r" b="b"/>
            <a:pathLst>
              <a:path w="47512" h="40636">
                <a:moveTo>
                  <a:pt x="25583" y="36942"/>
                </a:moveTo>
                <a:cubicBezTo>
                  <a:pt x="25583" y="36942"/>
                  <a:pt x="25583" y="36942"/>
                  <a:pt x="25583" y="36942"/>
                </a:cubicBezTo>
                <a:cubicBezTo>
                  <a:pt x="25583" y="36942"/>
                  <a:pt x="25583" y="36942"/>
                  <a:pt x="25583" y="36942"/>
                </a:cubicBezTo>
                <a:cubicBezTo>
                  <a:pt x="25583" y="36942"/>
                  <a:pt x="25583" y="36942"/>
                  <a:pt x="25583" y="36942"/>
                </a:cubicBezTo>
                <a:cubicBezTo>
                  <a:pt x="25583" y="36942"/>
                  <a:pt x="25583" y="36942"/>
                  <a:pt x="25583" y="36942"/>
                </a:cubicBezTo>
                <a:cubicBezTo>
                  <a:pt x="29238" y="36942"/>
                  <a:pt x="29238" y="36942"/>
                  <a:pt x="29238" y="36942"/>
                </a:cubicBezTo>
                <a:cubicBezTo>
                  <a:pt x="29238" y="36942"/>
                  <a:pt x="29238" y="36942"/>
                  <a:pt x="29238" y="36942"/>
                </a:cubicBezTo>
                <a:cubicBezTo>
                  <a:pt x="32893" y="40636"/>
                  <a:pt x="36548" y="40636"/>
                  <a:pt x="40202" y="36942"/>
                </a:cubicBezTo>
                <a:cubicBezTo>
                  <a:pt x="43857" y="36942"/>
                  <a:pt x="43857" y="33247"/>
                  <a:pt x="47512" y="29553"/>
                </a:cubicBezTo>
                <a:cubicBezTo>
                  <a:pt x="47512" y="29553"/>
                  <a:pt x="47512" y="29553"/>
                  <a:pt x="47512" y="29553"/>
                </a:cubicBezTo>
                <a:cubicBezTo>
                  <a:pt x="47512" y="25860"/>
                  <a:pt x="47512" y="22165"/>
                  <a:pt x="47512" y="18471"/>
                </a:cubicBezTo>
                <a:cubicBezTo>
                  <a:pt x="47512" y="14776"/>
                  <a:pt x="43857" y="11082"/>
                  <a:pt x="40202" y="11082"/>
                </a:cubicBezTo>
                <a:cubicBezTo>
                  <a:pt x="36548" y="7389"/>
                  <a:pt x="36548" y="7389"/>
                  <a:pt x="36548" y="7389"/>
                </a:cubicBezTo>
                <a:cubicBezTo>
                  <a:pt x="32893" y="7389"/>
                  <a:pt x="32893" y="7389"/>
                  <a:pt x="29238" y="7389"/>
                </a:cubicBezTo>
                <a:cubicBezTo>
                  <a:pt x="25583" y="11082"/>
                  <a:pt x="25583" y="11082"/>
                  <a:pt x="21929" y="11082"/>
                </a:cubicBezTo>
                <a:cubicBezTo>
                  <a:pt x="21929" y="14776"/>
                  <a:pt x="21929" y="14776"/>
                  <a:pt x="21929" y="14776"/>
                </a:cubicBezTo>
                <a:cubicBezTo>
                  <a:pt x="18274" y="14776"/>
                  <a:pt x="18274" y="14776"/>
                  <a:pt x="18274" y="14776"/>
                </a:cubicBezTo>
                <a:cubicBezTo>
                  <a:pt x="18274" y="14776"/>
                  <a:pt x="14619" y="18471"/>
                  <a:pt x="14619" y="18471"/>
                </a:cubicBezTo>
                <a:cubicBezTo>
                  <a:pt x="14619" y="18471"/>
                  <a:pt x="10964" y="18471"/>
                  <a:pt x="10964" y="18471"/>
                </a:cubicBezTo>
                <a:cubicBezTo>
                  <a:pt x="10964" y="18471"/>
                  <a:pt x="7310" y="18471"/>
                  <a:pt x="7310" y="14776"/>
                </a:cubicBezTo>
                <a:cubicBezTo>
                  <a:pt x="7310" y="14776"/>
                  <a:pt x="7310" y="14776"/>
                  <a:pt x="7310" y="14776"/>
                </a:cubicBezTo>
                <a:cubicBezTo>
                  <a:pt x="7310" y="14776"/>
                  <a:pt x="7310" y="14776"/>
                  <a:pt x="7310" y="14776"/>
                </a:cubicBezTo>
                <a:cubicBezTo>
                  <a:pt x="7310" y="14776"/>
                  <a:pt x="7310" y="14776"/>
                  <a:pt x="7310" y="14776"/>
                </a:cubicBezTo>
                <a:cubicBezTo>
                  <a:pt x="7310" y="14776"/>
                  <a:pt x="7310" y="14776"/>
                  <a:pt x="7310" y="14776"/>
                </a:cubicBezTo>
                <a:cubicBezTo>
                  <a:pt x="7310" y="14776"/>
                  <a:pt x="7310" y="11082"/>
                  <a:pt x="7310" y="11082"/>
                </a:cubicBezTo>
                <a:cubicBezTo>
                  <a:pt x="10964" y="11082"/>
                  <a:pt x="10964" y="11082"/>
                  <a:pt x="10964" y="11082"/>
                </a:cubicBezTo>
                <a:cubicBezTo>
                  <a:pt x="10964" y="11082"/>
                  <a:pt x="14619" y="11082"/>
                  <a:pt x="14619" y="11082"/>
                </a:cubicBezTo>
                <a:cubicBezTo>
                  <a:pt x="18274" y="11082"/>
                  <a:pt x="18274" y="11082"/>
                  <a:pt x="18274" y="11082"/>
                </a:cubicBezTo>
                <a:cubicBezTo>
                  <a:pt x="21929" y="3694"/>
                  <a:pt x="21929" y="3694"/>
                  <a:pt x="21929" y="3694"/>
                </a:cubicBezTo>
                <a:cubicBezTo>
                  <a:pt x="18274" y="3694"/>
                  <a:pt x="18274" y="3694"/>
                  <a:pt x="18274" y="3694"/>
                </a:cubicBezTo>
                <a:cubicBezTo>
                  <a:pt x="14619" y="0"/>
                  <a:pt x="10964" y="0"/>
                  <a:pt x="7310" y="3694"/>
                </a:cubicBezTo>
                <a:cubicBezTo>
                  <a:pt x="3655" y="3694"/>
                  <a:pt x="3655" y="7389"/>
                  <a:pt x="0" y="11082"/>
                </a:cubicBezTo>
                <a:cubicBezTo>
                  <a:pt x="0" y="14776"/>
                  <a:pt x="0" y="18471"/>
                  <a:pt x="0" y="22165"/>
                </a:cubicBezTo>
                <a:cubicBezTo>
                  <a:pt x="0" y="22165"/>
                  <a:pt x="3655" y="25860"/>
                  <a:pt x="7310" y="25860"/>
                </a:cubicBezTo>
                <a:cubicBezTo>
                  <a:pt x="7310" y="25860"/>
                  <a:pt x="7310" y="29553"/>
                  <a:pt x="7310" y="29553"/>
                </a:cubicBezTo>
                <a:cubicBezTo>
                  <a:pt x="7310" y="29553"/>
                  <a:pt x="7310" y="29553"/>
                  <a:pt x="7310" y="29553"/>
                </a:cubicBezTo>
                <a:cubicBezTo>
                  <a:pt x="7310" y="29553"/>
                  <a:pt x="7310" y="29553"/>
                  <a:pt x="7310" y="29553"/>
                </a:cubicBezTo>
                <a:cubicBezTo>
                  <a:pt x="7310" y="29553"/>
                  <a:pt x="7310" y="29553"/>
                  <a:pt x="7310" y="29553"/>
                </a:cubicBezTo>
                <a:cubicBezTo>
                  <a:pt x="7310" y="29553"/>
                  <a:pt x="7310" y="29553"/>
                  <a:pt x="7310" y="29553"/>
                </a:cubicBezTo>
                <a:cubicBezTo>
                  <a:pt x="7310" y="29553"/>
                  <a:pt x="7310" y="29553"/>
                  <a:pt x="7310" y="29553"/>
                </a:cubicBezTo>
                <a:cubicBezTo>
                  <a:pt x="10964" y="29553"/>
                  <a:pt x="14619" y="29553"/>
                  <a:pt x="18274" y="29553"/>
                </a:cubicBezTo>
                <a:cubicBezTo>
                  <a:pt x="18274" y="29553"/>
                  <a:pt x="21929" y="25860"/>
                  <a:pt x="25583" y="25860"/>
                </a:cubicBezTo>
                <a:cubicBezTo>
                  <a:pt x="25583" y="25860"/>
                  <a:pt x="25583" y="25860"/>
                  <a:pt x="25583" y="22165"/>
                </a:cubicBezTo>
                <a:cubicBezTo>
                  <a:pt x="25583" y="22165"/>
                  <a:pt x="29238" y="22165"/>
                  <a:pt x="29238" y="22165"/>
                </a:cubicBezTo>
                <a:cubicBezTo>
                  <a:pt x="29238" y="22165"/>
                  <a:pt x="32893" y="22165"/>
                  <a:pt x="32893" y="18471"/>
                </a:cubicBezTo>
                <a:cubicBezTo>
                  <a:pt x="32893" y="18471"/>
                  <a:pt x="36548" y="18471"/>
                  <a:pt x="36548" y="18471"/>
                </a:cubicBezTo>
                <a:cubicBezTo>
                  <a:pt x="36548" y="22165"/>
                  <a:pt x="40202" y="22165"/>
                  <a:pt x="40202" y="22165"/>
                </a:cubicBezTo>
                <a:cubicBezTo>
                  <a:pt x="40202" y="22165"/>
                  <a:pt x="40202" y="22165"/>
                  <a:pt x="40202" y="25860"/>
                </a:cubicBezTo>
                <a:cubicBezTo>
                  <a:pt x="40202" y="25860"/>
                  <a:pt x="40202" y="25860"/>
                  <a:pt x="40202" y="25860"/>
                </a:cubicBezTo>
                <a:cubicBezTo>
                  <a:pt x="40202" y="25860"/>
                  <a:pt x="40202" y="25860"/>
                  <a:pt x="40202" y="25860"/>
                </a:cubicBezTo>
                <a:cubicBezTo>
                  <a:pt x="40202" y="25860"/>
                  <a:pt x="40202" y="25860"/>
                  <a:pt x="40202" y="25860"/>
                </a:cubicBezTo>
                <a:cubicBezTo>
                  <a:pt x="40202" y="25860"/>
                  <a:pt x="40202" y="25860"/>
                  <a:pt x="40202" y="25860"/>
                </a:cubicBezTo>
                <a:cubicBezTo>
                  <a:pt x="40202" y="25860"/>
                  <a:pt x="36548" y="25860"/>
                  <a:pt x="36548" y="25860"/>
                </a:cubicBezTo>
                <a:cubicBezTo>
                  <a:pt x="36548" y="29553"/>
                  <a:pt x="32893" y="29553"/>
                  <a:pt x="32893" y="25860"/>
                </a:cubicBezTo>
                <a:cubicBezTo>
                  <a:pt x="32893" y="25860"/>
                  <a:pt x="32893" y="25860"/>
                  <a:pt x="32893" y="25860"/>
                </a:cubicBezTo>
                <a:cubicBezTo>
                  <a:pt x="29238" y="25860"/>
                  <a:pt x="29238" y="25860"/>
                  <a:pt x="29238" y="25860"/>
                </a:cubicBezTo>
                <a:cubicBezTo>
                  <a:pt x="29238" y="25860"/>
                  <a:pt x="29238" y="25860"/>
                  <a:pt x="29238" y="25860"/>
                </a:cubicBezTo>
                <a:cubicBezTo>
                  <a:pt x="29238" y="25860"/>
                  <a:pt x="29238" y="25860"/>
                  <a:pt x="29238" y="25860"/>
                </a:cubicBezTo>
                <a:cubicBezTo>
                  <a:pt x="29238" y="25860"/>
                  <a:pt x="29238" y="25860"/>
                  <a:pt x="29238" y="25860"/>
                </a:cubicBezTo>
                <a:cubicBezTo>
                  <a:pt x="29238" y="25860"/>
                  <a:pt x="29238" y="25860"/>
                  <a:pt x="29238" y="25860"/>
                </a:cubicBezTo>
                <a:cubicBezTo>
                  <a:pt x="25583" y="36942"/>
                  <a:pt x="25583" y="36942"/>
                  <a:pt x="25583" y="3694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685800" y="596900"/>
            <a:ext cx="58765" cy="51888"/>
          </a:xfrm>
          <a:custGeom>
            <a:avLst/>
            <a:gdLst/>
            <a:ahLst/>
            <a:cxnLst/>
            <a:rect l="l" t="t" r="r" b="b"/>
            <a:pathLst>
              <a:path w="58765" h="51888">
                <a:moveTo>
                  <a:pt x="40635" y="51888"/>
                </a:moveTo>
                <a:lnTo>
                  <a:pt x="48137" y="40635"/>
                </a:lnTo>
                <a:lnTo>
                  <a:pt x="29383" y="29383"/>
                </a:lnTo>
                <a:lnTo>
                  <a:pt x="36885" y="25631"/>
                </a:lnTo>
                <a:lnTo>
                  <a:pt x="51264" y="36885"/>
                </a:lnTo>
                <a:lnTo>
                  <a:pt x="58765" y="25631"/>
                </a:lnTo>
                <a:lnTo>
                  <a:pt x="18129" y="0"/>
                </a:lnTo>
                <a:lnTo>
                  <a:pt x="11253" y="7502"/>
                </a:lnTo>
                <a:lnTo>
                  <a:pt x="25631" y="18129"/>
                </a:lnTo>
                <a:lnTo>
                  <a:pt x="21881" y="25631"/>
                </a:lnTo>
                <a:lnTo>
                  <a:pt x="7502" y="15004"/>
                </a:lnTo>
                <a:lnTo>
                  <a:pt x="0" y="21881"/>
                </a:lnTo>
                <a:lnTo>
                  <a:pt x="40635" y="51888"/>
                </a:lnTo>
                <a:lnTo>
                  <a:pt x="40635" y="518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736600" y="546100"/>
            <a:ext cx="51888" cy="52513"/>
          </a:xfrm>
          <a:custGeom>
            <a:avLst/>
            <a:gdLst/>
            <a:ahLst/>
            <a:cxnLst/>
            <a:rect l="l" t="t" r="r" b="b"/>
            <a:pathLst>
              <a:path w="51888" h="52513">
                <a:moveTo>
                  <a:pt x="21881" y="52513"/>
                </a:moveTo>
                <a:lnTo>
                  <a:pt x="33133" y="45011"/>
                </a:lnTo>
                <a:lnTo>
                  <a:pt x="29383" y="37509"/>
                </a:lnTo>
                <a:lnTo>
                  <a:pt x="33133" y="30008"/>
                </a:lnTo>
                <a:lnTo>
                  <a:pt x="40635" y="37509"/>
                </a:lnTo>
                <a:lnTo>
                  <a:pt x="51888" y="30008"/>
                </a:lnTo>
                <a:lnTo>
                  <a:pt x="11252" y="0"/>
                </a:lnTo>
                <a:lnTo>
                  <a:pt x="0" y="7502"/>
                </a:lnTo>
                <a:lnTo>
                  <a:pt x="21881" y="52513"/>
                </a:lnTo>
                <a:lnTo>
                  <a:pt x="21881" y="52513"/>
                </a:lnTo>
                <a:close/>
                <a:moveTo>
                  <a:pt x="21881" y="30008"/>
                </a:moveTo>
                <a:lnTo>
                  <a:pt x="11252" y="11252"/>
                </a:lnTo>
                <a:lnTo>
                  <a:pt x="25631" y="22506"/>
                </a:lnTo>
                <a:lnTo>
                  <a:pt x="21881" y="30008"/>
                </a:lnTo>
                <a:lnTo>
                  <a:pt x="21881" y="3000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800100" y="495300"/>
            <a:ext cx="48137" cy="55639"/>
          </a:xfrm>
          <a:custGeom>
            <a:avLst/>
            <a:gdLst/>
            <a:ahLst/>
            <a:cxnLst/>
            <a:rect l="l" t="t" r="r" b="b"/>
            <a:pathLst>
              <a:path w="48137" h="55639">
                <a:moveTo>
                  <a:pt x="18754" y="55639"/>
                </a:moveTo>
                <a:lnTo>
                  <a:pt x="29383" y="51888"/>
                </a:lnTo>
                <a:lnTo>
                  <a:pt x="18754" y="30008"/>
                </a:lnTo>
                <a:lnTo>
                  <a:pt x="36885" y="48137"/>
                </a:lnTo>
                <a:lnTo>
                  <a:pt x="48137" y="45011"/>
                </a:lnTo>
                <a:lnTo>
                  <a:pt x="25631" y="0"/>
                </a:lnTo>
                <a:lnTo>
                  <a:pt x="15004" y="3750"/>
                </a:lnTo>
                <a:lnTo>
                  <a:pt x="29383" y="30008"/>
                </a:lnTo>
                <a:lnTo>
                  <a:pt x="11252" y="7502"/>
                </a:lnTo>
                <a:lnTo>
                  <a:pt x="0" y="11252"/>
                </a:lnTo>
                <a:lnTo>
                  <a:pt x="18754" y="55639"/>
                </a:lnTo>
                <a:lnTo>
                  <a:pt x="18754" y="5563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939800" y="469900"/>
            <a:ext cx="33134" cy="51888"/>
          </a:xfrm>
          <a:custGeom>
            <a:avLst/>
            <a:gdLst/>
            <a:ahLst/>
            <a:cxnLst/>
            <a:rect l="l" t="t" r="r" b="b"/>
            <a:pathLst>
              <a:path w="33134" h="51888">
                <a:moveTo>
                  <a:pt x="0" y="0"/>
                </a:moveTo>
                <a:cubicBezTo>
                  <a:pt x="0" y="37062"/>
                  <a:pt x="0" y="37062"/>
                  <a:pt x="0" y="37062"/>
                </a:cubicBezTo>
                <a:cubicBezTo>
                  <a:pt x="0" y="40770"/>
                  <a:pt x="0" y="44475"/>
                  <a:pt x="3682" y="48181"/>
                </a:cubicBezTo>
                <a:cubicBezTo>
                  <a:pt x="7363" y="51888"/>
                  <a:pt x="11045" y="51888"/>
                  <a:pt x="14726" y="51888"/>
                </a:cubicBezTo>
                <a:cubicBezTo>
                  <a:pt x="18407" y="51888"/>
                  <a:pt x="22089" y="51888"/>
                  <a:pt x="25771" y="48181"/>
                </a:cubicBezTo>
                <a:cubicBezTo>
                  <a:pt x="29453" y="48181"/>
                  <a:pt x="29453" y="44475"/>
                  <a:pt x="29453" y="37062"/>
                </a:cubicBezTo>
                <a:cubicBezTo>
                  <a:pt x="33134" y="3706"/>
                  <a:pt x="33134" y="3706"/>
                  <a:pt x="33134" y="3706"/>
                </a:cubicBezTo>
                <a:cubicBezTo>
                  <a:pt x="22089" y="3706"/>
                  <a:pt x="22089" y="3706"/>
                  <a:pt x="22089" y="3706"/>
                </a:cubicBezTo>
                <a:cubicBezTo>
                  <a:pt x="18407" y="37062"/>
                  <a:pt x="18407" y="37062"/>
                  <a:pt x="18407" y="37062"/>
                </a:cubicBezTo>
                <a:cubicBezTo>
                  <a:pt x="18407" y="40770"/>
                  <a:pt x="18407" y="40770"/>
                  <a:pt x="18407" y="40770"/>
                </a:cubicBezTo>
                <a:cubicBezTo>
                  <a:pt x="18407" y="44475"/>
                  <a:pt x="14726" y="44475"/>
                  <a:pt x="14726" y="44475"/>
                </a:cubicBezTo>
                <a:cubicBezTo>
                  <a:pt x="14726" y="44475"/>
                  <a:pt x="14726" y="44475"/>
                  <a:pt x="14726" y="44475"/>
                </a:cubicBezTo>
                <a:cubicBezTo>
                  <a:pt x="14726" y="44475"/>
                  <a:pt x="14726" y="44475"/>
                  <a:pt x="14726" y="44475"/>
                </a:cubicBezTo>
                <a:cubicBezTo>
                  <a:pt x="14726" y="44475"/>
                  <a:pt x="14726" y="44475"/>
                  <a:pt x="14726" y="44475"/>
                </a:cubicBezTo>
                <a:cubicBezTo>
                  <a:pt x="14726" y="44475"/>
                  <a:pt x="14726" y="44475"/>
                  <a:pt x="14726" y="44475"/>
                </a:cubicBezTo>
                <a:cubicBezTo>
                  <a:pt x="14726" y="44475"/>
                  <a:pt x="14726" y="44475"/>
                  <a:pt x="11045" y="40770"/>
                </a:cubicBezTo>
                <a:cubicBezTo>
                  <a:pt x="11045" y="40770"/>
                  <a:pt x="11045" y="40770"/>
                  <a:pt x="11045" y="37062"/>
                </a:cubicBezTo>
                <a:cubicBezTo>
                  <a:pt x="11045" y="3706"/>
                  <a:pt x="11045" y="3706"/>
                  <a:pt x="11045" y="3706"/>
                </a:cubicBezTo>
                <a:cubicBezTo>
                  <a:pt x="0" y="0"/>
                  <a:pt x="0" y="0"/>
                  <a:pt x="0"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16000" y="482600"/>
            <a:ext cx="40010" cy="56264"/>
          </a:xfrm>
          <a:custGeom>
            <a:avLst/>
            <a:gdLst/>
            <a:ahLst/>
            <a:cxnLst/>
            <a:rect l="l" t="t" r="r" b="b"/>
            <a:pathLst>
              <a:path w="40010" h="56264">
                <a:moveTo>
                  <a:pt x="0" y="45011"/>
                </a:moveTo>
                <a:lnTo>
                  <a:pt x="6877" y="48762"/>
                </a:lnTo>
                <a:lnTo>
                  <a:pt x="14379" y="22506"/>
                </a:lnTo>
                <a:lnTo>
                  <a:pt x="14379" y="52513"/>
                </a:lnTo>
                <a:lnTo>
                  <a:pt x="29383" y="56264"/>
                </a:lnTo>
                <a:lnTo>
                  <a:pt x="40010" y="7502"/>
                </a:lnTo>
                <a:lnTo>
                  <a:pt x="29383" y="3750"/>
                </a:lnTo>
                <a:lnTo>
                  <a:pt x="25631" y="33758"/>
                </a:lnTo>
                <a:lnTo>
                  <a:pt x="21881" y="3750"/>
                </a:lnTo>
                <a:lnTo>
                  <a:pt x="10627" y="0"/>
                </a:lnTo>
                <a:lnTo>
                  <a:pt x="0" y="45011"/>
                </a:lnTo>
                <a:lnTo>
                  <a:pt x="0" y="45011"/>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79500" y="520700"/>
            <a:ext cx="33134" cy="48137"/>
          </a:xfrm>
          <a:custGeom>
            <a:avLst/>
            <a:gdLst/>
            <a:ahLst/>
            <a:cxnLst/>
            <a:rect l="l" t="t" r="r" b="b"/>
            <a:pathLst>
              <a:path w="33134" h="48137">
                <a:moveTo>
                  <a:pt x="0" y="40635"/>
                </a:moveTo>
                <a:lnTo>
                  <a:pt x="10627" y="48137"/>
                </a:lnTo>
                <a:lnTo>
                  <a:pt x="33134" y="3750"/>
                </a:lnTo>
                <a:lnTo>
                  <a:pt x="25632" y="0"/>
                </a:lnTo>
                <a:lnTo>
                  <a:pt x="0" y="40635"/>
                </a:lnTo>
                <a:lnTo>
                  <a:pt x="0" y="4063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130300" y="546100"/>
            <a:ext cx="48137" cy="52513"/>
          </a:xfrm>
          <a:custGeom>
            <a:avLst/>
            <a:gdLst/>
            <a:ahLst/>
            <a:cxnLst/>
            <a:rect l="l" t="t" r="r" b="b"/>
            <a:pathLst>
              <a:path w="48137" h="52513">
                <a:moveTo>
                  <a:pt x="0" y="41260"/>
                </a:moveTo>
                <a:lnTo>
                  <a:pt x="7502" y="52513"/>
                </a:lnTo>
                <a:lnTo>
                  <a:pt x="48137" y="22506"/>
                </a:lnTo>
                <a:lnTo>
                  <a:pt x="40635" y="15004"/>
                </a:lnTo>
                <a:lnTo>
                  <a:pt x="15004" y="33758"/>
                </a:lnTo>
                <a:lnTo>
                  <a:pt x="33133" y="7502"/>
                </a:lnTo>
                <a:lnTo>
                  <a:pt x="21881" y="0"/>
                </a:lnTo>
                <a:lnTo>
                  <a:pt x="0" y="41260"/>
                </a:lnTo>
                <a:lnTo>
                  <a:pt x="0" y="4126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168400" y="609600"/>
            <a:ext cx="55014" cy="51888"/>
          </a:xfrm>
          <a:custGeom>
            <a:avLst/>
            <a:gdLst/>
            <a:ahLst/>
            <a:cxnLst/>
            <a:rect l="l" t="t" r="r" b="b"/>
            <a:pathLst>
              <a:path w="55014" h="51888">
                <a:moveTo>
                  <a:pt x="0" y="29383"/>
                </a:moveTo>
                <a:lnTo>
                  <a:pt x="14379" y="51888"/>
                </a:lnTo>
                <a:lnTo>
                  <a:pt x="21881" y="44386"/>
                </a:lnTo>
                <a:lnTo>
                  <a:pt x="14379" y="33133"/>
                </a:lnTo>
                <a:lnTo>
                  <a:pt x="21881" y="25631"/>
                </a:lnTo>
                <a:lnTo>
                  <a:pt x="29383" y="36885"/>
                </a:lnTo>
                <a:lnTo>
                  <a:pt x="40635" y="33133"/>
                </a:lnTo>
                <a:lnTo>
                  <a:pt x="33133" y="21881"/>
                </a:lnTo>
                <a:lnTo>
                  <a:pt x="40635" y="14379"/>
                </a:lnTo>
                <a:lnTo>
                  <a:pt x="47512" y="29383"/>
                </a:lnTo>
                <a:lnTo>
                  <a:pt x="55014" y="21881"/>
                </a:lnTo>
                <a:lnTo>
                  <a:pt x="40635" y="0"/>
                </a:lnTo>
                <a:lnTo>
                  <a:pt x="0" y="29383"/>
                </a:lnTo>
                <a:lnTo>
                  <a:pt x="0" y="29383"/>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206500" y="685800"/>
            <a:ext cx="51264" cy="44386"/>
          </a:xfrm>
          <a:custGeom>
            <a:avLst/>
            <a:gdLst/>
            <a:ahLst/>
            <a:cxnLst/>
            <a:rect l="l" t="t" r="r" b="b"/>
            <a:pathLst>
              <a:path w="51264" h="44386">
                <a:moveTo>
                  <a:pt x="0" y="14796"/>
                </a:moveTo>
                <a:cubicBezTo>
                  <a:pt x="3661" y="25893"/>
                  <a:pt x="3661" y="25893"/>
                  <a:pt x="3661" y="25893"/>
                </a:cubicBezTo>
                <a:cubicBezTo>
                  <a:pt x="21970" y="18495"/>
                  <a:pt x="21970" y="18495"/>
                  <a:pt x="21970" y="18495"/>
                </a:cubicBezTo>
                <a:cubicBezTo>
                  <a:pt x="21970" y="22193"/>
                  <a:pt x="21970" y="22193"/>
                  <a:pt x="21970" y="22193"/>
                </a:cubicBezTo>
                <a:cubicBezTo>
                  <a:pt x="21970" y="22193"/>
                  <a:pt x="21970" y="25893"/>
                  <a:pt x="21970" y="25893"/>
                </a:cubicBezTo>
                <a:cubicBezTo>
                  <a:pt x="21970" y="25893"/>
                  <a:pt x="21970" y="25893"/>
                  <a:pt x="18308" y="29591"/>
                </a:cubicBezTo>
                <a:cubicBezTo>
                  <a:pt x="10986" y="29591"/>
                  <a:pt x="10986" y="29591"/>
                  <a:pt x="10986" y="29591"/>
                </a:cubicBezTo>
                <a:cubicBezTo>
                  <a:pt x="7323" y="33291"/>
                  <a:pt x="7323" y="33291"/>
                  <a:pt x="7323" y="33291"/>
                </a:cubicBezTo>
                <a:cubicBezTo>
                  <a:pt x="7323" y="33291"/>
                  <a:pt x="7323" y="33291"/>
                  <a:pt x="7323" y="36989"/>
                </a:cubicBezTo>
                <a:cubicBezTo>
                  <a:pt x="10986" y="44386"/>
                  <a:pt x="10986" y="44386"/>
                  <a:pt x="10986" y="44386"/>
                </a:cubicBezTo>
                <a:cubicBezTo>
                  <a:pt x="10986" y="44386"/>
                  <a:pt x="10986" y="44386"/>
                  <a:pt x="10986" y="44386"/>
                </a:cubicBezTo>
                <a:cubicBezTo>
                  <a:pt x="10986" y="44386"/>
                  <a:pt x="10986" y="44386"/>
                  <a:pt x="10986" y="44386"/>
                </a:cubicBezTo>
                <a:cubicBezTo>
                  <a:pt x="10986" y="44386"/>
                  <a:pt x="14647" y="40688"/>
                  <a:pt x="14647" y="40688"/>
                </a:cubicBezTo>
                <a:cubicBezTo>
                  <a:pt x="25631" y="36989"/>
                  <a:pt x="25631" y="36989"/>
                  <a:pt x="25631" y="36989"/>
                </a:cubicBezTo>
                <a:cubicBezTo>
                  <a:pt x="25631" y="36989"/>
                  <a:pt x="29293" y="36989"/>
                  <a:pt x="29293" y="33291"/>
                </a:cubicBezTo>
                <a:cubicBezTo>
                  <a:pt x="29293" y="33291"/>
                  <a:pt x="29293" y="33291"/>
                  <a:pt x="29293" y="29591"/>
                </a:cubicBezTo>
                <a:cubicBezTo>
                  <a:pt x="32955" y="33291"/>
                  <a:pt x="32955" y="33291"/>
                  <a:pt x="36617" y="33291"/>
                </a:cubicBezTo>
                <a:cubicBezTo>
                  <a:pt x="36617" y="33291"/>
                  <a:pt x="40278" y="33291"/>
                  <a:pt x="43939" y="33291"/>
                </a:cubicBezTo>
                <a:cubicBezTo>
                  <a:pt x="47601" y="29591"/>
                  <a:pt x="51264" y="29591"/>
                  <a:pt x="51264" y="25893"/>
                </a:cubicBezTo>
                <a:cubicBezTo>
                  <a:pt x="51264" y="22193"/>
                  <a:pt x="51264" y="18495"/>
                  <a:pt x="51264" y="14796"/>
                </a:cubicBezTo>
                <a:cubicBezTo>
                  <a:pt x="43939" y="0"/>
                  <a:pt x="43939" y="0"/>
                  <a:pt x="43939" y="0"/>
                </a:cubicBezTo>
                <a:cubicBezTo>
                  <a:pt x="0" y="14796"/>
                  <a:pt x="0" y="14796"/>
                  <a:pt x="0" y="14796"/>
                </a:cubicBezTo>
                <a:close/>
                <a:moveTo>
                  <a:pt x="29293" y="18495"/>
                </a:moveTo>
                <a:cubicBezTo>
                  <a:pt x="40278" y="11097"/>
                  <a:pt x="40278" y="11097"/>
                  <a:pt x="40278" y="11097"/>
                </a:cubicBezTo>
                <a:cubicBezTo>
                  <a:pt x="40278" y="14796"/>
                  <a:pt x="40278" y="14796"/>
                  <a:pt x="40278" y="18495"/>
                </a:cubicBezTo>
                <a:cubicBezTo>
                  <a:pt x="40278" y="18495"/>
                  <a:pt x="40278" y="18495"/>
                  <a:pt x="36617" y="22193"/>
                </a:cubicBezTo>
                <a:cubicBezTo>
                  <a:pt x="36617" y="22193"/>
                  <a:pt x="36617" y="22193"/>
                  <a:pt x="36617" y="22193"/>
                </a:cubicBezTo>
                <a:cubicBezTo>
                  <a:pt x="32955" y="22193"/>
                  <a:pt x="32955" y="22193"/>
                  <a:pt x="32955" y="22193"/>
                </a:cubicBezTo>
                <a:cubicBezTo>
                  <a:pt x="29293" y="22193"/>
                  <a:pt x="29293" y="18495"/>
                  <a:pt x="29293" y="18495"/>
                </a:cubicBezTo>
                <a:cubicBezTo>
                  <a:pt x="29293" y="18495"/>
                  <a:pt x="29293" y="18495"/>
                  <a:pt x="29293" y="18495"/>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219200" y="762000"/>
            <a:ext cx="48137" cy="29383"/>
          </a:xfrm>
          <a:custGeom>
            <a:avLst/>
            <a:gdLst/>
            <a:ahLst/>
            <a:cxnLst/>
            <a:rect l="l" t="t" r="r" b="b"/>
            <a:pathLst>
              <a:path w="48137" h="29383">
                <a:moveTo>
                  <a:pt x="14812" y="0"/>
                </a:moveTo>
                <a:cubicBezTo>
                  <a:pt x="14812" y="0"/>
                  <a:pt x="14812" y="0"/>
                  <a:pt x="14812" y="0"/>
                </a:cubicBezTo>
                <a:cubicBezTo>
                  <a:pt x="14812" y="0"/>
                  <a:pt x="14812" y="0"/>
                  <a:pt x="14812" y="0"/>
                </a:cubicBezTo>
                <a:cubicBezTo>
                  <a:pt x="14812" y="0"/>
                  <a:pt x="14812" y="0"/>
                  <a:pt x="14812" y="0"/>
                </a:cubicBezTo>
                <a:cubicBezTo>
                  <a:pt x="14812" y="0"/>
                  <a:pt x="14812" y="0"/>
                  <a:pt x="14812" y="0"/>
                </a:cubicBezTo>
                <a:cubicBezTo>
                  <a:pt x="14812" y="0"/>
                  <a:pt x="14812" y="0"/>
                  <a:pt x="14812" y="0"/>
                </a:cubicBezTo>
                <a:cubicBezTo>
                  <a:pt x="11109" y="0"/>
                  <a:pt x="11109" y="0"/>
                  <a:pt x="11109" y="0"/>
                </a:cubicBezTo>
                <a:cubicBezTo>
                  <a:pt x="7405" y="0"/>
                  <a:pt x="3703" y="3673"/>
                  <a:pt x="3703" y="3673"/>
                </a:cubicBezTo>
                <a:cubicBezTo>
                  <a:pt x="0" y="7346"/>
                  <a:pt x="0" y="11019"/>
                  <a:pt x="0" y="14691"/>
                </a:cubicBezTo>
                <a:cubicBezTo>
                  <a:pt x="0" y="14691"/>
                  <a:pt x="0" y="14691"/>
                  <a:pt x="0" y="14691"/>
                </a:cubicBezTo>
                <a:cubicBezTo>
                  <a:pt x="0" y="18364"/>
                  <a:pt x="0" y="22037"/>
                  <a:pt x="3703" y="25710"/>
                </a:cubicBezTo>
                <a:cubicBezTo>
                  <a:pt x="3703" y="29383"/>
                  <a:pt x="7405" y="29383"/>
                  <a:pt x="14812" y="29383"/>
                </a:cubicBezTo>
                <a:cubicBezTo>
                  <a:pt x="14812" y="29383"/>
                  <a:pt x="14812" y="29383"/>
                  <a:pt x="14812" y="29383"/>
                </a:cubicBezTo>
                <a:cubicBezTo>
                  <a:pt x="18514" y="29383"/>
                  <a:pt x="22217" y="29383"/>
                  <a:pt x="25919" y="25710"/>
                </a:cubicBezTo>
                <a:cubicBezTo>
                  <a:pt x="25919" y="25710"/>
                  <a:pt x="29623" y="22037"/>
                  <a:pt x="29623" y="18364"/>
                </a:cubicBezTo>
                <a:cubicBezTo>
                  <a:pt x="29623" y="18364"/>
                  <a:pt x="29623" y="18364"/>
                  <a:pt x="29623" y="18364"/>
                </a:cubicBezTo>
                <a:cubicBezTo>
                  <a:pt x="29623" y="18364"/>
                  <a:pt x="29623" y="14691"/>
                  <a:pt x="29623" y="14691"/>
                </a:cubicBezTo>
                <a:cubicBezTo>
                  <a:pt x="33326" y="14691"/>
                  <a:pt x="33326" y="14691"/>
                  <a:pt x="33326" y="11019"/>
                </a:cubicBezTo>
                <a:cubicBezTo>
                  <a:pt x="33326" y="11019"/>
                  <a:pt x="37028" y="11019"/>
                  <a:pt x="37028" y="11019"/>
                </a:cubicBezTo>
                <a:cubicBezTo>
                  <a:pt x="37028" y="11019"/>
                  <a:pt x="40731" y="11019"/>
                  <a:pt x="40731" y="11019"/>
                </a:cubicBezTo>
                <a:cubicBezTo>
                  <a:pt x="40731" y="11019"/>
                  <a:pt x="40731" y="11019"/>
                  <a:pt x="40731" y="14691"/>
                </a:cubicBezTo>
                <a:cubicBezTo>
                  <a:pt x="40731" y="14691"/>
                  <a:pt x="40731" y="14691"/>
                  <a:pt x="40731" y="14691"/>
                </a:cubicBezTo>
                <a:cubicBezTo>
                  <a:pt x="40731" y="14691"/>
                  <a:pt x="40731" y="14691"/>
                  <a:pt x="40731" y="14691"/>
                </a:cubicBezTo>
                <a:cubicBezTo>
                  <a:pt x="40731" y="14691"/>
                  <a:pt x="40731" y="14691"/>
                  <a:pt x="40731" y="14691"/>
                </a:cubicBezTo>
                <a:cubicBezTo>
                  <a:pt x="40731" y="14691"/>
                  <a:pt x="40731" y="14691"/>
                  <a:pt x="40731" y="14691"/>
                </a:cubicBezTo>
                <a:cubicBezTo>
                  <a:pt x="40731" y="14691"/>
                  <a:pt x="40731" y="14691"/>
                  <a:pt x="40731" y="18364"/>
                </a:cubicBezTo>
                <a:cubicBezTo>
                  <a:pt x="37028" y="18364"/>
                  <a:pt x="37028" y="18364"/>
                  <a:pt x="37028" y="18364"/>
                </a:cubicBezTo>
                <a:cubicBezTo>
                  <a:pt x="33326" y="18364"/>
                  <a:pt x="33326" y="18364"/>
                  <a:pt x="33326" y="18364"/>
                </a:cubicBezTo>
                <a:cubicBezTo>
                  <a:pt x="33326" y="29383"/>
                  <a:pt x="33326" y="29383"/>
                  <a:pt x="33326" y="29383"/>
                </a:cubicBezTo>
                <a:cubicBezTo>
                  <a:pt x="37028" y="29383"/>
                  <a:pt x="37028" y="29383"/>
                  <a:pt x="37028" y="29383"/>
                </a:cubicBezTo>
                <a:cubicBezTo>
                  <a:pt x="40731" y="29383"/>
                  <a:pt x="44435" y="25710"/>
                  <a:pt x="48137" y="22037"/>
                </a:cubicBezTo>
                <a:cubicBezTo>
                  <a:pt x="48137" y="18364"/>
                  <a:pt x="48137" y="14691"/>
                  <a:pt x="48137" y="11019"/>
                </a:cubicBezTo>
                <a:cubicBezTo>
                  <a:pt x="48137" y="7346"/>
                  <a:pt x="48137" y="7346"/>
                  <a:pt x="44435" y="3673"/>
                </a:cubicBezTo>
                <a:cubicBezTo>
                  <a:pt x="44435" y="0"/>
                  <a:pt x="40731" y="0"/>
                  <a:pt x="37028" y="0"/>
                </a:cubicBezTo>
                <a:cubicBezTo>
                  <a:pt x="37028" y="0"/>
                  <a:pt x="37028" y="0"/>
                  <a:pt x="37028" y="0"/>
                </a:cubicBezTo>
                <a:cubicBezTo>
                  <a:pt x="37028" y="0"/>
                  <a:pt x="37028" y="0"/>
                  <a:pt x="37028" y="0"/>
                </a:cubicBezTo>
                <a:cubicBezTo>
                  <a:pt x="37028" y="0"/>
                  <a:pt x="37028" y="0"/>
                  <a:pt x="37028" y="0"/>
                </a:cubicBezTo>
                <a:cubicBezTo>
                  <a:pt x="37028" y="0"/>
                  <a:pt x="37028" y="0"/>
                  <a:pt x="37028" y="0"/>
                </a:cubicBezTo>
                <a:cubicBezTo>
                  <a:pt x="37028" y="0"/>
                  <a:pt x="37028" y="0"/>
                  <a:pt x="33326" y="0"/>
                </a:cubicBezTo>
                <a:cubicBezTo>
                  <a:pt x="33326" y="0"/>
                  <a:pt x="33326" y="0"/>
                  <a:pt x="33326" y="0"/>
                </a:cubicBezTo>
                <a:cubicBezTo>
                  <a:pt x="29623" y="0"/>
                  <a:pt x="29623" y="0"/>
                  <a:pt x="25919" y="3673"/>
                </a:cubicBezTo>
                <a:cubicBezTo>
                  <a:pt x="25919" y="3673"/>
                  <a:pt x="22217" y="7346"/>
                  <a:pt x="22217" y="11019"/>
                </a:cubicBezTo>
                <a:cubicBezTo>
                  <a:pt x="22217" y="11019"/>
                  <a:pt x="18514" y="11019"/>
                  <a:pt x="18514" y="11019"/>
                </a:cubicBezTo>
                <a:cubicBezTo>
                  <a:pt x="18514" y="14691"/>
                  <a:pt x="18514" y="14691"/>
                  <a:pt x="18514" y="14691"/>
                </a:cubicBezTo>
                <a:cubicBezTo>
                  <a:pt x="18514" y="14691"/>
                  <a:pt x="18514" y="18364"/>
                  <a:pt x="14812" y="18364"/>
                </a:cubicBezTo>
                <a:cubicBezTo>
                  <a:pt x="14812" y="18364"/>
                  <a:pt x="14812" y="18364"/>
                  <a:pt x="11109" y="18364"/>
                </a:cubicBezTo>
                <a:cubicBezTo>
                  <a:pt x="11109" y="18364"/>
                  <a:pt x="11109" y="18364"/>
                  <a:pt x="11109" y="18364"/>
                </a:cubicBezTo>
                <a:cubicBezTo>
                  <a:pt x="7405" y="18364"/>
                  <a:pt x="7405" y="18364"/>
                  <a:pt x="7405" y="18364"/>
                </a:cubicBezTo>
                <a:cubicBezTo>
                  <a:pt x="7405" y="18364"/>
                  <a:pt x="7405" y="18364"/>
                  <a:pt x="7405" y="14691"/>
                </a:cubicBezTo>
                <a:cubicBezTo>
                  <a:pt x="7405" y="14691"/>
                  <a:pt x="7405" y="14691"/>
                  <a:pt x="7405" y="14691"/>
                </a:cubicBezTo>
                <a:cubicBezTo>
                  <a:pt x="7405" y="14691"/>
                  <a:pt x="7405" y="14691"/>
                  <a:pt x="7405" y="14691"/>
                </a:cubicBezTo>
                <a:cubicBezTo>
                  <a:pt x="7405" y="14691"/>
                  <a:pt x="7405" y="14691"/>
                  <a:pt x="7405" y="14691"/>
                </a:cubicBezTo>
                <a:cubicBezTo>
                  <a:pt x="7405" y="14691"/>
                  <a:pt x="7405" y="14691"/>
                  <a:pt x="7405" y="14691"/>
                </a:cubicBezTo>
                <a:cubicBezTo>
                  <a:pt x="11109" y="11019"/>
                  <a:pt x="11109" y="11019"/>
                  <a:pt x="14812" y="11019"/>
                </a:cubicBezTo>
                <a:cubicBezTo>
                  <a:pt x="14812" y="11019"/>
                  <a:pt x="14812" y="11019"/>
                  <a:pt x="14812" y="11019"/>
                </a:cubicBezTo>
                <a:cubicBezTo>
                  <a:pt x="14812" y="11019"/>
                  <a:pt x="14812" y="11019"/>
                  <a:pt x="14812" y="11019"/>
                </a:cubicBezTo>
                <a:cubicBezTo>
                  <a:pt x="14812" y="11019"/>
                  <a:pt x="14812" y="11019"/>
                  <a:pt x="14812" y="11019"/>
                </a:cubicBezTo>
                <a:cubicBezTo>
                  <a:pt x="14812" y="11019"/>
                  <a:pt x="14812" y="11019"/>
                  <a:pt x="14812" y="11019"/>
                </a:cubicBezTo>
                <a:cubicBezTo>
                  <a:pt x="14812" y="11019"/>
                  <a:pt x="14812" y="11019"/>
                  <a:pt x="14812" y="11019"/>
                </a:cubicBezTo>
                <a:cubicBezTo>
                  <a:pt x="14812" y="11019"/>
                  <a:pt x="14812" y="11019"/>
                  <a:pt x="14812" y="11019"/>
                </a:cubicBezTo>
                <a:cubicBezTo>
                  <a:pt x="14812" y="0"/>
                  <a:pt x="14812" y="0"/>
                  <a:pt x="14812"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219200" y="825500"/>
            <a:ext cx="51888" cy="18131"/>
          </a:xfrm>
          <a:custGeom>
            <a:avLst/>
            <a:gdLst/>
            <a:ahLst/>
            <a:cxnLst/>
            <a:rect l="l" t="t" r="r" b="b"/>
            <a:pathLst>
              <a:path w="51888" h="18131">
                <a:moveTo>
                  <a:pt x="3750" y="0"/>
                </a:moveTo>
                <a:lnTo>
                  <a:pt x="0" y="10627"/>
                </a:lnTo>
                <a:lnTo>
                  <a:pt x="48137" y="18131"/>
                </a:lnTo>
                <a:lnTo>
                  <a:pt x="51888" y="6877"/>
                </a:lnTo>
                <a:lnTo>
                  <a:pt x="3750" y="0"/>
                </a:lnTo>
                <a:lnTo>
                  <a:pt x="375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206500" y="889000"/>
            <a:ext cx="51264" cy="36885"/>
          </a:xfrm>
          <a:custGeom>
            <a:avLst/>
            <a:gdLst/>
            <a:ahLst/>
            <a:cxnLst/>
            <a:rect l="l" t="t" r="r" b="b"/>
            <a:pathLst>
              <a:path w="51264" h="36885">
                <a:moveTo>
                  <a:pt x="3752" y="0"/>
                </a:moveTo>
                <a:lnTo>
                  <a:pt x="0" y="11253"/>
                </a:lnTo>
                <a:lnTo>
                  <a:pt x="36885" y="25632"/>
                </a:lnTo>
                <a:lnTo>
                  <a:pt x="33133" y="33134"/>
                </a:lnTo>
                <a:lnTo>
                  <a:pt x="43762" y="36885"/>
                </a:lnTo>
                <a:lnTo>
                  <a:pt x="51264" y="11253"/>
                </a:lnTo>
                <a:lnTo>
                  <a:pt x="43762" y="7502"/>
                </a:lnTo>
                <a:lnTo>
                  <a:pt x="40635" y="15004"/>
                </a:lnTo>
                <a:lnTo>
                  <a:pt x="3752" y="0"/>
                </a:lnTo>
                <a:lnTo>
                  <a:pt x="3752"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168400" y="952500"/>
            <a:ext cx="51264" cy="44387"/>
          </a:xfrm>
          <a:custGeom>
            <a:avLst/>
            <a:gdLst/>
            <a:ahLst/>
            <a:cxnLst/>
            <a:rect l="l" t="t" r="r" b="b"/>
            <a:pathLst>
              <a:path w="51264" h="44387">
                <a:moveTo>
                  <a:pt x="3752" y="0"/>
                </a:moveTo>
                <a:lnTo>
                  <a:pt x="0" y="7502"/>
                </a:lnTo>
                <a:lnTo>
                  <a:pt x="14379" y="22506"/>
                </a:lnTo>
                <a:lnTo>
                  <a:pt x="33133" y="44386"/>
                </a:lnTo>
                <a:lnTo>
                  <a:pt x="36885" y="36885"/>
                </a:lnTo>
                <a:lnTo>
                  <a:pt x="29383" y="22506"/>
                </a:lnTo>
                <a:lnTo>
                  <a:pt x="43762" y="26257"/>
                </a:lnTo>
                <a:lnTo>
                  <a:pt x="51264" y="15004"/>
                </a:lnTo>
                <a:lnTo>
                  <a:pt x="21881" y="11253"/>
                </a:lnTo>
                <a:lnTo>
                  <a:pt x="3752" y="0"/>
                </a:lnTo>
                <a:lnTo>
                  <a:pt x="3752"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9" name="Freeform 59"/>
          <p:cNvSpPr/>
          <p:nvPr/>
        </p:nvSpPr>
        <p:spPr>
          <a:xfrm>
            <a:off x="723900" y="977900"/>
            <a:ext cx="18131" cy="18131"/>
          </a:xfrm>
          <a:custGeom>
            <a:avLst/>
            <a:gdLst/>
            <a:ahLst/>
            <a:cxnLst/>
            <a:rect l="l" t="t" r="r" b="b"/>
            <a:pathLst>
              <a:path w="18131" h="18131">
                <a:moveTo>
                  <a:pt x="3752" y="18131"/>
                </a:moveTo>
                <a:lnTo>
                  <a:pt x="0" y="10627"/>
                </a:lnTo>
                <a:lnTo>
                  <a:pt x="3752" y="0"/>
                </a:lnTo>
                <a:lnTo>
                  <a:pt x="11253" y="0"/>
                </a:lnTo>
                <a:lnTo>
                  <a:pt x="18131" y="10627"/>
                </a:lnTo>
                <a:lnTo>
                  <a:pt x="11253" y="18131"/>
                </a:lnTo>
                <a:lnTo>
                  <a:pt x="3752" y="18131"/>
                </a:lnTo>
                <a:lnTo>
                  <a:pt x="3752" y="18131"/>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0" name="Freeform 60"/>
          <p:cNvSpPr/>
          <p:nvPr/>
        </p:nvSpPr>
        <p:spPr>
          <a:xfrm>
            <a:off x="1168400" y="977900"/>
            <a:ext cx="18131" cy="18131"/>
          </a:xfrm>
          <a:custGeom>
            <a:avLst/>
            <a:gdLst/>
            <a:ahLst/>
            <a:cxnLst/>
            <a:rect l="l" t="t" r="r" b="b"/>
            <a:pathLst>
              <a:path w="18131" h="18131">
                <a:moveTo>
                  <a:pt x="3752" y="18131"/>
                </a:moveTo>
                <a:lnTo>
                  <a:pt x="0" y="10627"/>
                </a:lnTo>
                <a:lnTo>
                  <a:pt x="3752" y="0"/>
                </a:lnTo>
                <a:lnTo>
                  <a:pt x="14379" y="0"/>
                </a:lnTo>
                <a:lnTo>
                  <a:pt x="18131" y="10627"/>
                </a:lnTo>
                <a:lnTo>
                  <a:pt x="14379" y="18131"/>
                </a:lnTo>
                <a:lnTo>
                  <a:pt x="3752" y="18131"/>
                </a:lnTo>
                <a:lnTo>
                  <a:pt x="3752" y="18131"/>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1" name="Freeform 61"/>
          <p:cNvSpPr/>
          <p:nvPr/>
        </p:nvSpPr>
        <p:spPr>
          <a:xfrm>
            <a:off x="889000" y="952500"/>
            <a:ext cx="18131" cy="44387"/>
          </a:xfrm>
          <a:custGeom>
            <a:avLst/>
            <a:gdLst/>
            <a:ahLst/>
            <a:cxnLst/>
            <a:rect l="l" t="t" r="r" b="b"/>
            <a:pathLst>
              <a:path w="18131" h="44387">
                <a:moveTo>
                  <a:pt x="18131" y="0"/>
                </a:moveTo>
                <a:cubicBezTo>
                  <a:pt x="18131" y="44386"/>
                  <a:pt x="18131" y="44386"/>
                  <a:pt x="18131" y="44386"/>
                </a:cubicBezTo>
                <a:cubicBezTo>
                  <a:pt x="7252" y="44386"/>
                  <a:pt x="7252" y="44386"/>
                  <a:pt x="7252" y="44386"/>
                </a:cubicBezTo>
                <a:cubicBezTo>
                  <a:pt x="7252" y="18495"/>
                  <a:pt x="7252" y="18495"/>
                  <a:pt x="7252" y="18495"/>
                </a:cubicBezTo>
                <a:cubicBezTo>
                  <a:pt x="7252" y="14796"/>
                  <a:pt x="7252" y="14796"/>
                  <a:pt x="7252" y="14796"/>
                </a:cubicBezTo>
                <a:cubicBezTo>
                  <a:pt x="7252" y="14796"/>
                  <a:pt x="7252" y="11097"/>
                  <a:pt x="3626" y="11097"/>
                </a:cubicBezTo>
                <a:cubicBezTo>
                  <a:pt x="3626" y="11097"/>
                  <a:pt x="3626" y="11097"/>
                  <a:pt x="0" y="11097"/>
                </a:cubicBezTo>
                <a:cubicBezTo>
                  <a:pt x="0" y="11097"/>
                  <a:pt x="0" y="11097"/>
                  <a:pt x="0" y="11097"/>
                </a:cubicBezTo>
                <a:cubicBezTo>
                  <a:pt x="0" y="7398"/>
                  <a:pt x="0" y="7398"/>
                  <a:pt x="0" y="7398"/>
                </a:cubicBezTo>
                <a:cubicBezTo>
                  <a:pt x="3626" y="3700"/>
                  <a:pt x="7252" y="3700"/>
                  <a:pt x="10878" y="0"/>
                </a:cubicBezTo>
                <a:cubicBezTo>
                  <a:pt x="18131" y="0"/>
                  <a:pt x="18131" y="0"/>
                  <a:pt x="18131"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2" name="Freeform 62"/>
          <p:cNvSpPr/>
          <p:nvPr/>
        </p:nvSpPr>
        <p:spPr>
          <a:xfrm>
            <a:off x="914400" y="952500"/>
            <a:ext cx="25632" cy="44387"/>
          </a:xfrm>
          <a:custGeom>
            <a:avLst/>
            <a:gdLst/>
            <a:ahLst/>
            <a:cxnLst/>
            <a:rect l="l" t="t" r="r" b="b"/>
            <a:pathLst>
              <a:path w="25632" h="44387">
                <a:moveTo>
                  <a:pt x="10985" y="18495"/>
                </a:moveTo>
                <a:cubicBezTo>
                  <a:pt x="10985" y="18495"/>
                  <a:pt x="10985" y="22193"/>
                  <a:pt x="10985" y="22193"/>
                </a:cubicBezTo>
                <a:cubicBezTo>
                  <a:pt x="10985" y="22193"/>
                  <a:pt x="14647" y="22193"/>
                  <a:pt x="14647" y="22193"/>
                </a:cubicBezTo>
                <a:cubicBezTo>
                  <a:pt x="14647" y="22193"/>
                  <a:pt x="14647" y="22193"/>
                  <a:pt x="14647" y="22193"/>
                </a:cubicBezTo>
                <a:cubicBezTo>
                  <a:pt x="14647" y="22193"/>
                  <a:pt x="14647" y="18495"/>
                  <a:pt x="14647" y="18495"/>
                </a:cubicBezTo>
                <a:cubicBezTo>
                  <a:pt x="14647" y="11097"/>
                  <a:pt x="14647" y="11097"/>
                  <a:pt x="14647" y="11097"/>
                </a:cubicBezTo>
                <a:cubicBezTo>
                  <a:pt x="14647" y="7398"/>
                  <a:pt x="14647" y="7398"/>
                  <a:pt x="14647" y="7398"/>
                </a:cubicBezTo>
                <a:cubicBezTo>
                  <a:pt x="14647" y="7398"/>
                  <a:pt x="14647" y="3700"/>
                  <a:pt x="14647" y="3700"/>
                </a:cubicBezTo>
                <a:cubicBezTo>
                  <a:pt x="14647" y="3700"/>
                  <a:pt x="10985" y="7398"/>
                  <a:pt x="10985" y="7398"/>
                </a:cubicBezTo>
                <a:cubicBezTo>
                  <a:pt x="10985" y="7398"/>
                  <a:pt x="10985" y="7398"/>
                  <a:pt x="10985" y="11097"/>
                </a:cubicBezTo>
                <a:cubicBezTo>
                  <a:pt x="10985" y="18495"/>
                  <a:pt x="10985" y="18495"/>
                  <a:pt x="10985" y="18495"/>
                </a:cubicBezTo>
                <a:close/>
                <a:moveTo>
                  <a:pt x="0" y="33291"/>
                </a:moveTo>
                <a:cubicBezTo>
                  <a:pt x="10985" y="33291"/>
                  <a:pt x="10985" y="33291"/>
                  <a:pt x="10985" y="33291"/>
                </a:cubicBezTo>
                <a:cubicBezTo>
                  <a:pt x="10985" y="33291"/>
                  <a:pt x="10985" y="36989"/>
                  <a:pt x="10985" y="36989"/>
                </a:cubicBezTo>
                <a:cubicBezTo>
                  <a:pt x="10985" y="36989"/>
                  <a:pt x="10985" y="36989"/>
                  <a:pt x="10985" y="36989"/>
                </a:cubicBezTo>
                <a:cubicBezTo>
                  <a:pt x="10985" y="36989"/>
                  <a:pt x="14647" y="36989"/>
                  <a:pt x="14647" y="36989"/>
                </a:cubicBezTo>
                <a:cubicBezTo>
                  <a:pt x="14647" y="36989"/>
                  <a:pt x="14647" y="36989"/>
                  <a:pt x="14647" y="36989"/>
                </a:cubicBezTo>
                <a:cubicBezTo>
                  <a:pt x="14647" y="36989"/>
                  <a:pt x="14647" y="36989"/>
                  <a:pt x="14647" y="36989"/>
                </a:cubicBezTo>
                <a:cubicBezTo>
                  <a:pt x="14647" y="36989"/>
                  <a:pt x="14647" y="33291"/>
                  <a:pt x="14647" y="33291"/>
                </a:cubicBezTo>
                <a:cubicBezTo>
                  <a:pt x="14647" y="25893"/>
                  <a:pt x="14647" y="25893"/>
                  <a:pt x="14647" y="25893"/>
                </a:cubicBezTo>
                <a:cubicBezTo>
                  <a:pt x="14647" y="25893"/>
                  <a:pt x="14647" y="25893"/>
                  <a:pt x="14647" y="29591"/>
                </a:cubicBezTo>
                <a:cubicBezTo>
                  <a:pt x="10985" y="29591"/>
                  <a:pt x="10985" y="29591"/>
                  <a:pt x="10985" y="29591"/>
                </a:cubicBezTo>
                <a:cubicBezTo>
                  <a:pt x="7323" y="29591"/>
                  <a:pt x="7323" y="29591"/>
                  <a:pt x="3661" y="25893"/>
                </a:cubicBezTo>
                <a:cubicBezTo>
                  <a:pt x="3661" y="25893"/>
                  <a:pt x="0" y="25893"/>
                  <a:pt x="0" y="22193"/>
                </a:cubicBezTo>
                <a:cubicBezTo>
                  <a:pt x="0" y="22193"/>
                  <a:pt x="0" y="18495"/>
                  <a:pt x="0" y="18495"/>
                </a:cubicBezTo>
                <a:cubicBezTo>
                  <a:pt x="0" y="14796"/>
                  <a:pt x="0" y="14796"/>
                  <a:pt x="0" y="14796"/>
                </a:cubicBezTo>
                <a:cubicBezTo>
                  <a:pt x="0" y="11097"/>
                  <a:pt x="0" y="7398"/>
                  <a:pt x="0" y="7398"/>
                </a:cubicBezTo>
                <a:cubicBezTo>
                  <a:pt x="0" y="3700"/>
                  <a:pt x="0" y="3700"/>
                  <a:pt x="3661" y="3700"/>
                </a:cubicBezTo>
                <a:cubicBezTo>
                  <a:pt x="3661" y="0"/>
                  <a:pt x="3661" y="0"/>
                  <a:pt x="7323" y="0"/>
                </a:cubicBezTo>
                <a:cubicBezTo>
                  <a:pt x="7323" y="0"/>
                  <a:pt x="10985" y="0"/>
                  <a:pt x="14647" y="0"/>
                </a:cubicBezTo>
                <a:cubicBezTo>
                  <a:pt x="14647" y="0"/>
                  <a:pt x="18308" y="0"/>
                  <a:pt x="21970" y="0"/>
                </a:cubicBezTo>
                <a:cubicBezTo>
                  <a:pt x="21970" y="0"/>
                  <a:pt x="21970" y="0"/>
                  <a:pt x="25632" y="3700"/>
                </a:cubicBezTo>
                <a:cubicBezTo>
                  <a:pt x="25632" y="3700"/>
                  <a:pt x="25632" y="7398"/>
                  <a:pt x="25632" y="7398"/>
                </a:cubicBezTo>
                <a:cubicBezTo>
                  <a:pt x="25632" y="11097"/>
                  <a:pt x="25632" y="14796"/>
                  <a:pt x="25632" y="18495"/>
                </a:cubicBezTo>
                <a:cubicBezTo>
                  <a:pt x="25632" y="25893"/>
                  <a:pt x="25632" y="25893"/>
                  <a:pt x="25632" y="25893"/>
                </a:cubicBezTo>
                <a:cubicBezTo>
                  <a:pt x="25632" y="29591"/>
                  <a:pt x="25632" y="33291"/>
                  <a:pt x="25632" y="33291"/>
                </a:cubicBezTo>
                <a:cubicBezTo>
                  <a:pt x="25632" y="36989"/>
                  <a:pt x="25632" y="36989"/>
                  <a:pt x="25632" y="40688"/>
                </a:cubicBezTo>
                <a:cubicBezTo>
                  <a:pt x="21970" y="40688"/>
                  <a:pt x="21970" y="44386"/>
                  <a:pt x="21970" y="44386"/>
                </a:cubicBezTo>
                <a:cubicBezTo>
                  <a:pt x="18308" y="44386"/>
                  <a:pt x="14647" y="44386"/>
                  <a:pt x="14647" y="44386"/>
                </a:cubicBezTo>
                <a:cubicBezTo>
                  <a:pt x="10985" y="44386"/>
                  <a:pt x="7323" y="44386"/>
                  <a:pt x="7323" y="44386"/>
                </a:cubicBezTo>
                <a:cubicBezTo>
                  <a:pt x="3661" y="40688"/>
                  <a:pt x="3661" y="40688"/>
                  <a:pt x="0" y="40688"/>
                </a:cubicBezTo>
                <a:cubicBezTo>
                  <a:pt x="0" y="36989"/>
                  <a:pt x="0" y="33291"/>
                  <a:pt x="0" y="33291"/>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3" name="Freeform 63"/>
          <p:cNvSpPr/>
          <p:nvPr/>
        </p:nvSpPr>
        <p:spPr>
          <a:xfrm>
            <a:off x="952500" y="952500"/>
            <a:ext cx="26257" cy="44387"/>
          </a:xfrm>
          <a:custGeom>
            <a:avLst/>
            <a:gdLst/>
            <a:ahLst/>
            <a:cxnLst/>
            <a:rect l="l" t="t" r="r" b="b"/>
            <a:pathLst>
              <a:path w="26257" h="44387">
                <a:moveTo>
                  <a:pt x="26257" y="36989"/>
                </a:moveTo>
                <a:cubicBezTo>
                  <a:pt x="26257" y="44386"/>
                  <a:pt x="26257" y="44386"/>
                  <a:pt x="26257" y="44386"/>
                </a:cubicBezTo>
                <a:cubicBezTo>
                  <a:pt x="0" y="44386"/>
                  <a:pt x="0" y="44386"/>
                  <a:pt x="0" y="44386"/>
                </a:cubicBezTo>
                <a:cubicBezTo>
                  <a:pt x="0" y="36989"/>
                  <a:pt x="0" y="36989"/>
                  <a:pt x="0" y="36989"/>
                </a:cubicBezTo>
                <a:cubicBezTo>
                  <a:pt x="7502" y="25893"/>
                  <a:pt x="11253" y="18495"/>
                  <a:pt x="15004" y="14796"/>
                </a:cubicBezTo>
                <a:cubicBezTo>
                  <a:pt x="15004" y="11097"/>
                  <a:pt x="15004" y="11097"/>
                  <a:pt x="15004" y="7398"/>
                </a:cubicBezTo>
                <a:cubicBezTo>
                  <a:pt x="15004" y="7398"/>
                  <a:pt x="15004" y="7398"/>
                  <a:pt x="15004" y="7398"/>
                </a:cubicBezTo>
                <a:cubicBezTo>
                  <a:pt x="15004" y="7398"/>
                  <a:pt x="15004" y="3700"/>
                  <a:pt x="15004" y="3700"/>
                </a:cubicBezTo>
                <a:cubicBezTo>
                  <a:pt x="11253" y="3700"/>
                  <a:pt x="11253" y="7398"/>
                  <a:pt x="11253" y="7398"/>
                </a:cubicBezTo>
                <a:cubicBezTo>
                  <a:pt x="11253" y="7398"/>
                  <a:pt x="11253" y="7398"/>
                  <a:pt x="11253" y="11097"/>
                </a:cubicBezTo>
                <a:cubicBezTo>
                  <a:pt x="11253" y="14796"/>
                  <a:pt x="11253" y="14796"/>
                  <a:pt x="11253" y="14796"/>
                </a:cubicBezTo>
                <a:cubicBezTo>
                  <a:pt x="0" y="14796"/>
                  <a:pt x="0" y="14796"/>
                  <a:pt x="0" y="14796"/>
                </a:cubicBezTo>
                <a:cubicBezTo>
                  <a:pt x="0" y="11097"/>
                  <a:pt x="0" y="11097"/>
                  <a:pt x="0" y="11097"/>
                </a:cubicBezTo>
                <a:cubicBezTo>
                  <a:pt x="0" y="11097"/>
                  <a:pt x="0" y="7398"/>
                  <a:pt x="0" y="7398"/>
                </a:cubicBezTo>
                <a:cubicBezTo>
                  <a:pt x="0" y="3700"/>
                  <a:pt x="3752" y="3700"/>
                  <a:pt x="3752" y="3700"/>
                </a:cubicBezTo>
                <a:cubicBezTo>
                  <a:pt x="3752" y="0"/>
                  <a:pt x="7502" y="0"/>
                  <a:pt x="7502" y="0"/>
                </a:cubicBezTo>
                <a:cubicBezTo>
                  <a:pt x="7502" y="0"/>
                  <a:pt x="11253" y="0"/>
                  <a:pt x="15004" y="0"/>
                </a:cubicBezTo>
                <a:cubicBezTo>
                  <a:pt x="18755" y="0"/>
                  <a:pt x="22506" y="0"/>
                  <a:pt x="22506" y="0"/>
                </a:cubicBezTo>
                <a:cubicBezTo>
                  <a:pt x="26257" y="3700"/>
                  <a:pt x="26257" y="7398"/>
                  <a:pt x="26257" y="11097"/>
                </a:cubicBezTo>
                <a:cubicBezTo>
                  <a:pt x="26257" y="11097"/>
                  <a:pt x="26257" y="14796"/>
                  <a:pt x="26257" y="18495"/>
                </a:cubicBezTo>
                <a:cubicBezTo>
                  <a:pt x="22506" y="22193"/>
                  <a:pt x="18755" y="25893"/>
                  <a:pt x="15004" y="36989"/>
                </a:cubicBezTo>
                <a:cubicBezTo>
                  <a:pt x="26257" y="36989"/>
                  <a:pt x="26257" y="36989"/>
                  <a:pt x="26257" y="36989"/>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4" name="Freeform 64"/>
          <p:cNvSpPr/>
          <p:nvPr/>
        </p:nvSpPr>
        <p:spPr>
          <a:xfrm>
            <a:off x="1003300" y="952500"/>
            <a:ext cx="25632" cy="44387"/>
          </a:xfrm>
          <a:custGeom>
            <a:avLst/>
            <a:gdLst/>
            <a:ahLst/>
            <a:cxnLst/>
            <a:rect l="l" t="t" r="r" b="b"/>
            <a:pathLst>
              <a:path w="25632" h="44387">
                <a:moveTo>
                  <a:pt x="14647" y="11097"/>
                </a:moveTo>
                <a:cubicBezTo>
                  <a:pt x="14647" y="7398"/>
                  <a:pt x="14647" y="7398"/>
                  <a:pt x="14647" y="7398"/>
                </a:cubicBezTo>
                <a:cubicBezTo>
                  <a:pt x="14647" y="7398"/>
                  <a:pt x="14647" y="3700"/>
                  <a:pt x="14647" y="3700"/>
                </a:cubicBezTo>
                <a:cubicBezTo>
                  <a:pt x="10985" y="3700"/>
                  <a:pt x="10985" y="7398"/>
                  <a:pt x="10985" y="7398"/>
                </a:cubicBezTo>
                <a:cubicBezTo>
                  <a:pt x="10985" y="7398"/>
                  <a:pt x="10985" y="7398"/>
                  <a:pt x="10985" y="11097"/>
                </a:cubicBezTo>
                <a:cubicBezTo>
                  <a:pt x="10985" y="33291"/>
                  <a:pt x="10985" y="33291"/>
                  <a:pt x="10985" y="33291"/>
                </a:cubicBezTo>
                <a:cubicBezTo>
                  <a:pt x="10985" y="33291"/>
                  <a:pt x="10985" y="36989"/>
                  <a:pt x="10985" y="36989"/>
                </a:cubicBezTo>
                <a:cubicBezTo>
                  <a:pt x="10985" y="36989"/>
                  <a:pt x="10985" y="36989"/>
                  <a:pt x="14647" y="36989"/>
                </a:cubicBezTo>
                <a:cubicBezTo>
                  <a:pt x="14647" y="36989"/>
                  <a:pt x="14647" y="36989"/>
                  <a:pt x="14647" y="36989"/>
                </a:cubicBezTo>
                <a:cubicBezTo>
                  <a:pt x="14647" y="36989"/>
                  <a:pt x="14647" y="33291"/>
                  <a:pt x="14647" y="33291"/>
                </a:cubicBezTo>
                <a:cubicBezTo>
                  <a:pt x="14647" y="11097"/>
                  <a:pt x="14647" y="11097"/>
                  <a:pt x="14647" y="11097"/>
                </a:cubicBezTo>
                <a:close/>
                <a:moveTo>
                  <a:pt x="25632" y="14796"/>
                </a:moveTo>
                <a:cubicBezTo>
                  <a:pt x="25632" y="29591"/>
                  <a:pt x="25632" y="29591"/>
                  <a:pt x="25632" y="29591"/>
                </a:cubicBezTo>
                <a:cubicBezTo>
                  <a:pt x="25632" y="33291"/>
                  <a:pt x="25632" y="33291"/>
                  <a:pt x="25632" y="36989"/>
                </a:cubicBezTo>
                <a:cubicBezTo>
                  <a:pt x="25632" y="36989"/>
                  <a:pt x="25632" y="40688"/>
                  <a:pt x="21970" y="40688"/>
                </a:cubicBezTo>
                <a:cubicBezTo>
                  <a:pt x="21970" y="40688"/>
                  <a:pt x="21970" y="44386"/>
                  <a:pt x="18308" y="44386"/>
                </a:cubicBezTo>
                <a:cubicBezTo>
                  <a:pt x="18308" y="44386"/>
                  <a:pt x="14647" y="44386"/>
                  <a:pt x="14647" y="44386"/>
                </a:cubicBezTo>
                <a:cubicBezTo>
                  <a:pt x="10985" y="44386"/>
                  <a:pt x="7323" y="44386"/>
                  <a:pt x="7323" y="44386"/>
                </a:cubicBezTo>
                <a:cubicBezTo>
                  <a:pt x="7323" y="44386"/>
                  <a:pt x="3661" y="40688"/>
                  <a:pt x="3661" y="40688"/>
                </a:cubicBezTo>
                <a:cubicBezTo>
                  <a:pt x="3661" y="40688"/>
                  <a:pt x="0" y="36989"/>
                  <a:pt x="0" y="36989"/>
                </a:cubicBezTo>
                <a:cubicBezTo>
                  <a:pt x="0" y="36989"/>
                  <a:pt x="0" y="33291"/>
                  <a:pt x="0" y="29591"/>
                </a:cubicBezTo>
                <a:cubicBezTo>
                  <a:pt x="0" y="14796"/>
                  <a:pt x="0" y="14796"/>
                  <a:pt x="0" y="14796"/>
                </a:cubicBezTo>
                <a:cubicBezTo>
                  <a:pt x="0" y="11097"/>
                  <a:pt x="0" y="7398"/>
                  <a:pt x="0" y="3700"/>
                </a:cubicBezTo>
                <a:cubicBezTo>
                  <a:pt x="3661" y="3700"/>
                  <a:pt x="3661" y="0"/>
                  <a:pt x="7323" y="0"/>
                </a:cubicBezTo>
                <a:cubicBezTo>
                  <a:pt x="7323" y="0"/>
                  <a:pt x="10985" y="0"/>
                  <a:pt x="14647" y="0"/>
                </a:cubicBezTo>
                <a:cubicBezTo>
                  <a:pt x="14647" y="0"/>
                  <a:pt x="18308" y="0"/>
                  <a:pt x="18308" y="0"/>
                </a:cubicBezTo>
                <a:cubicBezTo>
                  <a:pt x="21970" y="0"/>
                  <a:pt x="21970" y="0"/>
                  <a:pt x="21970" y="3700"/>
                </a:cubicBezTo>
                <a:cubicBezTo>
                  <a:pt x="25632" y="3700"/>
                  <a:pt x="25632" y="3700"/>
                  <a:pt x="25632" y="7398"/>
                </a:cubicBezTo>
                <a:cubicBezTo>
                  <a:pt x="25632" y="7398"/>
                  <a:pt x="25632" y="11097"/>
                  <a:pt x="25632" y="1479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5" name="Freeform 65"/>
          <p:cNvSpPr/>
          <p:nvPr/>
        </p:nvSpPr>
        <p:spPr>
          <a:xfrm>
            <a:off x="762000" y="1016000"/>
            <a:ext cx="62516" cy="59390"/>
          </a:xfrm>
          <a:custGeom>
            <a:avLst/>
            <a:gdLst/>
            <a:ahLst/>
            <a:cxnLst/>
            <a:rect l="l" t="t" r="r" b="b"/>
            <a:pathLst>
              <a:path w="62516" h="59390">
                <a:moveTo>
                  <a:pt x="47807" y="37118"/>
                </a:moveTo>
                <a:cubicBezTo>
                  <a:pt x="47807" y="37118"/>
                  <a:pt x="44129" y="37118"/>
                  <a:pt x="44129" y="40830"/>
                </a:cubicBezTo>
                <a:cubicBezTo>
                  <a:pt x="44129" y="40830"/>
                  <a:pt x="47807" y="40830"/>
                  <a:pt x="47807" y="40830"/>
                </a:cubicBezTo>
                <a:cubicBezTo>
                  <a:pt x="47807" y="40830"/>
                  <a:pt x="47807" y="37118"/>
                  <a:pt x="47807" y="37118"/>
                </a:cubicBezTo>
                <a:cubicBezTo>
                  <a:pt x="47807" y="37118"/>
                  <a:pt x="47807" y="37118"/>
                  <a:pt x="47807" y="37118"/>
                </a:cubicBezTo>
                <a:close/>
                <a:moveTo>
                  <a:pt x="40452" y="14848"/>
                </a:moveTo>
                <a:cubicBezTo>
                  <a:pt x="40452" y="14848"/>
                  <a:pt x="36774" y="14848"/>
                  <a:pt x="36774" y="14848"/>
                </a:cubicBezTo>
                <a:cubicBezTo>
                  <a:pt x="36774" y="14848"/>
                  <a:pt x="36774" y="14848"/>
                  <a:pt x="36774" y="18560"/>
                </a:cubicBezTo>
                <a:cubicBezTo>
                  <a:pt x="36774" y="14848"/>
                  <a:pt x="36774" y="14848"/>
                  <a:pt x="36774" y="14848"/>
                </a:cubicBezTo>
                <a:cubicBezTo>
                  <a:pt x="36774" y="18560"/>
                  <a:pt x="33096" y="18560"/>
                  <a:pt x="33096" y="18560"/>
                </a:cubicBezTo>
                <a:cubicBezTo>
                  <a:pt x="36774" y="18560"/>
                  <a:pt x="36774" y="18560"/>
                  <a:pt x="36774" y="18560"/>
                </a:cubicBezTo>
                <a:cubicBezTo>
                  <a:pt x="40452" y="18560"/>
                  <a:pt x="36774" y="18560"/>
                  <a:pt x="40452" y="18560"/>
                </a:cubicBezTo>
                <a:cubicBezTo>
                  <a:pt x="40452" y="18560"/>
                  <a:pt x="40452" y="18560"/>
                  <a:pt x="40452" y="18560"/>
                </a:cubicBezTo>
                <a:cubicBezTo>
                  <a:pt x="40452" y="18560"/>
                  <a:pt x="40452" y="14848"/>
                  <a:pt x="40452" y="14848"/>
                </a:cubicBezTo>
                <a:cubicBezTo>
                  <a:pt x="40452" y="14848"/>
                  <a:pt x="40452" y="14848"/>
                  <a:pt x="40452" y="14848"/>
                </a:cubicBezTo>
                <a:close/>
                <a:moveTo>
                  <a:pt x="3678" y="14848"/>
                </a:moveTo>
                <a:cubicBezTo>
                  <a:pt x="3678" y="14848"/>
                  <a:pt x="3678" y="14848"/>
                  <a:pt x="3678" y="14848"/>
                </a:cubicBezTo>
                <a:cubicBezTo>
                  <a:pt x="3678" y="14848"/>
                  <a:pt x="3678" y="14848"/>
                  <a:pt x="3678" y="14848"/>
                </a:cubicBezTo>
                <a:cubicBezTo>
                  <a:pt x="3678" y="14848"/>
                  <a:pt x="7355" y="14848"/>
                  <a:pt x="7355" y="14848"/>
                </a:cubicBezTo>
                <a:cubicBezTo>
                  <a:pt x="7355" y="14848"/>
                  <a:pt x="7355" y="14848"/>
                  <a:pt x="7355" y="14848"/>
                </a:cubicBezTo>
                <a:cubicBezTo>
                  <a:pt x="7355" y="14848"/>
                  <a:pt x="7355" y="14848"/>
                  <a:pt x="11032" y="14848"/>
                </a:cubicBezTo>
                <a:cubicBezTo>
                  <a:pt x="11032" y="14848"/>
                  <a:pt x="11032" y="14848"/>
                  <a:pt x="11032" y="14848"/>
                </a:cubicBezTo>
                <a:cubicBezTo>
                  <a:pt x="14709" y="18560"/>
                  <a:pt x="14709" y="14848"/>
                  <a:pt x="14709" y="18560"/>
                </a:cubicBezTo>
                <a:cubicBezTo>
                  <a:pt x="18387" y="14848"/>
                  <a:pt x="18387" y="14848"/>
                  <a:pt x="18387" y="14848"/>
                </a:cubicBezTo>
                <a:cubicBezTo>
                  <a:pt x="18387" y="11135"/>
                  <a:pt x="18387" y="11135"/>
                  <a:pt x="18387" y="11135"/>
                </a:cubicBezTo>
                <a:cubicBezTo>
                  <a:pt x="18387" y="11135"/>
                  <a:pt x="18387" y="11135"/>
                  <a:pt x="18387" y="11135"/>
                </a:cubicBezTo>
                <a:cubicBezTo>
                  <a:pt x="18387" y="11135"/>
                  <a:pt x="18387" y="11135"/>
                  <a:pt x="18387" y="7423"/>
                </a:cubicBezTo>
                <a:cubicBezTo>
                  <a:pt x="18387" y="7423"/>
                  <a:pt x="18387" y="11135"/>
                  <a:pt x="18387" y="7423"/>
                </a:cubicBezTo>
                <a:cubicBezTo>
                  <a:pt x="22065" y="11135"/>
                  <a:pt x="22065" y="7423"/>
                  <a:pt x="22065" y="7423"/>
                </a:cubicBezTo>
                <a:cubicBezTo>
                  <a:pt x="22065" y="11135"/>
                  <a:pt x="22065" y="11135"/>
                  <a:pt x="22065" y="11135"/>
                </a:cubicBezTo>
                <a:cubicBezTo>
                  <a:pt x="25742" y="11135"/>
                  <a:pt x="25742" y="11135"/>
                  <a:pt x="25742" y="11135"/>
                </a:cubicBezTo>
                <a:cubicBezTo>
                  <a:pt x="25742" y="11135"/>
                  <a:pt x="25742" y="11135"/>
                  <a:pt x="25742" y="11135"/>
                </a:cubicBezTo>
                <a:cubicBezTo>
                  <a:pt x="25742" y="11135"/>
                  <a:pt x="25742" y="11135"/>
                  <a:pt x="25742" y="14848"/>
                </a:cubicBezTo>
                <a:cubicBezTo>
                  <a:pt x="25742" y="14848"/>
                  <a:pt x="25742" y="14848"/>
                  <a:pt x="25742" y="14848"/>
                </a:cubicBezTo>
                <a:cubicBezTo>
                  <a:pt x="25742" y="18560"/>
                  <a:pt x="25742" y="18560"/>
                  <a:pt x="25742" y="18560"/>
                </a:cubicBezTo>
                <a:cubicBezTo>
                  <a:pt x="25742" y="18560"/>
                  <a:pt x="25742" y="18560"/>
                  <a:pt x="25742" y="18560"/>
                </a:cubicBezTo>
                <a:cubicBezTo>
                  <a:pt x="22065" y="18560"/>
                  <a:pt x="25742" y="22271"/>
                  <a:pt x="25742" y="22271"/>
                </a:cubicBezTo>
                <a:cubicBezTo>
                  <a:pt x="25742" y="22271"/>
                  <a:pt x="22065" y="25983"/>
                  <a:pt x="22065" y="25983"/>
                </a:cubicBezTo>
                <a:cubicBezTo>
                  <a:pt x="22065" y="25983"/>
                  <a:pt x="22065" y="25983"/>
                  <a:pt x="22065" y="25983"/>
                </a:cubicBezTo>
                <a:cubicBezTo>
                  <a:pt x="18387" y="25983"/>
                  <a:pt x="18387" y="25983"/>
                  <a:pt x="18387" y="29695"/>
                </a:cubicBezTo>
                <a:cubicBezTo>
                  <a:pt x="18387" y="29695"/>
                  <a:pt x="18387" y="25983"/>
                  <a:pt x="18387" y="25983"/>
                </a:cubicBezTo>
                <a:cubicBezTo>
                  <a:pt x="18387" y="25983"/>
                  <a:pt x="18387" y="25983"/>
                  <a:pt x="22065" y="25983"/>
                </a:cubicBezTo>
                <a:cubicBezTo>
                  <a:pt x="22065" y="25983"/>
                  <a:pt x="22065" y="25983"/>
                  <a:pt x="22065" y="25983"/>
                </a:cubicBezTo>
                <a:cubicBezTo>
                  <a:pt x="25742" y="25983"/>
                  <a:pt x="25742" y="25983"/>
                  <a:pt x="25742" y="25983"/>
                </a:cubicBezTo>
                <a:cubicBezTo>
                  <a:pt x="25742" y="25983"/>
                  <a:pt x="25742" y="25983"/>
                  <a:pt x="25742" y="25983"/>
                </a:cubicBezTo>
                <a:cubicBezTo>
                  <a:pt x="25742" y="25983"/>
                  <a:pt x="29420" y="25983"/>
                  <a:pt x="29420" y="22271"/>
                </a:cubicBezTo>
                <a:cubicBezTo>
                  <a:pt x="29420" y="22271"/>
                  <a:pt x="29420" y="22271"/>
                  <a:pt x="29420" y="22271"/>
                </a:cubicBezTo>
                <a:cubicBezTo>
                  <a:pt x="29420" y="22271"/>
                  <a:pt x="29420" y="22271"/>
                  <a:pt x="29420" y="22271"/>
                </a:cubicBezTo>
                <a:cubicBezTo>
                  <a:pt x="25742" y="18560"/>
                  <a:pt x="29420" y="18560"/>
                  <a:pt x="25742" y="18560"/>
                </a:cubicBezTo>
                <a:cubicBezTo>
                  <a:pt x="25742" y="18560"/>
                  <a:pt x="25742" y="18560"/>
                  <a:pt x="25742" y="18560"/>
                </a:cubicBezTo>
                <a:cubicBezTo>
                  <a:pt x="25742" y="18560"/>
                  <a:pt x="25742" y="18560"/>
                  <a:pt x="25742" y="18560"/>
                </a:cubicBezTo>
                <a:cubicBezTo>
                  <a:pt x="25742" y="18560"/>
                  <a:pt x="25742" y="14848"/>
                  <a:pt x="25742" y="14848"/>
                </a:cubicBezTo>
                <a:cubicBezTo>
                  <a:pt x="25742" y="14848"/>
                  <a:pt x="25742" y="14848"/>
                  <a:pt x="25742" y="14848"/>
                </a:cubicBezTo>
                <a:cubicBezTo>
                  <a:pt x="25742" y="14848"/>
                  <a:pt x="29420" y="14848"/>
                  <a:pt x="29420" y="14848"/>
                </a:cubicBezTo>
                <a:cubicBezTo>
                  <a:pt x="29420" y="11135"/>
                  <a:pt x="25742" y="11135"/>
                  <a:pt x="25742" y="11135"/>
                </a:cubicBezTo>
                <a:cubicBezTo>
                  <a:pt x="25742" y="11135"/>
                  <a:pt x="25742" y="11135"/>
                  <a:pt x="25742" y="11135"/>
                </a:cubicBezTo>
                <a:cubicBezTo>
                  <a:pt x="25742" y="11135"/>
                  <a:pt x="25742" y="11135"/>
                  <a:pt x="25742" y="11135"/>
                </a:cubicBezTo>
                <a:cubicBezTo>
                  <a:pt x="25742" y="7423"/>
                  <a:pt x="25742" y="7423"/>
                  <a:pt x="25742" y="7423"/>
                </a:cubicBezTo>
                <a:cubicBezTo>
                  <a:pt x="25742" y="7423"/>
                  <a:pt x="25742" y="7423"/>
                  <a:pt x="25742" y="7423"/>
                </a:cubicBezTo>
                <a:cubicBezTo>
                  <a:pt x="25742" y="7423"/>
                  <a:pt x="29420" y="3712"/>
                  <a:pt x="29420" y="3712"/>
                </a:cubicBezTo>
                <a:cubicBezTo>
                  <a:pt x="29420" y="3712"/>
                  <a:pt x="29420" y="3712"/>
                  <a:pt x="29420" y="3712"/>
                </a:cubicBezTo>
                <a:cubicBezTo>
                  <a:pt x="33096" y="3712"/>
                  <a:pt x="33096" y="3712"/>
                  <a:pt x="33096" y="3712"/>
                </a:cubicBezTo>
                <a:cubicBezTo>
                  <a:pt x="33096" y="3712"/>
                  <a:pt x="33096" y="3712"/>
                  <a:pt x="33096" y="3712"/>
                </a:cubicBezTo>
                <a:cubicBezTo>
                  <a:pt x="33096" y="7423"/>
                  <a:pt x="36774" y="3712"/>
                  <a:pt x="36774" y="3712"/>
                </a:cubicBezTo>
                <a:cubicBezTo>
                  <a:pt x="40452" y="3712"/>
                  <a:pt x="36774" y="0"/>
                  <a:pt x="40452" y="0"/>
                </a:cubicBezTo>
                <a:cubicBezTo>
                  <a:pt x="40452" y="0"/>
                  <a:pt x="40452" y="0"/>
                  <a:pt x="40452" y="0"/>
                </a:cubicBezTo>
                <a:cubicBezTo>
                  <a:pt x="40452" y="0"/>
                  <a:pt x="40452" y="0"/>
                  <a:pt x="40452" y="0"/>
                </a:cubicBezTo>
                <a:cubicBezTo>
                  <a:pt x="40452" y="0"/>
                  <a:pt x="40452" y="3712"/>
                  <a:pt x="44129" y="3712"/>
                </a:cubicBezTo>
                <a:cubicBezTo>
                  <a:pt x="44129" y="3712"/>
                  <a:pt x="40452" y="3712"/>
                  <a:pt x="40452" y="7423"/>
                </a:cubicBezTo>
                <a:cubicBezTo>
                  <a:pt x="44129" y="7423"/>
                  <a:pt x="47807" y="11135"/>
                  <a:pt x="51483" y="11135"/>
                </a:cubicBezTo>
                <a:cubicBezTo>
                  <a:pt x="51483" y="11135"/>
                  <a:pt x="51483" y="11135"/>
                  <a:pt x="51483" y="11135"/>
                </a:cubicBezTo>
                <a:cubicBezTo>
                  <a:pt x="51483" y="7423"/>
                  <a:pt x="51483" y="7423"/>
                  <a:pt x="55161" y="7423"/>
                </a:cubicBezTo>
                <a:cubicBezTo>
                  <a:pt x="55161" y="7423"/>
                  <a:pt x="55161" y="7423"/>
                  <a:pt x="55161" y="7423"/>
                </a:cubicBezTo>
                <a:cubicBezTo>
                  <a:pt x="55161" y="7423"/>
                  <a:pt x="55161" y="7423"/>
                  <a:pt x="55161" y="3712"/>
                </a:cubicBezTo>
                <a:cubicBezTo>
                  <a:pt x="55161" y="3712"/>
                  <a:pt x="55161" y="3712"/>
                  <a:pt x="55161" y="3712"/>
                </a:cubicBezTo>
                <a:cubicBezTo>
                  <a:pt x="55161" y="3712"/>
                  <a:pt x="55161" y="3712"/>
                  <a:pt x="58839" y="3712"/>
                </a:cubicBezTo>
                <a:cubicBezTo>
                  <a:pt x="58839" y="3712"/>
                  <a:pt x="58839" y="3712"/>
                  <a:pt x="58839" y="3712"/>
                </a:cubicBezTo>
                <a:cubicBezTo>
                  <a:pt x="62516" y="7423"/>
                  <a:pt x="62516" y="7423"/>
                  <a:pt x="62516" y="11135"/>
                </a:cubicBezTo>
                <a:cubicBezTo>
                  <a:pt x="62516" y="11135"/>
                  <a:pt x="62516" y="11135"/>
                  <a:pt x="58839" y="14848"/>
                </a:cubicBezTo>
                <a:cubicBezTo>
                  <a:pt x="58839" y="14848"/>
                  <a:pt x="58839" y="14848"/>
                  <a:pt x="58839" y="14848"/>
                </a:cubicBezTo>
                <a:cubicBezTo>
                  <a:pt x="58839" y="14848"/>
                  <a:pt x="58839" y="14848"/>
                  <a:pt x="58839" y="14848"/>
                </a:cubicBezTo>
                <a:cubicBezTo>
                  <a:pt x="58839" y="14848"/>
                  <a:pt x="58839" y="14848"/>
                  <a:pt x="55161" y="14848"/>
                </a:cubicBezTo>
                <a:cubicBezTo>
                  <a:pt x="55161" y="18560"/>
                  <a:pt x="58839" y="18560"/>
                  <a:pt x="58839" y="18560"/>
                </a:cubicBezTo>
                <a:cubicBezTo>
                  <a:pt x="58839" y="18560"/>
                  <a:pt x="58839" y="18560"/>
                  <a:pt x="58839" y="18560"/>
                </a:cubicBezTo>
                <a:cubicBezTo>
                  <a:pt x="58839" y="18560"/>
                  <a:pt x="58839" y="18560"/>
                  <a:pt x="58839" y="18560"/>
                </a:cubicBezTo>
                <a:cubicBezTo>
                  <a:pt x="58839" y="18560"/>
                  <a:pt x="58839" y="22271"/>
                  <a:pt x="58839" y="22271"/>
                </a:cubicBezTo>
                <a:cubicBezTo>
                  <a:pt x="55161" y="22271"/>
                  <a:pt x="55161" y="22271"/>
                  <a:pt x="55161" y="22271"/>
                </a:cubicBezTo>
                <a:cubicBezTo>
                  <a:pt x="55161" y="22271"/>
                  <a:pt x="55161" y="22271"/>
                  <a:pt x="55161" y="22271"/>
                </a:cubicBezTo>
                <a:cubicBezTo>
                  <a:pt x="55161" y="22271"/>
                  <a:pt x="51483" y="22271"/>
                  <a:pt x="51483" y="22271"/>
                </a:cubicBezTo>
                <a:cubicBezTo>
                  <a:pt x="47807" y="18560"/>
                  <a:pt x="47807" y="18560"/>
                  <a:pt x="47807" y="18560"/>
                </a:cubicBezTo>
                <a:cubicBezTo>
                  <a:pt x="47807" y="18560"/>
                  <a:pt x="47807" y="18560"/>
                  <a:pt x="47807" y="18560"/>
                </a:cubicBezTo>
                <a:cubicBezTo>
                  <a:pt x="47807" y="18560"/>
                  <a:pt x="44129" y="22271"/>
                  <a:pt x="44129" y="22271"/>
                </a:cubicBezTo>
                <a:cubicBezTo>
                  <a:pt x="44129" y="22271"/>
                  <a:pt x="44129" y="22271"/>
                  <a:pt x="44129" y="22271"/>
                </a:cubicBezTo>
                <a:cubicBezTo>
                  <a:pt x="40452" y="22271"/>
                  <a:pt x="40452" y="22271"/>
                  <a:pt x="40452" y="22271"/>
                </a:cubicBezTo>
                <a:cubicBezTo>
                  <a:pt x="40452" y="22271"/>
                  <a:pt x="40452" y="22271"/>
                  <a:pt x="40452" y="22271"/>
                </a:cubicBezTo>
                <a:cubicBezTo>
                  <a:pt x="40452" y="22271"/>
                  <a:pt x="40452" y="22271"/>
                  <a:pt x="40452" y="22271"/>
                </a:cubicBezTo>
                <a:cubicBezTo>
                  <a:pt x="40452" y="22271"/>
                  <a:pt x="44129" y="25983"/>
                  <a:pt x="40452" y="25983"/>
                </a:cubicBezTo>
                <a:cubicBezTo>
                  <a:pt x="40452" y="25983"/>
                  <a:pt x="40452" y="29695"/>
                  <a:pt x="40452" y="29695"/>
                </a:cubicBezTo>
                <a:cubicBezTo>
                  <a:pt x="40452" y="29695"/>
                  <a:pt x="40452" y="25983"/>
                  <a:pt x="40452" y="25983"/>
                </a:cubicBezTo>
                <a:cubicBezTo>
                  <a:pt x="40452" y="25983"/>
                  <a:pt x="40452" y="29695"/>
                  <a:pt x="36774" y="29695"/>
                </a:cubicBezTo>
                <a:cubicBezTo>
                  <a:pt x="36774" y="25983"/>
                  <a:pt x="36774" y="25983"/>
                  <a:pt x="33096" y="29695"/>
                </a:cubicBezTo>
                <a:cubicBezTo>
                  <a:pt x="36774" y="29695"/>
                  <a:pt x="36774" y="29695"/>
                  <a:pt x="40452" y="29695"/>
                </a:cubicBezTo>
                <a:cubicBezTo>
                  <a:pt x="40452" y="29695"/>
                  <a:pt x="40452" y="29695"/>
                  <a:pt x="40452" y="29695"/>
                </a:cubicBezTo>
                <a:cubicBezTo>
                  <a:pt x="40452" y="33407"/>
                  <a:pt x="40452" y="33407"/>
                  <a:pt x="40452" y="37118"/>
                </a:cubicBezTo>
                <a:cubicBezTo>
                  <a:pt x="40452" y="37118"/>
                  <a:pt x="36774" y="37118"/>
                  <a:pt x="36774" y="37118"/>
                </a:cubicBezTo>
                <a:cubicBezTo>
                  <a:pt x="36774" y="37118"/>
                  <a:pt x="36774" y="37118"/>
                  <a:pt x="36774" y="37118"/>
                </a:cubicBezTo>
                <a:cubicBezTo>
                  <a:pt x="33096" y="37118"/>
                  <a:pt x="33096" y="37118"/>
                  <a:pt x="29420" y="37118"/>
                </a:cubicBezTo>
                <a:cubicBezTo>
                  <a:pt x="29420" y="40830"/>
                  <a:pt x="33096" y="40830"/>
                  <a:pt x="33096" y="40830"/>
                </a:cubicBezTo>
                <a:cubicBezTo>
                  <a:pt x="33096" y="40830"/>
                  <a:pt x="36774" y="40830"/>
                  <a:pt x="36774" y="37118"/>
                </a:cubicBezTo>
                <a:cubicBezTo>
                  <a:pt x="36774" y="37118"/>
                  <a:pt x="36774" y="37118"/>
                  <a:pt x="40452" y="37118"/>
                </a:cubicBezTo>
                <a:cubicBezTo>
                  <a:pt x="40452" y="37118"/>
                  <a:pt x="40452" y="37118"/>
                  <a:pt x="40452" y="37118"/>
                </a:cubicBezTo>
                <a:cubicBezTo>
                  <a:pt x="40452" y="33407"/>
                  <a:pt x="44129" y="33407"/>
                  <a:pt x="44129" y="33407"/>
                </a:cubicBezTo>
                <a:cubicBezTo>
                  <a:pt x="44129" y="33407"/>
                  <a:pt x="44129" y="33407"/>
                  <a:pt x="44129" y="33407"/>
                </a:cubicBezTo>
                <a:cubicBezTo>
                  <a:pt x="44129" y="33407"/>
                  <a:pt x="44129" y="33407"/>
                  <a:pt x="44129" y="33407"/>
                </a:cubicBezTo>
                <a:cubicBezTo>
                  <a:pt x="47807" y="29695"/>
                  <a:pt x="47807" y="29695"/>
                  <a:pt x="47807" y="29695"/>
                </a:cubicBezTo>
                <a:cubicBezTo>
                  <a:pt x="47807" y="29695"/>
                  <a:pt x="47807" y="29695"/>
                  <a:pt x="47807" y="25983"/>
                </a:cubicBezTo>
                <a:cubicBezTo>
                  <a:pt x="47807" y="25983"/>
                  <a:pt x="47807" y="25983"/>
                  <a:pt x="51483" y="25983"/>
                </a:cubicBezTo>
                <a:cubicBezTo>
                  <a:pt x="51483" y="25983"/>
                  <a:pt x="51483" y="29695"/>
                  <a:pt x="51483" y="29695"/>
                </a:cubicBezTo>
                <a:cubicBezTo>
                  <a:pt x="51483" y="29695"/>
                  <a:pt x="51483" y="29695"/>
                  <a:pt x="51483" y="29695"/>
                </a:cubicBezTo>
                <a:cubicBezTo>
                  <a:pt x="51483" y="33407"/>
                  <a:pt x="51483" y="33407"/>
                  <a:pt x="51483" y="33407"/>
                </a:cubicBezTo>
                <a:cubicBezTo>
                  <a:pt x="51483" y="33407"/>
                  <a:pt x="51483" y="33407"/>
                  <a:pt x="51483" y="37118"/>
                </a:cubicBezTo>
                <a:cubicBezTo>
                  <a:pt x="51483" y="37118"/>
                  <a:pt x="51483" y="37118"/>
                  <a:pt x="51483" y="37118"/>
                </a:cubicBezTo>
                <a:cubicBezTo>
                  <a:pt x="51483" y="40830"/>
                  <a:pt x="51483" y="40830"/>
                  <a:pt x="51483" y="40830"/>
                </a:cubicBezTo>
                <a:cubicBezTo>
                  <a:pt x="51483" y="44543"/>
                  <a:pt x="51483" y="44543"/>
                  <a:pt x="51483" y="44543"/>
                </a:cubicBezTo>
                <a:cubicBezTo>
                  <a:pt x="51483" y="44543"/>
                  <a:pt x="51483" y="44543"/>
                  <a:pt x="51483" y="44543"/>
                </a:cubicBezTo>
                <a:cubicBezTo>
                  <a:pt x="51483" y="44543"/>
                  <a:pt x="47807" y="44543"/>
                  <a:pt x="47807" y="44543"/>
                </a:cubicBezTo>
                <a:cubicBezTo>
                  <a:pt x="47807" y="44543"/>
                  <a:pt x="47807" y="44543"/>
                  <a:pt x="47807" y="44543"/>
                </a:cubicBezTo>
                <a:cubicBezTo>
                  <a:pt x="47807" y="44543"/>
                  <a:pt x="47807" y="44543"/>
                  <a:pt x="47807" y="44543"/>
                </a:cubicBezTo>
                <a:cubicBezTo>
                  <a:pt x="47807" y="44543"/>
                  <a:pt x="44129" y="44543"/>
                  <a:pt x="44129" y="44543"/>
                </a:cubicBezTo>
                <a:cubicBezTo>
                  <a:pt x="44129" y="44543"/>
                  <a:pt x="44129" y="44543"/>
                  <a:pt x="44129" y="44543"/>
                </a:cubicBezTo>
                <a:cubicBezTo>
                  <a:pt x="40452" y="44543"/>
                  <a:pt x="40452" y="44543"/>
                  <a:pt x="36774" y="44543"/>
                </a:cubicBezTo>
                <a:cubicBezTo>
                  <a:pt x="36774" y="44543"/>
                  <a:pt x="36774" y="44543"/>
                  <a:pt x="36774" y="44543"/>
                </a:cubicBezTo>
                <a:cubicBezTo>
                  <a:pt x="36774" y="44543"/>
                  <a:pt x="33096" y="44543"/>
                  <a:pt x="33096" y="48255"/>
                </a:cubicBezTo>
                <a:cubicBezTo>
                  <a:pt x="33096" y="48255"/>
                  <a:pt x="33096" y="48255"/>
                  <a:pt x="36774" y="48255"/>
                </a:cubicBezTo>
                <a:cubicBezTo>
                  <a:pt x="36774" y="48255"/>
                  <a:pt x="36774" y="48255"/>
                  <a:pt x="36774" y="48255"/>
                </a:cubicBezTo>
                <a:cubicBezTo>
                  <a:pt x="40452" y="51966"/>
                  <a:pt x="40452" y="51966"/>
                  <a:pt x="40452" y="51966"/>
                </a:cubicBezTo>
                <a:cubicBezTo>
                  <a:pt x="40452" y="51966"/>
                  <a:pt x="40452" y="51966"/>
                  <a:pt x="40452" y="51966"/>
                </a:cubicBezTo>
                <a:cubicBezTo>
                  <a:pt x="40452" y="51966"/>
                  <a:pt x="40452" y="51966"/>
                  <a:pt x="40452" y="51966"/>
                </a:cubicBezTo>
                <a:cubicBezTo>
                  <a:pt x="40452" y="55678"/>
                  <a:pt x="40452" y="55678"/>
                  <a:pt x="40452" y="55678"/>
                </a:cubicBezTo>
                <a:cubicBezTo>
                  <a:pt x="44129" y="55678"/>
                  <a:pt x="40452" y="59390"/>
                  <a:pt x="40452" y="59390"/>
                </a:cubicBezTo>
                <a:cubicBezTo>
                  <a:pt x="40452" y="59390"/>
                  <a:pt x="36774" y="59390"/>
                  <a:pt x="36774" y="59390"/>
                </a:cubicBezTo>
                <a:cubicBezTo>
                  <a:pt x="36774" y="59390"/>
                  <a:pt x="36774" y="59390"/>
                  <a:pt x="36774" y="59390"/>
                </a:cubicBezTo>
                <a:cubicBezTo>
                  <a:pt x="36774" y="59390"/>
                  <a:pt x="36774" y="59390"/>
                  <a:pt x="36774" y="59390"/>
                </a:cubicBezTo>
                <a:cubicBezTo>
                  <a:pt x="36774" y="59390"/>
                  <a:pt x="36774" y="59390"/>
                  <a:pt x="36774" y="59390"/>
                </a:cubicBezTo>
                <a:cubicBezTo>
                  <a:pt x="33096" y="59390"/>
                  <a:pt x="33096" y="55678"/>
                  <a:pt x="33096" y="55678"/>
                </a:cubicBezTo>
                <a:cubicBezTo>
                  <a:pt x="33096" y="55678"/>
                  <a:pt x="33096" y="55678"/>
                  <a:pt x="33096" y="55678"/>
                </a:cubicBezTo>
                <a:cubicBezTo>
                  <a:pt x="33096" y="55678"/>
                  <a:pt x="29420" y="55678"/>
                  <a:pt x="29420" y="55678"/>
                </a:cubicBezTo>
                <a:cubicBezTo>
                  <a:pt x="29420" y="55678"/>
                  <a:pt x="29420" y="55678"/>
                  <a:pt x="29420" y="55678"/>
                </a:cubicBezTo>
                <a:cubicBezTo>
                  <a:pt x="29420" y="51966"/>
                  <a:pt x="25742" y="51966"/>
                  <a:pt x="25742" y="51966"/>
                </a:cubicBezTo>
                <a:cubicBezTo>
                  <a:pt x="25742" y="51966"/>
                  <a:pt x="25742" y="51966"/>
                  <a:pt x="22065" y="51966"/>
                </a:cubicBezTo>
                <a:cubicBezTo>
                  <a:pt x="22065" y="51966"/>
                  <a:pt x="18387" y="51966"/>
                  <a:pt x="18387" y="48255"/>
                </a:cubicBezTo>
                <a:cubicBezTo>
                  <a:pt x="18387" y="48255"/>
                  <a:pt x="18387" y="48255"/>
                  <a:pt x="18387" y="48255"/>
                </a:cubicBezTo>
                <a:cubicBezTo>
                  <a:pt x="22065" y="48255"/>
                  <a:pt x="22065" y="48255"/>
                  <a:pt x="22065" y="48255"/>
                </a:cubicBezTo>
                <a:cubicBezTo>
                  <a:pt x="22065" y="48255"/>
                  <a:pt x="22065" y="51966"/>
                  <a:pt x="25742" y="48255"/>
                </a:cubicBezTo>
                <a:cubicBezTo>
                  <a:pt x="25742" y="48255"/>
                  <a:pt x="22065" y="48255"/>
                  <a:pt x="25742" y="44543"/>
                </a:cubicBezTo>
                <a:cubicBezTo>
                  <a:pt x="25742" y="44543"/>
                  <a:pt x="25742" y="44543"/>
                  <a:pt x="25742" y="44543"/>
                </a:cubicBezTo>
                <a:cubicBezTo>
                  <a:pt x="29420" y="44543"/>
                  <a:pt x="29420" y="44543"/>
                  <a:pt x="29420" y="44543"/>
                </a:cubicBezTo>
                <a:cubicBezTo>
                  <a:pt x="29420" y="40830"/>
                  <a:pt x="29420" y="40830"/>
                  <a:pt x="29420" y="40830"/>
                </a:cubicBezTo>
                <a:cubicBezTo>
                  <a:pt x="29420" y="40830"/>
                  <a:pt x="29420" y="40830"/>
                  <a:pt x="29420" y="40830"/>
                </a:cubicBezTo>
                <a:cubicBezTo>
                  <a:pt x="29420" y="40830"/>
                  <a:pt x="29420" y="40830"/>
                  <a:pt x="29420" y="40830"/>
                </a:cubicBezTo>
                <a:cubicBezTo>
                  <a:pt x="25742" y="37118"/>
                  <a:pt x="25742" y="40830"/>
                  <a:pt x="25742" y="40830"/>
                </a:cubicBezTo>
                <a:cubicBezTo>
                  <a:pt x="25742" y="40830"/>
                  <a:pt x="25742" y="40830"/>
                  <a:pt x="25742" y="40830"/>
                </a:cubicBezTo>
                <a:cubicBezTo>
                  <a:pt x="25742" y="40830"/>
                  <a:pt x="25742" y="40830"/>
                  <a:pt x="25742" y="44543"/>
                </a:cubicBezTo>
                <a:cubicBezTo>
                  <a:pt x="25742" y="44543"/>
                  <a:pt x="25742" y="44543"/>
                  <a:pt x="25742" y="44543"/>
                </a:cubicBezTo>
                <a:cubicBezTo>
                  <a:pt x="22065" y="44543"/>
                  <a:pt x="18387" y="44543"/>
                  <a:pt x="18387" y="40830"/>
                </a:cubicBezTo>
                <a:cubicBezTo>
                  <a:pt x="18387" y="40830"/>
                  <a:pt x="18387" y="40830"/>
                  <a:pt x="18387" y="37118"/>
                </a:cubicBezTo>
                <a:cubicBezTo>
                  <a:pt x="18387" y="37118"/>
                  <a:pt x="18387" y="37118"/>
                  <a:pt x="22065" y="37118"/>
                </a:cubicBezTo>
                <a:cubicBezTo>
                  <a:pt x="22065" y="33407"/>
                  <a:pt x="22065" y="33407"/>
                  <a:pt x="25742" y="33407"/>
                </a:cubicBezTo>
                <a:cubicBezTo>
                  <a:pt x="25742" y="33407"/>
                  <a:pt x="25742" y="33407"/>
                  <a:pt x="25742" y="33407"/>
                </a:cubicBezTo>
                <a:cubicBezTo>
                  <a:pt x="29420" y="33407"/>
                  <a:pt x="25742" y="33407"/>
                  <a:pt x="29420" y="33407"/>
                </a:cubicBezTo>
                <a:cubicBezTo>
                  <a:pt x="29420" y="33407"/>
                  <a:pt x="29420" y="33407"/>
                  <a:pt x="29420" y="33407"/>
                </a:cubicBezTo>
                <a:cubicBezTo>
                  <a:pt x="29420" y="33407"/>
                  <a:pt x="29420" y="33407"/>
                  <a:pt x="29420" y="33407"/>
                </a:cubicBezTo>
                <a:cubicBezTo>
                  <a:pt x="25742" y="33407"/>
                  <a:pt x="25742" y="33407"/>
                  <a:pt x="25742" y="33407"/>
                </a:cubicBezTo>
                <a:cubicBezTo>
                  <a:pt x="22065" y="33407"/>
                  <a:pt x="22065" y="33407"/>
                  <a:pt x="22065" y="33407"/>
                </a:cubicBezTo>
                <a:cubicBezTo>
                  <a:pt x="22065" y="33407"/>
                  <a:pt x="22065" y="33407"/>
                  <a:pt x="22065" y="33407"/>
                </a:cubicBezTo>
                <a:cubicBezTo>
                  <a:pt x="22065" y="33407"/>
                  <a:pt x="22065" y="33407"/>
                  <a:pt x="18387" y="33407"/>
                </a:cubicBezTo>
                <a:cubicBezTo>
                  <a:pt x="18387" y="37118"/>
                  <a:pt x="18387" y="37118"/>
                  <a:pt x="18387" y="37118"/>
                </a:cubicBezTo>
                <a:cubicBezTo>
                  <a:pt x="18387" y="37118"/>
                  <a:pt x="18387" y="37118"/>
                  <a:pt x="18387" y="37118"/>
                </a:cubicBezTo>
                <a:cubicBezTo>
                  <a:pt x="18387" y="37118"/>
                  <a:pt x="14709" y="37118"/>
                  <a:pt x="14709" y="37118"/>
                </a:cubicBezTo>
                <a:cubicBezTo>
                  <a:pt x="11032" y="37118"/>
                  <a:pt x="14709" y="33407"/>
                  <a:pt x="14709" y="33407"/>
                </a:cubicBezTo>
                <a:cubicBezTo>
                  <a:pt x="11032" y="33407"/>
                  <a:pt x="11032" y="33407"/>
                  <a:pt x="11032" y="33407"/>
                </a:cubicBezTo>
                <a:cubicBezTo>
                  <a:pt x="11032" y="33407"/>
                  <a:pt x="7355" y="33407"/>
                  <a:pt x="7355" y="33407"/>
                </a:cubicBezTo>
                <a:cubicBezTo>
                  <a:pt x="7355" y="33407"/>
                  <a:pt x="7355" y="33407"/>
                  <a:pt x="7355" y="33407"/>
                </a:cubicBezTo>
                <a:cubicBezTo>
                  <a:pt x="7355" y="33407"/>
                  <a:pt x="3678" y="33407"/>
                  <a:pt x="3678" y="33407"/>
                </a:cubicBezTo>
                <a:cubicBezTo>
                  <a:pt x="3678" y="33407"/>
                  <a:pt x="3678" y="33407"/>
                  <a:pt x="3678" y="33407"/>
                </a:cubicBezTo>
                <a:cubicBezTo>
                  <a:pt x="3678" y="33407"/>
                  <a:pt x="3678" y="37118"/>
                  <a:pt x="3678" y="33407"/>
                </a:cubicBezTo>
                <a:cubicBezTo>
                  <a:pt x="3678" y="33407"/>
                  <a:pt x="3678" y="33407"/>
                  <a:pt x="3678" y="33407"/>
                </a:cubicBezTo>
                <a:cubicBezTo>
                  <a:pt x="3678" y="33407"/>
                  <a:pt x="3678" y="33407"/>
                  <a:pt x="3678" y="37118"/>
                </a:cubicBezTo>
                <a:cubicBezTo>
                  <a:pt x="0" y="33407"/>
                  <a:pt x="0" y="33407"/>
                  <a:pt x="0" y="33407"/>
                </a:cubicBezTo>
                <a:cubicBezTo>
                  <a:pt x="0" y="33407"/>
                  <a:pt x="0" y="33407"/>
                  <a:pt x="0" y="33407"/>
                </a:cubicBezTo>
                <a:cubicBezTo>
                  <a:pt x="0" y="33407"/>
                  <a:pt x="0" y="33407"/>
                  <a:pt x="0" y="33407"/>
                </a:cubicBezTo>
                <a:cubicBezTo>
                  <a:pt x="0" y="33407"/>
                  <a:pt x="0" y="29695"/>
                  <a:pt x="0" y="29695"/>
                </a:cubicBezTo>
                <a:cubicBezTo>
                  <a:pt x="0" y="29695"/>
                  <a:pt x="0" y="29695"/>
                  <a:pt x="0" y="29695"/>
                </a:cubicBezTo>
                <a:cubicBezTo>
                  <a:pt x="0" y="25983"/>
                  <a:pt x="3678" y="29695"/>
                  <a:pt x="3678" y="29695"/>
                </a:cubicBezTo>
                <a:cubicBezTo>
                  <a:pt x="3678" y="25983"/>
                  <a:pt x="7355" y="25983"/>
                  <a:pt x="7355" y="25983"/>
                </a:cubicBezTo>
                <a:cubicBezTo>
                  <a:pt x="11032" y="25983"/>
                  <a:pt x="11032" y="25983"/>
                  <a:pt x="11032" y="22271"/>
                </a:cubicBezTo>
                <a:cubicBezTo>
                  <a:pt x="11032" y="22271"/>
                  <a:pt x="7355" y="22271"/>
                  <a:pt x="7355" y="22271"/>
                </a:cubicBezTo>
                <a:cubicBezTo>
                  <a:pt x="7355" y="22271"/>
                  <a:pt x="7355" y="18560"/>
                  <a:pt x="3678" y="18560"/>
                </a:cubicBezTo>
                <a:cubicBezTo>
                  <a:pt x="3678" y="18560"/>
                  <a:pt x="3678" y="18560"/>
                  <a:pt x="3678" y="18560"/>
                </a:cubicBezTo>
                <a:cubicBezTo>
                  <a:pt x="3678" y="18560"/>
                  <a:pt x="3678" y="18560"/>
                  <a:pt x="3678" y="18560"/>
                </a:cubicBezTo>
                <a:cubicBezTo>
                  <a:pt x="3678" y="18560"/>
                  <a:pt x="3678" y="14848"/>
                  <a:pt x="3678" y="148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6" name="Freeform 66"/>
          <p:cNvSpPr/>
          <p:nvPr/>
        </p:nvSpPr>
        <p:spPr>
          <a:xfrm>
            <a:off x="762000" y="1054100"/>
            <a:ext cx="26257" cy="26257"/>
          </a:xfrm>
          <a:custGeom>
            <a:avLst/>
            <a:gdLst/>
            <a:ahLst/>
            <a:cxnLst/>
            <a:rect l="l" t="t" r="r" b="b"/>
            <a:pathLst>
              <a:path w="26257" h="26257">
                <a:moveTo>
                  <a:pt x="26257" y="22506"/>
                </a:moveTo>
                <a:cubicBezTo>
                  <a:pt x="26257" y="22506"/>
                  <a:pt x="26257" y="22506"/>
                  <a:pt x="26257" y="26257"/>
                </a:cubicBezTo>
                <a:cubicBezTo>
                  <a:pt x="22506" y="26257"/>
                  <a:pt x="22506" y="26257"/>
                  <a:pt x="22506" y="26257"/>
                </a:cubicBezTo>
                <a:cubicBezTo>
                  <a:pt x="22506" y="26257"/>
                  <a:pt x="22506" y="22506"/>
                  <a:pt x="18755" y="22506"/>
                </a:cubicBezTo>
                <a:cubicBezTo>
                  <a:pt x="18755" y="22506"/>
                  <a:pt x="18755" y="18755"/>
                  <a:pt x="18755" y="18755"/>
                </a:cubicBezTo>
                <a:cubicBezTo>
                  <a:pt x="18755" y="18755"/>
                  <a:pt x="18755" y="18755"/>
                  <a:pt x="18755" y="18755"/>
                </a:cubicBezTo>
                <a:cubicBezTo>
                  <a:pt x="18755" y="18755"/>
                  <a:pt x="18755" y="18755"/>
                  <a:pt x="15004" y="15004"/>
                </a:cubicBezTo>
                <a:cubicBezTo>
                  <a:pt x="15004" y="15004"/>
                  <a:pt x="15004" y="15004"/>
                  <a:pt x="15004" y="11253"/>
                </a:cubicBezTo>
                <a:cubicBezTo>
                  <a:pt x="11253" y="11253"/>
                  <a:pt x="11253" y="11253"/>
                  <a:pt x="11253" y="11253"/>
                </a:cubicBezTo>
                <a:cubicBezTo>
                  <a:pt x="7502" y="11253"/>
                  <a:pt x="7502" y="11253"/>
                  <a:pt x="7502" y="11253"/>
                </a:cubicBezTo>
                <a:cubicBezTo>
                  <a:pt x="3752" y="11253"/>
                  <a:pt x="3752" y="11253"/>
                  <a:pt x="3752" y="11253"/>
                </a:cubicBezTo>
                <a:cubicBezTo>
                  <a:pt x="3752" y="11253"/>
                  <a:pt x="3752" y="11253"/>
                  <a:pt x="3752" y="11253"/>
                </a:cubicBezTo>
                <a:cubicBezTo>
                  <a:pt x="3752" y="11253"/>
                  <a:pt x="3752" y="11253"/>
                  <a:pt x="0" y="7502"/>
                </a:cubicBezTo>
                <a:cubicBezTo>
                  <a:pt x="0" y="7502"/>
                  <a:pt x="0" y="7502"/>
                  <a:pt x="0" y="3752"/>
                </a:cubicBezTo>
                <a:cubicBezTo>
                  <a:pt x="0" y="3752"/>
                  <a:pt x="0" y="3752"/>
                  <a:pt x="0" y="3752"/>
                </a:cubicBezTo>
                <a:cubicBezTo>
                  <a:pt x="0" y="3752"/>
                  <a:pt x="0" y="0"/>
                  <a:pt x="0" y="0"/>
                </a:cubicBezTo>
                <a:cubicBezTo>
                  <a:pt x="0" y="0"/>
                  <a:pt x="3752" y="0"/>
                  <a:pt x="3752" y="0"/>
                </a:cubicBezTo>
                <a:cubicBezTo>
                  <a:pt x="3752" y="0"/>
                  <a:pt x="3752" y="3752"/>
                  <a:pt x="3752" y="3752"/>
                </a:cubicBezTo>
                <a:cubicBezTo>
                  <a:pt x="3752" y="3752"/>
                  <a:pt x="3752" y="3752"/>
                  <a:pt x="7502" y="3752"/>
                </a:cubicBezTo>
                <a:cubicBezTo>
                  <a:pt x="7502" y="3752"/>
                  <a:pt x="7502" y="3752"/>
                  <a:pt x="7502" y="3752"/>
                </a:cubicBezTo>
                <a:cubicBezTo>
                  <a:pt x="7502" y="3752"/>
                  <a:pt x="7502" y="7502"/>
                  <a:pt x="7502" y="7502"/>
                </a:cubicBezTo>
                <a:cubicBezTo>
                  <a:pt x="11253" y="7502"/>
                  <a:pt x="11253" y="11253"/>
                  <a:pt x="15004" y="11253"/>
                </a:cubicBezTo>
                <a:cubicBezTo>
                  <a:pt x="15004" y="11253"/>
                  <a:pt x="15004" y="11253"/>
                  <a:pt x="15004" y="11253"/>
                </a:cubicBezTo>
                <a:cubicBezTo>
                  <a:pt x="15004" y="11253"/>
                  <a:pt x="15004" y="11253"/>
                  <a:pt x="15004" y="11253"/>
                </a:cubicBezTo>
                <a:cubicBezTo>
                  <a:pt x="15004" y="11253"/>
                  <a:pt x="15004" y="15004"/>
                  <a:pt x="18755" y="15004"/>
                </a:cubicBezTo>
                <a:cubicBezTo>
                  <a:pt x="18755" y="15004"/>
                  <a:pt x="18755" y="15004"/>
                  <a:pt x="18755" y="15004"/>
                </a:cubicBezTo>
                <a:cubicBezTo>
                  <a:pt x="18755" y="15004"/>
                  <a:pt x="22506" y="15004"/>
                  <a:pt x="22506" y="15004"/>
                </a:cubicBezTo>
                <a:cubicBezTo>
                  <a:pt x="22506" y="15004"/>
                  <a:pt x="22506" y="15004"/>
                  <a:pt x="22506" y="15004"/>
                </a:cubicBezTo>
                <a:cubicBezTo>
                  <a:pt x="22506" y="18755"/>
                  <a:pt x="22506" y="18755"/>
                  <a:pt x="22506" y="18755"/>
                </a:cubicBezTo>
                <a:cubicBezTo>
                  <a:pt x="22506" y="18755"/>
                  <a:pt x="22506" y="18755"/>
                  <a:pt x="26257" y="18755"/>
                </a:cubicBezTo>
                <a:cubicBezTo>
                  <a:pt x="26257" y="18755"/>
                  <a:pt x="26257" y="18755"/>
                  <a:pt x="26257" y="2250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7" name="Freeform 67"/>
          <p:cNvSpPr/>
          <p:nvPr/>
        </p:nvSpPr>
        <p:spPr>
          <a:xfrm>
            <a:off x="749300" y="1054100"/>
            <a:ext cx="11253" cy="10629"/>
          </a:xfrm>
          <a:custGeom>
            <a:avLst/>
            <a:gdLst/>
            <a:ahLst/>
            <a:cxnLst/>
            <a:rect l="l" t="t" r="r" b="b"/>
            <a:pathLst>
              <a:path w="11253" h="10629">
                <a:moveTo>
                  <a:pt x="11253" y="7085"/>
                </a:moveTo>
                <a:cubicBezTo>
                  <a:pt x="11253" y="7085"/>
                  <a:pt x="11253" y="7085"/>
                  <a:pt x="11253" y="7085"/>
                </a:cubicBezTo>
                <a:cubicBezTo>
                  <a:pt x="11253" y="7085"/>
                  <a:pt x="11253" y="7085"/>
                  <a:pt x="11253" y="7085"/>
                </a:cubicBezTo>
                <a:cubicBezTo>
                  <a:pt x="11253" y="7085"/>
                  <a:pt x="11253" y="7085"/>
                  <a:pt x="11253" y="7085"/>
                </a:cubicBezTo>
                <a:cubicBezTo>
                  <a:pt x="11253" y="7085"/>
                  <a:pt x="11253" y="7085"/>
                  <a:pt x="7502" y="10629"/>
                </a:cubicBezTo>
                <a:cubicBezTo>
                  <a:pt x="7502" y="7085"/>
                  <a:pt x="7502" y="7085"/>
                  <a:pt x="7502" y="7085"/>
                </a:cubicBezTo>
                <a:cubicBezTo>
                  <a:pt x="7502" y="7085"/>
                  <a:pt x="7502" y="10629"/>
                  <a:pt x="7502" y="10629"/>
                </a:cubicBezTo>
                <a:cubicBezTo>
                  <a:pt x="7502" y="10629"/>
                  <a:pt x="3752" y="7085"/>
                  <a:pt x="3752" y="7085"/>
                </a:cubicBezTo>
                <a:cubicBezTo>
                  <a:pt x="3752" y="7085"/>
                  <a:pt x="3752" y="7085"/>
                  <a:pt x="3752" y="3543"/>
                </a:cubicBezTo>
                <a:cubicBezTo>
                  <a:pt x="3752" y="3543"/>
                  <a:pt x="3752" y="3543"/>
                  <a:pt x="0" y="3543"/>
                </a:cubicBezTo>
                <a:cubicBezTo>
                  <a:pt x="0" y="3543"/>
                  <a:pt x="0" y="3543"/>
                  <a:pt x="3752" y="3543"/>
                </a:cubicBezTo>
                <a:cubicBezTo>
                  <a:pt x="3752" y="3543"/>
                  <a:pt x="0" y="3543"/>
                  <a:pt x="0" y="3543"/>
                </a:cubicBezTo>
                <a:cubicBezTo>
                  <a:pt x="0" y="0"/>
                  <a:pt x="0" y="0"/>
                  <a:pt x="0" y="0"/>
                </a:cubicBezTo>
                <a:cubicBezTo>
                  <a:pt x="3752" y="0"/>
                  <a:pt x="3752" y="0"/>
                  <a:pt x="3752" y="0"/>
                </a:cubicBezTo>
                <a:cubicBezTo>
                  <a:pt x="3752" y="0"/>
                  <a:pt x="3752" y="0"/>
                  <a:pt x="3752" y="0"/>
                </a:cubicBezTo>
                <a:cubicBezTo>
                  <a:pt x="3752" y="0"/>
                  <a:pt x="3752" y="0"/>
                  <a:pt x="3752" y="0"/>
                </a:cubicBezTo>
                <a:cubicBezTo>
                  <a:pt x="3752" y="0"/>
                  <a:pt x="3752" y="0"/>
                  <a:pt x="3752" y="0"/>
                </a:cubicBezTo>
                <a:cubicBezTo>
                  <a:pt x="3752" y="0"/>
                  <a:pt x="3752" y="3543"/>
                  <a:pt x="7502" y="3543"/>
                </a:cubicBezTo>
                <a:cubicBezTo>
                  <a:pt x="7502" y="3543"/>
                  <a:pt x="7502" y="3543"/>
                  <a:pt x="7502" y="3543"/>
                </a:cubicBezTo>
                <a:cubicBezTo>
                  <a:pt x="7502" y="3543"/>
                  <a:pt x="7502" y="3543"/>
                  <a:pt x="7502" y="3543"/>
                </a:cubicBezTo>
                <a:cubicBezTo>
                  <a:pt x="7502" y="3543"/>
                  <a:pt x="7502" y="3543"/>
                  <a:pt x="7502" y="3543"/>
                </a:cubicBezTo>
                <a:cubicBezTo>
                  <a:pt x="11253" y="3543"/>
                  <a:pt x="11253" y="3543"/>
                  <a:pt x="11253" y="3543"/>
                </a:cubicBezTo>
                <a:cubicBezTo>
                  <a:pt x="11253" y="3543"/>
                  <a:pt x="11253" y="3543"/>
                  <a:pt x="11253" y="3543"/>
                </a:cubicBezTo>
                <a:cubicBezTo>
                  <a:pt x="11253" y="3543"/>
                  <a:pt x="11253" y="3543"/>
                  <a:pt x="11253" y="7085"/>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8" name="Freeform 68"/>
          <p:cNvSpPr/>
          <p:nvPr/>
        </p:nvSpPr>
        <p:spPr>
          <a:xfrm>
            <a:off x="863600" y="1079500"/>
            <a:ext cx="40636" cy="30008"/>
          </a:xfrm>
          <a:custGeom>
            <a:avLst/>
            <a:gdLst/>
            <a:ahLst/>
            <a:cxnLst/>
            <a:rect l="l" t="t" r="r" b="b"/>
            <a:pathLst>
              <a:path w="40636" h="30008">
                <a:moveTo>
                  <a:pt x="36942" y="22506"/>
                </a:moveTo>
                <a:cubicBezTo>
                  <a:pt x="36942" y="22506"/>
                  <a:pt x="36942" y="22506"/>
                  <a:pt x="36942" y="22506"/>
                </a:cubicBezTo>
                <a:cubicBezTo>
                  <a:pt x="33247" y="22506"/>
                  <a:pt x="33247" y="22506"/>
                  <a:pt x="33247" y="22506"/>
                </a:cubicBezTo>
                <a:cubicBezTo>
                  <a:pt x="33247" y="18755"/>
                  <a:pt x="33247" y="18755"/>
                  <a:pt x="33247" y="18755"/>
                </a:cubicBezTo>
                <a:cubicBezTo>
                  <a:pt x="33247" y="18755"/>
                  <a:pt x="33247" y="18755"/>
                  <a:pt x="33247" y="18755"/>
                </a:cubicBezTo>
                <a:cubicBezTo>
                  <a:pt x="33247" y="18755"/>
                  <a:pt x="33247" y="18755"/>
                  <a:pt x="33247" y="18755"/>
                </a:cubicBezTo>
                <a:cubicBezTo>
                  <a:pt x="33247" y="18755"/>
                  <a:pt x="33247" y="18755"/>
                  <a:pt x="33247" y="18755"/>
                </a:cubicBezTo>
                <a:cubicBezTo>
                  <a:pt x="29553" y="18755"/>
                  <a:pt x="29553" y="18755"/>
                  <a:pt x="29553" y="15004"/>
                </a:cubicBezTo>
                <a:cubicBezTo>
                  <a:pt x="29553" y="15004"/>
                  <a:pt x="29553" y="15004"/>
                  <a:pt x="33247" y="15004"/>
                </a:cubicBezTo>
                <a:cubicBezTo>
                  <a:pt x="33247" y="15004"/>
                  <a:pt x="33247" y="15004"/>
                  <a:pt x="33247" y="15004"/>
                </a:cubicBezTo>
                <a:cubicBezTo>
                  <a:pt x="33247" y="15004"/>
                  <a:pt x="33247" y="11253"/>
                  <a:pt x="33247" y="11253"/>
                </a:cubicBezTo>
                <a:cubicBezTo>
                  <a:pt x="33247" y="11253"/>
                  <a:pt x="33247" y="11253"/>
                  <a:pt x="33247" y="11253"/>
                </a:cubicBezTo>
                <a:cubicBezTo>
                  <a:pt x="33247" y="11253"/>
                  <a:pt x="33247" y="11253"/>
                  <a:pt x="33247" y="7502"/>
                </a:cubicBezTo>
                <a:cubicBezTo>
                  <a:pt x="33247" y="7502"/>
                  <a:pt x="33247" y="7502"/>
                  <a:pt x="33247" y="7502"/>
                </a:cubicBezTo>
                <a:cubicBezTo>
                  <a:pt x="33247" y="7502"/>
                  <a:pt x="33247" y="7502"/>
                  <a:pt x="33247" y="7502"/>
                </a:cubicBezTo>
                <a:cubicBezTo>
                  <a:pt x="33247" y="7502"/>
                  <a:pt x="33247" y="7502"/>
                  <a:pt x="33247" y="3752"/>
                </a:cubicBezTo>
                <a:cubicBezTo>
                  <a:pt x="29553" y="3752"/>
                  <a:pt x="29553" y="3752"/>
                  <a:pt x="29553" y="3752"/>
                </a:cubicBezTo>
                <a:cubicBezTo>
                  <a:pt x="29553" y="3752"/>
                  <a:pt x="29553" y="3752"/>
                  <a:pt x="29553" y="0"/>
                </a:cubicBezTo>
                <a:cubicBezTo>
                  <a:pt x="29553" y="0"/>
                  <a:pt x="29553" y="0"/>
                  <a:pt x="29553" y="0"/>
                </a:cubicBezTo>
                <a:cubicBezTo>
                  <a:pt x="29553" y="0"/>
                  <a:pt x="29553" y="0"/>
                  <a:pt x="29553" y="0"/>
                </a:cubicBezTo>
                <a:cubicBezTo>
                  <a:pt x="29553" y="0"/>
                  <a:pt x="29553" y="0"/>
                  <a:pt x="29553" y="0"/>
                </a:cubicBezTo>
                <a:cubicBezTo>
                  <a:pt x="29553" y="0"/>
                  <a:pt x="29553" y="0"/>
                  <a:pt x="29553" y="0"/>
                </a:cubicBezTo>
                <a:cubicBezTo>
                  <a:pt x="29553" y="0"/>
                  <a:pt x="29553" y="0"/>
                  <a:pt x="29553" y="0"/>
                </a:cubicBezTo>
                <a:cubicBezTo>
                  <a:pt x="29553" y="0"/>
                  <a:pt x="25860" y="0"/>
                  <a:pt x="25860" y="0"/>
                </a:cubicBezTo>
                <a:cubicBezTo>
                  <a:pt x="25860" y="0"/>
                  <a:pt x="25860" y="0"/>
                  <a:pt x="22165" y="0"/>
                </a:cubicBezTo>
                <a:cubicBezTo>
                  <a:pt x="22165" y="3752"/>
                  <a:pt x="22165" y="7502"/>
                  <a:pt x="22165" y="7502"/>
                </a:cubicBezTo>
                <a:cubicBezTo>
                  <a:pt x="22165" y="7502"/>
                  <a:pt x="22165" y="11253"/>
                  <a:pt x="22165" y="11253"/>
                </a:cubicBezTo>
                <a:cubicBezTo>
                  <a:pt x="22165" y="11253"/>
                  <a:pt x="22165" y="11253"/>
                  <a:pt x="18471" y="11253"/>
                </a:cubicBezTo>
                <a:cubicBezTo>
                  <a:pt x="18471" y="11253"/>
                  <a:pt x="18471" y="11253"/>
                  <a:pt x="18471" y="11253"/>
                </a:cubicBezTo>
                <a:cubicBezTo>
                  <a:pt x="18471" y="11253"/>
                  <a:pt x="18471" y="11253"/>
                  <a:pt x="18471" y="15004"/>
                </a:cubicBezTo>
                <a:cubicBezTo>
                  <a:pt x="18471" y="15004"/>
                  <a:pt x="18471" y="15004"/>
                  <a:pt x="18471" y="15004"/>
                </a:cubicBezTo>
                <a:cubicBezTo>
                  <a:pt x="18471" y="15004"/>
                  <a:pt x="18471" y="15004"/>
                  <a:pt x="18471" y="15004"/>
                </a:cubicBezTo>
                <a:cubicBezTo>
                  <a:pt x="18471" y="15004"/>
                  <a:pt x="18471" y="15004"/>
                  <a:pt x="18471" y="15004"/>
                </a:cubicBezTo>
                <a:cubicBezTo>
                  <a:pt x="18471" y="15004"/>
                  <a:pt x="18471" y="15004"/>
                  <a:pt x="14776" y="15004"/>
                </a:cubicBezTo>
                <a:cubicBezTo>
                  <a:pt x="14776" y="15004"/>
                  <a:pt x="14776" y="15004"/>
                  <a:pt x="14776" y="15004"/>
                </a:cubicBezTo>
                <a:cubicBezTo>
                  <a:pt x="14776" y="15004"/>
                  <a:pt x="14776" y="15004"/>
                  <a:pt x="14776" y="15004"/>
                </a:cubicBezTo>
                <a:cubicBezTo>
                  <a:pt x="14776" y="15004"/>
                  <a:pt x="14776" y="15004"/>
                  <a:pt x="14776" y="15004"/>
                </a:cubicBezTo>
                <a:cubicBezTo>
                  <a:pt x="14776" y="11253"/>
                  <a:pt x="14776" y="11253"/>
                  <a:pt x="14776" y="7502"/>
                </a:cubicBezTo>
                <a:cubicBezTo>
                  <a:pt x="14776" y="7502"/>
                  <a:pt x="14776" y="7502"/>
                  <a:pt x="14776" y="7502"/>
                </a:cubicBezTo>
                <a:cubicBezTo>
                  <a:pt x="14776" y="7502"/>
                  <a:pt x="14776" y="3752"/>
                  <a:pt x="14776" y="3752"/>
                </a:cubicBezTo>
                <a:cubicBezTo>
                  <a:pt x="14776" y="3752"/>
                  <a:pt x="14776" y="3752"/>
                  <a:pt x="14776" y="3752"/>
                </a:cubicBezTo>
                <a:cubicBezTo>
                  <a:pt x="14776" y="3752"/>
                  <a:pt x="14776" y="3752"/>
                  <a:pt x="14776" y="3752"/>
                </a:cubicBezTo>
                <a:cubicBezTo>
                  <a:pt x="11082" y="3752"/>
                  <a:pt x="11082" y="3752"/>
                  <a:pt x="11082" y="3752"/>
                </a:cubicBezTo>
                <a:cubicBezTo>
                  <a:pt x="11082" y="3752"/>
                  <a:pt x="11082" y="7502"/>
                  <a:pt x="11082" y="7502"/>
                </a:cubicBezTo>
                <a:cubicBezTo>
                  <a:pt x="7389" y="7502"/>
                  <a:pt x="7389" y="7502"/>
                  <a:pt x="7389" y="7502"/>
                </a:cubicBezTo>
                <a:cubicBezTo>
                  <a:pt x="7389" y="7502"/>
                  <a:pt x="3694" y="11253"/>
                  <a:pt x="3694" y="11253"/>
                </a:cubicBezTo>
                <a:cubicBezTo>
                  <a:pt x="3694" y="11253"/>
                  <a:pt x="3694" y="11253"/>
                  <a:pt x="3694" y="11253"/>
                </a:cubicBezTo>
                <a:cubicBezTo>
                  <a:pt x="3694" y="11253"/>
                  <a:pt x="3694" y="11253"/>
                  <a:pt x="3694" y="11253"/>
                </a:cubicBezTo>
                <a:cubicBezTo>
                  <a:pt x="3694" y="11253"/>
                  <a:pt x="0" y="11253"/>
                  <a:pt x="0" y="11253"/>
                </a:cubicBezTo>
                <a:cubicBezTo>
                  <a:pt x="0" y="11253"/>
                  <a:pt x="0" y="11253"/>
                  <a:pt x="0" y="11253"/>
                </a:cubicBezTo>
                <a:cubicBezTo>
                  <a:pt x="0" y="11253"/>
                  <a:pt x="0" y="15004"/>
                  <a:pt x="0" y="15004"/>
                </a:cubicBezTo>
                <a:cubicBezTo>
                  <a:pt x="0" y="15004"/>
                  <a:pt x="0" y="15004"/>
                  <a:pt x="0" y="15004"/>
                </a:cubicBezTo>
                <a:cubicBezTo>
                  <a:pt x="0" y="15004"/>
                  <a:pt x="0" y="15004"/>
                  <a:pt x="0" y="15004"/>
                </a:cubicBezTo>
                <a:cubicBezTo>
                  <a:pt x="0" y="18755"/>
                  <a:pt x="0" y="18755"/>
                  <a:pt x="3694" y="18755"/>
                </a:cubicBezTo>
                <a:cubicBezTo>
                  <a:pt x="3694" y="18755"/>
                  <a:pt x="3694" y="18755"/>
                  <a:pt x="3694" y="22506"/>
                </a:cubicBezTo>
                <a:cubicBezTo>
                  <a:pt x="3694" y="22506"/>
                  <a:pt x="3694" y="22506"/>
                  <a:pt x="3694" y="22506"/>
                </a:cubicBezTo>
                <a:cubicBezTo>
                  <a:pt x="3694" y="22506"/>
                  <a:pt x="3694" y="22506"/>
                  <a:pt x="3694" y="22506"/>
                </a:cubicBezTo>
                <a:cubicBezTo>
                  <a:pt x="3694" y="22506"/>
                  <a:pt x="3694" y="22506"/>
                  <a:pt x="3694" y="22506"/>
                </a:cubicBezTo>
                <a:cubicBezTo>
                  <a:pt x="3694" y="22506"/>
                  <a:pt x="7389" y="22506"/>
                  <a:pt x="7389" y="22506"/>
                </a:cubicBezTo>
                <a:cubicBezTo>
                  <a:pt x="7389" y="22506"/>
                  <a:pt x="7389" y="22506"/>
                  <a:pt x="7389" y="22506"/>
                </a:cubicBezTo>
                <a:cubicBezTo>
                  <a:pt x="7389" y="22506"/>
                  <a:pt x="7389" y="26257"/>
                  <a:pt x="7389" y="26257"/>
                </a:cubicBezTo>
                <a:cubicBezTo>
                  <a:pt x="7389" y="26257"/>
                  <a:pt x="7389" y="22506"/>
                  <a:pt x="7389" y="22506"/>
                </a:cubicBezTo>
                <a:cubicBezTo>
                  <a:pt x="7389" y="22506"/>
                  <a:pt x="7389" y="22506"/>
                  <a:pt x="7389" y="22506"/>
                </a:cubicBezTo>
                <a:cubicBezTo>
                  <a:pt x="7389" y="22506"/>
                  <a:pt x="7389" y="22506"/>
                  <a:pt x="7389" y="22506"/>
                </a:cubicBezTo>
                <a:cubicBezTo>
                  <a:pt x="7389" y="22506"/>
                  <a:pt x="7389" y="22506"/>
                  <a:pt x="7389" y="22506"/>
                </a:cubicBezTo>
                <a:cubicBezTo>
                  <a:pt x="11082" y="22506"/>
                  <a:pt x="11082" y="22506"/>
                  <a:pt x="11082" y="22506"/>
                </a:cubicBezTo>
                <a:cubicBezTo>
                  <a:pt x="11082" y="18755"/>
                  <a:pt x="11082" y="18755"/>
                  <a:pt x="11082" y="18755"/>
                </a:cubicBezTo>
                <a:cubicBezTo>
                  <a:pt x="11082" y="18755"/>
                  <a:pt x="11082" y="18755"/>
                  <a:pt x="11082" y="18755"/>
                </a:cubicBezTo>
                <a:cubicBezTo>
                  <a:pt x="11082" y="18755"/>
                  <a:pt x="14776" y="18755"/>
                  <a:pt x="14776" y="18755"/>
                </a:cubicBezTo>
                <a:cubicBezTo>
                  <a:pt x="14776" y="22506"/>
                  <a:pt x="14776" y="22506"/>
                  <a:pt x="18471" y="22506"/>
                </a:cubicBezTo>
                <a:cubicBezTo>
                  <a:pt x="18471" y="22506"/>
                  <a:pt x="22165" y="22506"/>
                  <a:pt x="22165" y="22506"/>
                </a:cubicBezTo>
                <a:cubicBezTo>
                  <a:pt x="22165" y="22506"/>
                  <a:pt x="22165" y="22506"/>
                  <a:pt x="25860" y="22506"/>
                </a:cubicBezTo>
                <a:cubicBezTo>
                  <a:pt x="25860" y="22506"/>
                  <a:pt x="25860" y="22506"/>
                  <a:pt x="25860" y="22506"/>
                </a:cubicBezTo>
                <a:cubicBezTo>
                  <a:pt x="25860" y="22506"/>
                  <a:pt x="25860" y="26257"/>
                  <a:pt x="29553" y="26257"/>
                </a:cubicBezTo>
                <a:cubicBezTo>
                  <a:pt x="29553" y="26257"/>
                  <a:pt x="29553" y="26257"/>
                  <a:pt x="29553" y="26257"/>
                </a:cubicBezTo>
                <a:cubicBezTo>
                  <a:pt x="29553" y="26257"/>
                  <a:pt x="29553" y="26257"/>
                  <a:pt x="33247" y="26257"/>
                </a:cubicBezTo>
                <a:cubicBezTo>
                  <a:pt x="33247" y="26257"/>
                  <a:pt x="36942" y="30008"/>
                  <a:pt x="36942" y="30008"/>
                </a:cubicBezTo>
                <a:cubicBezTo>
                  <a:pt x="36942" y="30008"/>
                  <a:pt x="36942" y="26257"/>
                  <a:pt x="36942" y="26257"/>
                </a:cubicBezTo>
                <a:cubicBezTo>
                  <a:pt x="36942" y="26257"/>
                  <a:pt x="36942" y="26257"/>
                  <a:pt x="36942" y="26257"/>
                </a:cubicBezTo>
                <a:cubicBezTo>
                  <a:pt x="36942" y="26257"/>
                  <a:pt x="40636" y="26257"/>
                  <a:pt x="36942" y="26257"/>
                </a:cubicBezTo>
                <a:cubicBezTo>
                  <a:pt x="36942" y="22506"/>
                  <a:pt x="36942" y="22506"/>
                  <a:pt x="36942" y="2250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9" name="Freeform 69"/>
          <p:cNvSpPr/>
          <p:nvPr/>
        </p:nvSpPr>
        <p:spPr>
          <a:xfrm>
            <a:off x="901700" y="1092200"/>
            <a:ext cx="15004" cy="22506"/>
          </a:xfrm>
          <a:custGeom>
            <a:avLst/>
            <a:gdLst/>
            <a:ahLst/>
            <a:cxnLst/>
            <a:rect l="l" t="t" r="r" b="b"/>
            <a:pathLst>
              <a:path w="15004" h="22506">
                <a:moveTo>
                  <a:pt x="15004" y="11253"/>
                </a:moveTo>
                <a:cubicBezTo>
                  <a:pt x="15004" y="11253"/>
                  <a:pt x="15004" y="11253"/>
                  <a:pt x="15004" y="7502"/>
                </a:cubicBezTo>
                <a:cubicBezTo>
                  <a:pt x="15004" y="7502"/>
                  <a:pt x="15004" y="7502"/>
                  <a:pt x="15004" y="7502"/>
                </a:cubicBezTo>
                <a:cubicBezTo>
                  <a:pt x="15004" y="7502"/>
                  <a:pt x="15004" y="7502"/>
                  <a:pt x="15004" y="7502"/>
                </a:cubicBezTo>
                <a:cubicBezTo>
                  <a:pt x="15004" y="7502"/>
                  <a:pt x="15004" y="7502"/>
                  <a:pt x="15004" y="7502"/>
                </a:cubicBezTo>
                <a:cubicBezTo>
                  <a:pt x="15004" y="3752"/>
                  <a:pt x="15004" y="3752"/>
                  <a:pt x="11253" y="3752"/>
                </a:cubicBezTo>
                <a:cubicBezTo>
                  <a:pt x="11253" y="3752"/>
                  <a:pt x="11253" y="3752"/>
                  <a:pt x="11253" y="3752"/>
                </a:cubicBezTo>
                <a:cubicBezTo>
                  <a:pt x="11253" y="3752"/>
                  <a:pt x="11253" y="3752"/>
                  <a:pt x="11253" y="0"/>
                </a:cubicBezTo>
                <a:cubicBezTo>
                  <a:pt x="11253" y="0"/>
                  <a:pt x="11253" y="0"/>
                  <a:pt x="11253" y="0"/>
                </a:cubicBezTo>
                <a:cubicBezTo>
                  <a:pt x="11253" y="0"/>
                  <a:pt x="11253" y="0"/>
                  <a:pt x="11253" y="0"/>
                </a:cubicBezTo>
                <a:cubicBezTo>
                  <a:pt x="11253" y="0"/>
                  <a:pt x="7502" y="0"/>
                  <a:pt x="7502" y="3752"/>
                </a:cubicBezTo>
                <a:cubicBezTo>
                  <a:pt x="7502" y="3752"/>
                  <a:pt x="7502" y="3752"/>
                  <a:pt x="7502" y="3752"/>
                </a:cubicBezTo>
                <a:cubicBezTo>
                  <a:pt x="7502" y="3752"/>
                  <a:pt x="7502" y="3752"/>
                  <a:pt x="7502" y="3752"/>
                </a:cubicBezTo>
                <a:cubicBezTo>
                  <a:pt x="7502" y="3752"/>
                  <a:pt x="7502" y="7502"/>
                  <a:pt x="7502" y="7502"/>
                </a:cubicBezTo>
                <a:cubicBezTo>
                  <a:pt x="7502" y="7502"/>
                  <a:pt x="7502" y="7502"/>
                  <a:pt x="7502" y="7502"/>
                </a:cubicBezTo>
                <a:cubicBezTo>
                  <a:pt x="7502" y="7502"/>
                  <a:pt x="7502" y="7502"/>
                  <a:pt x="7502" y="11253"/>
                </a:cubicBezTo>
                <a:cubicBezTo>
                  <a:pt x="3752" y="11253"/>
                  <a:pt x="3752" y="11253"/>
                  <a:pt x="3752" y="11253"/>
                </a:cubicBezTo>
                <a:cubicBezTo>
                  <a:pt x="3752" y="11253"/>
                  <a:pt x="3752" y="11253"/>
                  <a:pt x="3752" y="15004"/>
                </a:cubicBezTo>
                <a:cubicBezTo>
                  <a:pt x="3752" y="15004"/>
                  <a:pt x="3752" y="15004"/>
                  <a:pt x="3752" y="15004"/>
                </a:cubicBezTo>
                <a:cubicBezTo>
                  <a:pt x="3752" y="15004"/>
                  <a:pt x="0" y="18755"/>
                  <a:pt x="3752" y="18755"/>
                </a:cubicBezTo>
                <a:cubicBezTo>
                  <a:pt x="3752" y="18755"/>
                  <a:pt x="3752" y="22506"/>
                  <a:pt x="7502" y="22506"/>
                </a:cubicBezTo>
                <a:cubicBezTo>
                  <a:pt x="7502" y="22506"/>
                  <a:pt x="7502" y="22506"/>
                  <a:pt x="7502" y="22506"/>
                </a:cubicBezTo>
                <a:cubicBezTo>
                  <a:pt x="7502" y="22506"/>
                  <a:pt x="7502" y="22506"/>
                  <a:pt x="7502" y="22506"/>
                </a:cubicBezTo>
                <a:cubicBezTo>
                  <a:pt x="7502" y="22506"/>
                  <a:pt x="7502" y="22506"/>
                  <a:pt x="7502" y="22506"/>
                </a:cubicBezTo>
                <a:cubicBezTo>
                  <a:pt x="7502" y="18755"/>
                  <a:pt x="11253" y="18755"/>
                  <a:pt x="11253" y="18755"/>
                </a:cubicBezTo>
                <a:cubicBezTo>
                  <a:pt x="11253" y="18755"/>
                  <a:pt x="11253" y="18755"/>
                  <a:pt x="11253" y="18755"/>
                </a:cubicBezTo>
                <a:cubicBezTo>
                  <a:pt x="11253" y="18755"/>
                  <a:pt x="11253" y="18755"/>
                  <a:pt x="11253" y="15004"/>
                </a:cubicBezTo>
                <a:cubicBezTo>
                  <a:pt x="11253" y="15004"/>
                  <a:pt x="15004" y="11253"/>
                  <a:pt x="15004" y="11253"/>
                </a:cubicBezTo>
                <a:cubicBezTo>
                  <a:pt x="15004" y="11253"/>
                  <a:pt x="15004" y="11253"/>
                  <a:pt x="15004" y="1125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0" name="Freeform 70"/>
          <p:cNvSpPr/>
          <p:nvPr/>
        </p:nvSpPr>
        <p:spPr>
          <a:xfrm>
            <a:off x="1092200" y="1054100"/>
            <a:ext cx="15004" cy="15004"/>
          </a:xfrm>
          <a:custGeom>
            <a:avLst/>
            <a:gdLst/>
            <a:ahLst/>
            <a:cxnLst/>
            <a:rect l="l" t="t" r="r" b="b"/>
            <a:pathLst>
              <a:path w="15004" h="15004">
                <a:moveTo>
                  <a:pt x="3752" y="3752"/>
                </a:moveTo>
                <a:cubicBezTo>
                  <a:pt x="3752" y="0"/>
                  <a:pt x="7502" y="0"/>
                  <a:pt x="7502" y="0"/>
                </a:cubicBezTo>
                <a:cubicBezTo>
                  <a:pt x="7502" y="0"/>
                  <a:pt x="7502" y="0"/>
                  <a:pt x="7502" y="0"/>
                </a:cubicBezTo>
                <a:cubicBezTo>
                  <a:pt x="11253" y="3752"/>
                  <a:pt x="11253" y="3752"/>
                  <a:pt x="11253" y="7502"/>
                </a:cubicBezTo>
                <a:cubicBezTo>
                  <a:pt x="15004" y="7502"/>
                  <a:pt x="15004" y="7502"/>
                  <a:pt x="15004" y="7502"/>
                </a:cubicBezTo>
                <a:cubicBezTo>
                  <a:pt x="15004" y="11253"/>
                  <a:pt x="15004" y="11253"/>
                  <a:pt x="15004" y="11253"/>
                </a:cubicBezTo>
                <a:cubicBezTo>
                  <a:pt x="15004" y="11253"/>
                  <a:pt x="15004" y="15004"/>
                  <a:pt x="15004" y="15004"/>
                </a:cubicBezTo>
                <a:cubicBezTo>
                  <a:pt x="15004" y="15004"/>
                  <a:pt x="11253" y="15004"/>
                  <a:pt x="11253" y="15004"/>
                </a:cubicBezTo>
                <a:cubicBezTo>
                  <a:pt x="11253" y="15004"/>
                  <a:pt x="7502" y="15004"/>
                  <a:pt x="7502" y="15004"/>
                </a:cubicBezTo>
                <a:cubicBezTo>
                  <a:pt x="7502" y="15004"/>
                  <a:pt x="7502" y="15004"/>
                  <a:pt x="7502" y="15004"/>
                </a:cubicBezTo>
                <a:cubicBezTo>
                  <a:pt x="7502" y="15004"/>
                  <a:pt x="7502" y="11253"/>
                  <a:pt x="7502" y="11253"/>
                </a:cubicBezTo>
                <a:cubicBezTo>
                  <a:pt x="3752" y="11253"/>
                  <a:pt x="3752" y="11253"/>
                  <a:pt x="3752" y="7502"/>
                </a:cubicBezTo>
                <a:cubicBezTo>
                  <a:pt x="3752" y="7502"/>
                  <a:pt x="0" y="7502"/>
                  <a:pt x="0" y="3752"/>
                </a:cubicBezTo>
                <a:cubicBezTo>
                  <a:pt x="0" y="3752"/>
                  <a:pt x="3752" y="3752"/>
                  <a:pt x="3752" y="37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1" name="Freeform 71"/>
          <p:cNvSpPr/>
          <p:nvPr/>
        </p:nvSpPr>
        <p:spPr>
          <a:xfrm>
            <a:off x="1092200" y="1016000"/>
            <a:ext cx="62516" cy="66892"/>
          </a:xfrm>
          <a:custGeom>
            <a:avLst/>
            <a:gdLst/>
            <a:ahLst/>
            <a:cxnLst/>
            <a:rect l="l" t="t" r="r" b="b"/>
            <a:pathLst>
              <a:path w="62516" h="66892">
                <a:moveTo>
                  <a:pt x="44129" y="59460"/>
                </a:moveTo>
                <a:cubicBezTo>
                  <a:pt x="44129" y="59460"/>
                  <a:pt x="44129" y="59460"/>
                  <a:pt x="44129" y="59460"/>
                </a:cubicBezTo>
                <a:cubicBezTo>
                  <a:pt x="47807" y="59460"/>
                  <a:pt x="47807" y="59460"/>
                  <a:pt x="47807" y="59460"/>
                </a:cubicBezTo>
                <a:cubicBezTo>
                  <a:pt x="47807" y="55743"/>
                  <a:pt x="47807" y="55743"/>
                  <a:pt x="47807" y="52027"/>
                </a:cubicBezTo>
                <a:cubicBezTo>
                  <a:pt x="47807" y="52027"/>
                  <a:pt x="47807" y="52027"/>
                  <a:pt x="47807" y="52027"/>
                </a:cubicBezTo>
                <a:cubicBezTo>
                  <a:pt x="47807" y="52027"/>
                  <a:pt x="44129" y="52027"/>
                  <a:pt x="44129" y="52027"/>
                </a:cubicBezTo>
                <a:cubicBezTo>
                  <a:pt x="44129" y="52027"/>
                  <a:pt x="44129" y="52027"/>
                  <a:pt x="44129" y="52027"/>
                </a:cubicBezTo>
                <a:cubicBezTo>
                  <a:pt x="44129" y="55743"/>
                  <a:pt x="44129" y="55743"/>
                  <a:pt x="44129" y="55743"/>
                </a:cubicBezTo>
                <a:cubicBezTo>
                  <a:pt x="44129" y="55743"/>
                  <a:pt x="44129" y="55743"/>
                  <a:pt x="44129" y="55743"/>
                </a:cubicBezTo>
                <a:cubicBezTo>
                  <a:pt x="44129" y="55743"/>
                  <a:pt x="40452" y="55743"/>
                  <a:pt x="40452" y="55743"/>
                </a:cubicBezTo>
                <a:cubicBezTo>
                  <a:pt x="40452" y="59460"/>
                  <a:pt x="40452" y="59460"/>
                  <a:pt x="40452" y="59460"/>
                </a:cubicBezTo>
                <a:cubicBezTo>
                  <a:pt x="40452" y="59460"/>
                  <a:pt x="40452" y="59460"/>
                  <a:pt x="44129" y="59460"/>
                </a:cubicBezTo>
                <a:close/>
                <a:moveTo>
                  <a:pt x="22065" y="18581"/>
                </a:moveTo>
                <a:cubicBezTo>
                  <a:pt x="22065" y="22297"/>
                  <a:pt x="22065" y="26013"/>
                  <a:pt x="25742" y="26013"/>
                </a:cubicBezTo>
                <a:cubicBezTo>
                  <a:pt x="25742" y="26013"/>
                  <a:pt x="29420" y="26013"/>
                  <a:pt x="29420" y="22297"/>
                </a:cubicBezTo>
                <a:cubicBezTo>
                  <a:pt x="29420" y="22297"/>
                  <a:pt x="29420" y="22297"/>
                  <a:pt x="29420" y="22297"/>
                </a:cubicBezTo>
                <a:cubicBezTo>
                  <a:pt x="25742" y="22297"/>
                  <a:pt x="25742" y="22297"/>
                  <a:pt x="25742" y="22297"/>
                </a:cubicBezTo>
                <a:cubicBezTo>
                  <a:pt x="25742" y="22297"/>
                  <a:pt x="25742" y="22297"/>
                  <a:pt x="22065" y="22297"/>
                </a:cubicBezTo>
                <a:cubicBezTo>
                  <a:pt x="22065" y="18581"/>
                  <a:pt x="22065" y="18581"/>
                  <a:pt x="22065" y="18581"/>
                </a:cubicBezTo>
                <a:cubicBezTo>
                  <a:pt x="22065" y="18581"/>
                  <a:pt x="22065" y="18581"/>
                  <a:pt x="22065" y="18581"/>
                </a:cubicBezTo>
                <a:close/>
                <a:moveTo>
                  <a:pt x="25742" y="18581"/>
                </a:moveTo>
                <a:cubicBezTo>
                  <a:pt x="25742" y="18581"/>
                  <a:pt x="25742" y="18581"/>
                  <a:pt x="25742" y="18581"/>
                </a:cubicBezTo>
                <a:cubicBezTo>
                  <a:pt x="25742" y="18581"/>
                  <a:pt x="25742" y="18581"/>
                  <a:pt x="25742" y="18581"/>
                </a:cubicBezTo>
                <a:cubicBezTo>
                  <a:pt x="25742" y="14865"/>
                  <a:pt x="25742" y="14865"/>
                  <a:pt x="25742" y="14865"/>
                </a:cubicBezTo>
                <a:cubicBezTo>
                  <a:pt x="25742" y="14865"/>
                  <a:pt x="25742" y="14865"/>
                  <a:pt x="25742" y="18581"/>
                </a:cubicBezTo>
                <a:close/>
                <a:moveTo>
                  <a:pt x="11032" y="3716"/>
                </a:moveTo>
                <a:cubicBezTo>
                  <a:pt x="11032" y="3716"/>
                  <a:pt x="11032" y="3716"/>
                  <a:pt x="14709" y="0"/>
                </a:cubicBezTo>
                <a:cubicBezTo>
                  <a:pt x="14709" y="3716"/>
                  <a:pt x="14709" y="3716"/>
                  <a:pt x="14709" y="3716"/>
                </a:cubicBezTo>
                <a:cubicBezTo>
                  <a:pt x="14709" y="3716"/>
                  <a:pt x="14709" y="3716"/>
                  <a:pt x="14709" y="3716"/>
                </a:cubicBezTo>
                <a:cubicBezTo>
                  <a:pt x="14709" y="7432"/>
                  <a:pt x="14709" y="7432"/>
                  <a:pt x="14709" y="7432"/>
                </a:cubicBezTo>
                <a:cubicBezTo>
                  <a:pt x="14709" y="7432"/>
                  <a:pt x="11032" y="11148"/>
                  <a:pt x="11032" y="11148"/>
                </a:cubicBezTo>
                <a:cubicBezTo>
                  <a:pt x="11032" y="11148"/>
                  <a:pt x="11032" y="11148"/>
                  <a:pt x="11032" y="11148"/>
                </a:cubicBezTo>
                <a:cubicBezTo>
                  <a:pt x="11032" y="11148"/>
                  <a:pt x="11032" y="11148"/>
                  <a:pt x="11032" y="14865"/>
                </a:cubicBezTo>
                <a:cubicBezTo>
                  <a:pt x="14709" y="14865"/>
                  <a:pt x="14709" y="14865"/>
                  <a:pt x="14709" y="14865"/>
                </a:cubicBezTo>
                <a:cubicBezTo>
                  <a:pt x="14709" y="14865"/>
                  <a:pt x="14709" y="14865"/>
                  <a:pt x="18387" y="14865"/>
                </a:cubicBezTo>
                <a:cubicBezTo>
                  <a:pt x="18387" y="14865"/>
                  <a:pt x="18387" y="14865"/>
                  <a:pt x="18387" y="14865"/>
                </a:cubicBezTo>
                <a:cubicBezTo>
                  <a:pt x="18387" y="14865"/>
                  <a:pt x="18387" y="14865"/>
                  <a:pt x="18387" y="14865"/>
                </a:cubicBezTo>
                <a:cubicBezTo>
                  <a:pt x="18387" y="14865"/>
                  <a:pt x="18387" y="14865"/>
                  <a:pt x="22065" y="14865"/>
                </a:cubicBezTo>
                <a:cubicBezTo>
                  <a:pt x="22065" y="11148"/>
                  <a:pt x="22065" y="11148"/>
                  <a:pt x="25742" y="14865"/>
                </a:cubicBezTo>
                <a:cubicBezTo>
                  <a:pt x="22065" y="11148"/>
                  <a:pt x="22065" y="11148"/>
                  <a:pt x="22065" y="7432"/>
                </a:cubicBezTo>
                <a:cubicBezTo>
                  <a:pt x="18387" y="7432"/>
                  <a:pt x="18387" y="7432"/>
                  <a:pt x="18387" y="7432"/>
                </a:cubicBezTo>
                <a:cubicBezTo>
                  <a:pt x="18387" y="7432"/>
                  <a:pt x="18387" y="7432"/>
                  <a:pt x="18387" y="11148"/>
                </a:cubicBezTo>
                <a:cubicBezTo>
                  <a:pt x="18387" y="11148"/>
                  <a:pt x="18387" y="11148"/>
                  <a:pt x="18387" y="11148"/>
                </a:cubicBezTo>
                <a:cubicBezTo>
                  <a:pt x="18387" y="14865"/>
                  <a:pt x="18387" y="14865"/>
                  <a:pt x="14709" y="14865"/>
                </a:cubicBezTo>
                <a:cubicBezTo>
                  <a:pt x="14709" y="14865"/>
                  <a:pt x="14709" y="14865"/>
                  <a:pt x="14709" y="11148"/>
                </a:cubicBezTo>
                <a:cubicBezTo>
                  <a:pt x="14709" y="11148"/>
                  <a:pt x="14709" y="11148"/>
                  <a:pt x="14709" y="11148"/>
                </a:cubicBezTo>
                <a:cubicBezTo>
                  <a:pt x="14709" y="7432"/>
                  <a:pt x="14709" y="3716"/>
                  <a:pt x="18387" y="3716"/>
                </a:cubicBezTo>
                <a:cubicBezTo>
                  <a:pt x="18387" y="3716"/>
                  <a:pt x="18387" y="3716"/>
                  <a:pt x="22065" y="3716"/>
                </a:cubicBezTo>
                <a:cubicBezTo>
                  <a:pt x="22065" y="3716"/>
                  <a:pt x="22065" y="3716"/>
                  <a:pt x="25742" y="3716"/>
                </a:cubicBezTo>
                <a:cubicBezTo>
                  <a:pt x="25742" y="3716"/>
                  <a:pt x="25742" y="3716"/>
                  <a:pt x="25742" y="3716"/>
                </a:cubicBezTo>
                <a:cubicBezTo>
                  <a:pt x="25742" y="3716"/>
                  <a:pt x="25742" y="7432"/>
                  <a:pt x="25742" y="7432"/>
                </a:cubicBezTo>
                <a:cubicBezTo>
                  <a:pt x="25742" y="7432"/>
                  <a:pt x="29420" y="7432"/>
                  <a:pt x="29420" y="11148"/>
                </a:cubicBezTo>
                <a:cubicBezTo>
                  <a:pt x="29420" y="11148"/>
                  <a:pt x="29420" y="14865"/>
                  <a:pt x="29420" y="14865"/>
                </a:cubicBezTo>
                <a:cubicBezTo>
                  <a:pt x="29420" y="14865"/>
                  <a:pt x="33096" y="14865"/>
                  <a:pt x="33096" y="18581"/>
                </a:cubicBezTo>
                <a:cubicBezTo>
                  <a:pt x="33096" y="18581"/>
                  <a:pt x="33096" y="18581"/>
                  <a:pt x="33096" y="18581"/>
                </a:cubicBezTo>
                <a:cubicBezTo>
                  <a:pt x="33096" y="18581"/>
                  <a:pt x="33096" y="18581"/>
                  <a:pt x="33096" y="18581"/>
                </a:cubicBezTo>
                <a:cubicBezTo>
                  <a:pt x="33096" y="18581"/>
                  <a:pt x="33096" y="18581"/>
                  <a:pt x="33096" y="18581"/>
                </a:cubicBezTo>
                <a:cubicBezTo>
                  <a:pt x="36774" y="14865"/>
                  <a:pt x="36774" y="14865"/>
                  <a:pt x="36774" y="14865"/>
                </a:cubicBezTo>
                <a:cubicBezTo>
                  <a:pt x="36774" y="14865"/>
                  <a:pt x="40452" y="14865"/>
                  <a:pt x="40452" y="14865"/>
                </a:cubicBezTo>
                <a:cubicBezTo>
                  <a:pt x="44129" y="14865"/>
                  <a:pt x="44129" y="11148"/>
                  <a:pt x="44129" y="11148"/>
                </a:cubicBezTo>
                <a:cubicBezTo>
                  <a:pt x="44129" y="14865"/>
                  <a:pt x="47807" y="14865"/>
                  <a:pt x="47807" y="14865"/>
                </a:cubicBezTo>
                <a:cubicBezTo>
                  <a:pt x="47807" y="14865"/>
                  <a:pt x="47807" y="14865"/>
                  <a:pt x="47807" y="14865"/>
                </a:cubicBezTo>
                <a:cubicBezTo>
                  <a:pt x="47807" y="18581"/>
                  <a:pt x="44129" y="18581"/>
                  <a:pt x="44129" y="22297"/>
                </a:cubicBezTo>
                <a:cubicBezTo>
                  <a:pt x="44129" y="26013"/>
                  <a:pt x="40452" y="26013"/>
                  <a:pt x="40452" y="29729"/>
                </a:cubicBezTo>
                <a:cubicBezTo>
                  <a:pt x="40452" y="29729"/>
                  <a:pt x="40452" y="33445"/>
                  <a:pt x="40452" y="33445"/>
                </a:cubicBezTo>
                <a:cubicBezTo>
                  <a:pt x="40452" y="33445"/>
                  <a:pt x="44129" y="33445"/>
                  <a:pt x="44129" y="33445"/>
                </a:cubicBezTo>
                <a:cubicBezTo>
                  <a:pt x="40452" y="37163"/>
                  <a:pt x="40452" y="37163"/>
                  <a:pt x="40452" y="37163"/>
                </a:cubicBezTo>
                <a:cubicBezTo>
                  <a:pt x="40452" y="37163"/>
                  <a:pt x="40452" y="40879"/>
                  <a:pt x="40452" y="40879"/>
                </a:cubicBezTo>
                <a:cubicBezTo>
                  <a:pt x="40452" y="40879"/>
                  <a:pt x="40452" y="44595"/>
                  <a:pt x="40452" y="44595"/>
                </a:cubicBezTo>
                <a:cubicBezTo>
                  <a:pt x="44129" y="44595"/>
                  <a:pt x="44129" y="44595"/>
                  <a:pt x="44129" y="44595"/>
                </a:cubicBezTo>
                <a:cubicBezTo>
                  <a:pt x="47807" y="44595"/>
                  <a:pt x="47807" y="44595"/>
                  <a:pt x="47807" y="44595"/>
                </a:cubicBezTo>
                <a:cubicBezTo>
                  <a:pt x="47807" y="40879"/>
                  <a:pt x="51483" y="40879"/>
                  <a:pt x="51483" y="40879"/>
                </a:cubicBezTo>
                <a:cubicBezTo>
                  <a:pt x="55161" y="37163"/>
                  <a:pt x="55161" y="37163"/>
                  <a:pt x="55161" y="37163"/>
                </a:cubicBezTo>
                <a:cubicBezTo>
                  <a:pt x="55161" y="37163"/>
                  <a:pt x="58839" y="37163"/>
                  <a:pt x="58839" y="37163"/>
                </a:cubicBezTo>
                <a:cubicBezTo>
                  <a:pt x="58839" y="37163"/>
                  <a:pt x="62516" y="37163"/>
                  <a:pt x="62516" y="40879"/>
                </a:cubicBezTo>
                <a:cubicBezTo>
                  <a:pt x="62516" y="40879"/>
                  <a:pt x="62516" y="40879"/>
                  <a:pt x="62516" y="40879"/>
                </a:cubicBezTo>
                <a:cubicBezTo>
                  <a:pt x="62516" y="40879"/>
                  <a:pt x="58839" y="40879"/>
                  <a:pt x="58839" y="40879"/>
                </a:cubicBezTo>
                <a:cubicBezTo>
                  <a:pt x="58839" y="40879"/>
                  <a:pt x="58839" y="40879"/>
                  <a:pt x="58839" y="44595"/>
                </a:cubicBezTo>
                <a:cubicBezTo>
                  <a:pt x="58839" y="44595"/>
                  <a:pt x="58839" y="44595"/>
                  <a:pt x="58839" y="44595"/>
                </a:cubicBezTo>
                <a:cubicBezTo>
                  <a:pt x="55161" y="44595"/>
                  <a:pt x="55161" y="44595"/>
                  <a:pt x="55161" y="48311"/>
                </a:cubicBezTo>
                <a:cubicBezTo>
                  <a:pt x="51483" y="48311"/>
                  <a:pt x="51483" y="48311"/>
                  <a:pt x="51483" y="48311"/>
                </a:cubicBezTo>
                <a:cubicBezTo>
                  <a:pt x="51483" y="48311"/>
                  <a:pt x="55161" y="52027"/>
                  <a:pt x="55161" y="52027"/>
                </a:cubicBezTo>
                <a:cubicBezTo>
                  <a:pt x="55161" y="55743"/>
                  <a:pt x="51483" y="55743"/>
                  <a:pt x="51483" y="59460"/>
                </a:cubicBezTo>
                <a:cubicBezTo>
                  <a:pt x="51483" y="59460"/>
                  <a:pt x="51483" y="63176"/>
                  <a:pt x="47807" y="63176"/>
                </a:cubicBezTo>
                <a:cubicBezTo>
                  <a:pt x="47807" y="63176"/>
                  <a:pt x="47807" y="63176"/>
                  <a:pt x="47807" y="63176"/>
                </a:cubicBezTo>
                <a:cubicBezTo>
                  <a:pt x="47807" y="63176"/>
                  <a:pt x="44129" y="63176"/>
                  <a:pt x="44129" y="63176"/>
                </a:cubicBezTo>
                <a:cubicBezTo>
                  <a:pt x="44129" y="66892"/>
                  <a:pt x="44129" y="63176"/>
                  <a:pt x="44129" y="63176"/>
                </a:cubicBezTo>
                <a:cubicBezTo>
                  <a:pt x="44129" y="66892"/>
                  <a:pt x="44129" y="63176"/>
                  <a:pt x="40452" y="66892"/>
                </a:cubicBezTo>
                <a:cubicBezTo>
                  <a:pt x="40452" y="63176"/>
                  <a:pt x="40452" y="63176"/>
                  <a:pt x="36774" y="59460"/>
                </a:cubicBezTo>
                <a:cubicBezTo>
                  <a:pt x="36774" y="59460"/>
                  <a:pt x="36774" y="59460"/>
                  <a:pt x="36774" y="59460"/>
                </a:cubicBezTo>
                <a:cubicBezTo>
                  <a:pt x="36774" y="59460"/>
                  <a:pt x="36774" y="55743"/>
                  <a:pt x="36774" y="55743"/>
                </a:cubicBezTo>
                <a:cubicBezTo>
                  <a:pt x="36774" y="55743"/>
                  <a:pt x="36774" y="55743"/>
                  <a:pt x="36774" y="55743"/>
                </a:cubicBezTo>
                <a:cubicBezTo>
                  <a:pt x="36774" y="55743"/>
                  <a:pt x="40452" y="55743"/>
                  <a:pt x="40452" y="55743"/>
                </a:cubicBezTo>
                <a:cubicBezTo>
                  <a:pt x="40452" y="52027"/>
                  <a:pt x="40452" y="52027"/>
                  <a:pt x="40452" y="52027"/>
                </a:cubicBezTo>
                <a:cubicBezTo>
                  <a:pt x="40452" y="52027"/>
                  <a:pt x="40452" y="52027"/>
                  <a:pt x="40452" y="48311"/>
                </a:cubicBezTo>
                <a:cubicBezTo>
                  <a:pt x="40452" y="48311"/>
                  <a:pt x="40452" y="48311"/>
                  <a:pt x="40452" y="48311"/>
                </a:cubicBezTo>
                <a:cubicBezTo>
                  <a:pt x="40452" y="48311"/>
                  <a:pt x="40452" y="48311"/>
                  <a:pt x="40452" y="48311"/>
                </a:cubicBezTo>
                <a:cubicBezTo>
                  <a:pt x="36774" y="48311"/>
                  <a:pt x="36774" y="48311"/>
                  <a:pt x="36774" y="48311"/>
                </a:cubicBezTo>
                <a:cubicBezTo>
                  <a:pt x="36774" y="48311"/>
                  <a:pt x="36774" y="48311"/>
                  <a:pt x="36774" y="44595"/>
                </a:cubicBezTo>
                <a:cubicBezTo>
                  <a:pt x="36774" y="44595"/>
                  <a:pt x="36774" y="44595"/>
                  <a:pt x="36774" y="40879"/>
                </a:cubicBezTo>
                <a:cubicBezTo>
                  <a:pt x="33096" y="40879"/>
                  <a:pt x="33096" y="44595"/>
                  <a:pt x="33096" y="44595"/>
                </a:cubicBezTo>
                <a:cubicBezTo>
                  <a:pt x="33096" y="44595"/>
                  <a:pt x="33096" y="44595"/>
                  <a:pt x="33096" y="44595"/>
                </a:cubicBezTo>
                <a:cubicBezTo>
                  <a:pt x="33096" y="48311"/>
                  <a:pt x="33096" y="48311"/>
                  <a:pt x="33096" y="48311"/>
                </a:cubicBezTo>
                <a:cubicBezTo>
                  <a:pt x="29420" y="48311"/>
                  <a:pt x="29420" y="52027"/>
                  <a:pt x="29420" y="52027"/>
                </a:cubicBezTo>
                <a:cubicBezTo>
                  <a:pt x="29420" y="48311"/>
                  <a:pt x="29420" y="48311"/>
                  <a:pt x="25742" y="48311"/>
                </a:cubicBezTo>
                <a:cubicBezTo>
                  <a:pt x="25742" y="48311"/>
                  <a:pt x="29420" y="44595"/>
                  <a:pt x="29420" y="44595"/>
                </a:cubicBezTo>
                <a:cubicBezTo>
                  <a:pt x="29420" y="40879"/>
                  <a:pt x="29420" y="40879"/>
                  <a:pt x="29420" y="37163"/>
                </a:cubicBezTo>
                <a:cubicBezTo>
                  <a:pt x="29420" y="37163"/>
                  <a:pt x="29420" y="37163"/>
                  <a:pt x="33096" y="37163"/>
                </a:cubicBezTo>
                <a:cubicBezTo>
                  <a:pt x="33096" y="37163"/>
                  <a:pt x="33096" y="33445"/>
                  <a:pt x="33096" y="33445"/>
                </a:cubicBezTo>
                <a:cubicBezTo>
                  <a:pt x="33096" y="33445"/>
                  <a:pt x="33096" y="33445"/>
                  <a:pt x="36774" y="33445"/>
                </a:cubicBezTo>
                <a:cubicBezTo>
                  <a:pt x="36774" y="33445"/>
                  <a:pt x="36774" y="33445"/>
                  <a:pt x="36774" y="33445"/>
                </a:cubicBezTo>
                <a:cubicBezTo>
                  <a:pt x="36774" y="33445"/>
                  <a:pt x="36774" y="29729"/>
                  <a:pt x="36774" y="29729"/>
                </a:cubicBezTo>
                <a:cubicBezTo>
                  <a:pt x="36774" y="29729"/>
                  <a:pt x="36774" y="29729"/>
                  <a:pt x="36774" y="29729"/>
                </a:cubicBezTo>
                <a:cubicBezTo>
                  <a:pt x="36774" y="26013"/>
                  <a:pt x="36774" y="26013"/>
                  <a:pt x="36774" y="26013"/>
                </a:cubicBezTo>
                <a:cubicBezTo>
                  <a:pt x="36774" y="26013"/>
                  <a:pt x="40452" y="22297"/>
                  <a:pt x="36774" y="22297"/>
                </a:cubicBezTo>
                <a:cubicBezTo>
                  <a:pt x="36774" y="22297"/>
                  <a:pt x="33096" y="26013"/>
                  <a:pt x="29420" y="29729"/>
                </a:cubicBezTo>
                <a:cubicBezTo>
                  <a:pt x="29420" y="29729"/>
                  <a:pt x="29420" y="29729"/>
                  <a:pt x="29420" y="29729"/>
                </a:cubicBezTo>
                <a:cubicBezTo>
                  <a:pt x="29420" y="29729"/>
                  <a:pt x="29420" y="33445"/>
                  <a:pt x="25742" y="33445"/>
                </a:cubicBezTo>
                <a:cubicBezTo>
                  <a:pt x="25742" y="33445"/>
                  <a:pt x="25742" y="37163"/>
                  <a:pt x="22065" y="37163"/>
                </a:cubicBezTo>
                <a:cubicBezTo>
                  <a:pt x="22065" y="37163"/>
                  <a:pt x="22065" y="40879"/>
                  <a:pt x="22065" y="40879"/>
                </a:cubicBezTo>
                <a:cubicBezTo>
                  <a:pt x="22065" y="40879"/>
                  <a:pt x="22065" y="40879"/>
                  <a:pt x="22065" y="40879"/>
                </a:cubicBezTo>
                <a:cubicBezTo>
                  <a:pt x="22065" y="40879"/>
                  <a:pt x="22065" y="44595"/>
                  <a:pt x="18387" y="44595"/>
                </a:cubicBezTo>
                <a:cubicBezTo>
                  <a:pt x="18387" y="44595"/>
                  <a:pt x="18387" y="44595"/>
                  <a:pt x="18387" y="44595"/>
                </a:cubicBezTo>
                <a:cubicBezTo>
                  <a:pt x="14709" y="44595"/>
                  <a:pt x="14709" y="44595"/>
                  <a:pt x="14709" y="44595"/>
                </a:cubicBezTo>
                <a:cubicBezTo>
                  <a:pt x="14709" y="44595"/>
                  <a:pt x="14709" y="44595"/>
                  <a:pt x="14709" y="44595"/>
                </a:cubicBezTo>
                <a:cubicBezTo>
                  <a:pt x="11032" y="44595"/>
                  <a:pt x="14709" y="44595"/>
                  <a:pt x="14709" y="40879"/>
                </a:cubicBezTo>
                <a:cubicBezTo>
                  <a:pt x="14709" y="40879"/>
                  <a:pt x="11032" y="40879"/>
                  <a:pt x="7355" y="37163"/>
                </a:cubicBezTo>
                <a:cubicBezTo>
                  <a:pt x="7355" y="37163"/>
                  <a:pt x="7355" y="37163"/>
                  <a:pt x="7355" y="37163"/>
                </a:cubicBezTo>
                <a:cubicBezTo>
                  <a:pt x="7355" y="37163"/>
                  <a:pt x="3678" y="37163"/>
                  <a:pt x="3678" y="37163"/>
                </a:cubicBezTo>
                <a:cubicBezTo>
                  <a:pt x="3678" y="37163"/>
                  <a:pt x="3678" y="37163"/>
                  <a:pt x="3678" y="33445"/>
                </a:cubicBezTo>
                <a:cubicBezTo>
                  <a:pt x="3678" y="33445"/>
                  <a:pt x="3678" y="33445"/>
                  <a:pt x="3678" y="33445"/>
                </a:cubicBezTo>
                <a:cubicBezTo>
                  <a:pt x="3678" y="33445"/>
                  <a:pt x="3678" y="33445"/>
                  <a:pt x="3678" y="33445"/>
                </a:cubicBezTo>
                <a:cubicBezTo>
                  <a:pt x="3678" y="33445"/>
                  <a:pt x="0" y="33445"/>
                  <a:pt x="0" y="33445"/>
                </a:cubicBezTo>
                <a:cubicBezTo>
                  <a:pt x="0" y="33445"/>
                  <a:pt x="0" y="29729"/>
                  <a:pt x="0" y="29729"/>
                </a:cubicBezTo>
                <a:cubicBezTo>
                  <a:pt x="0" y="29729"/>
                  <a:pt x="0" y="29729"/>
                  <a:pt x="0" y="29729"/>
                </a:cubicBezTo>
                <a:cubicBezTo>
                  <a:pt x="0" y="29729"/>
                  <a:pt x="0" y="29729"/>
                  <a:pt x="3678" y="29729"/>
                </a:cubicBezTo>
                <a:cubicBezTo>
                  <a:pt x="3678" y="29729"/>
                  <a:pt x="3678" y="29729"/>
                  <a:pt x="7355" y="29729"/>
                </a:cubicBezTo>
                <a:cubicBezTo>
                  <a:pt x="7355" y="29729"/>
                  <a:pt x="7355" y="29729"/>
                  <a:pt x="7355" y="29729"/>
                </a:cubicBezTo>
                <a:cubicBezTo>
                  <a:pt x="7355" y="29729"/>
                  <a:pt x="7355" y="29729"/>
                  <a:pt x="11032" y="33445"/>
                </a:cubicBezTo>
                <a:cubicBezTo>
                  <a:pt x="11032" y="33445"/>
                  <a:pt x="11032" y="33445"/>
                  <a:pt x="11032" y="33445"/>
                </a:cubicBezTo>
                <a:cubicBezTo>
                  <a:pt x="11032" y="33445"/>
                  <a:pt x="11032" y="33445"/>
                  <a:pt x="11032" y="33445"/>
                </a:cubicBezTo>
                <a:cubicBezTo>
                  <a:pt x="11032" y="33445"/>
                  <a:pt x="11032" y="33445"/>
                  <a:pt x="14709" y="33445"/>
                </a:cubicBezTo>
                <a:cubicBezTo>
                  <a:pt x="14709" y="33445"/>
                  <a:pt x="14709" y="33445"/>
                  <a:pt x="14709" y="37163"/>
                </a:cubicBezTo>
                <a:cubicBezTo>
                  <a:pt x="14709" y="37163"/>
                  <a:pt x="14709" y="37163"/>
                  <a:pt x="14709" y="37163"/>
                </a:cubicBezTo>
                <a:cubicBezTo>
                  <a:pt x="14709" y="37163"/>
                  <a:pt x="14709" y="37163"/>
                  <a:pt x="18387" y="37163"/>
                </a:cubicBezTo>
                <a:cubicBezTo>
                  <a:pt x="18387" y="37163"/>
                  <a:pt x="18387" y="37163"/>
                  <a:pt x="18387" y="37163"/>
                </a:cubicBezTo>
                <a:cubicBezTo>
                  <a:pt x="18387" y="33445"/>
                  <a:pt x="14709" y="33445"/>
                  <a:pt x="14709" y="33445"/>
                </a:cubicBezTo>
                <a:cubicBezTo>
                  <a:pt x="11032" y="33445"/>
                  <a:pt x="11032" y="29729"/>
                  <a:pt x="11032" y="29729"/>
                </a:cubicBezTo>
                <a:cubicBezTo>
                  <a:pt x="7355" y="29729"/>
                  <a:pt x="7355" y="26013"/>
                  <a:pt x="7355" y="26013"/>
                </a:cubicBezTo>
                <a:cubicBezTo>
                  <a:pt x="7355" y="26013"/>
                  <a:pt x="7355" y="26013"/>
                  <a:pt x="7355" y="26013"/>
                </a:cubicBezTo>
                <a:cubicBezTo>
                  <a:pt x="3678" y="26013"/>
                  <a:pt x="3678" y="26013"/>
                  <a:pt x="3678" y="26013"/>
                </a:cubicBezTo>
                <a:cubicBezTo>
                  <a:pt x="3678" y="22297"/>
                  <a:pt x="3678" y="22297"/>
                  <a:pt x="3678" y="22297"/>
                </a:cubicBezTo>
                <a:cubicBezTo>
                  <a:pt x="3678" y="22297"/>
                  <a:pt x="3678" y="18581"/>
                  <a:pt x="3678" y="18581"/>
                </a:cubicBezTo>
                <a:cubicBezTo>
                  <a:pt x="7355" y="18581"/>
                  <a:pt x="7355" y="22297"/>
                  <a:pt x="11032" y="22297"/>
                </a:cubicBezTo>
                <a:cubicBezTo>
                  <a:pt x="11032" y="22297"/>
                  <a:pt x="11032" y="22297"/>
                  <a:pt x="11032" y="22297"/>
                </a:cubicBezTo>
                <a:cubicBezTo>
                  <a:pt x="14709" y="26013"/>
                  <a:pt x="14709" y="29729"/>
                  <a:pt x="18387" y="33445"/>
                </a:cubicBezTo>
                <a:cubicBezTo>
                  <a:pt x="22065" y="33445"/>
                  <a:pt x="18387" y="33445"/>
                  <a:pt x="18387" y="33445"/>
                </a:cubicBezTo>
                <a:cubicBezTo>
                  <a:pt x="18387" y="29729"/>
                  <a:pt x="18387" y="29729"/>
                  <a:pt x="18387" y="29729"/>
                </a:cubicBezTo>
                <a:cubicBezTo>
                  <a:pt x="18387" y="29729"/>
                  <a:pt x="18387" y="29729"/>
                  <a:pt x="18387" y="29729"/>
                </a:cubicBezTo>
                <a:cubicBezTo>
                  <a:pt x="18387" y="29729"/>
                  <a:pt x="14709" y="29729"/>
                  <a:pt x="14709" y="26013"/>
                </a:cubicBezTo>
                <a:cubicBezTo>
                  <a:pt x="14709" y="26013"/>
                  <a:pt x="14709" y="26013"/>
                  <a:pt x="14709" y="26013"/>
                </a:cubicBezTo>
                <a:cubicBezTo>
                  <a:pt x="14709" y="26013"/>
                  <a:pt x="14709" y="26013"/>
                  <a:pt x="14709" y="22297"/>
                </a:cubicBezTo>
                <a:cubicBezTo>
                  <a:pt x="14709" y="22297"/>
                  <a:pt x="14709" y="22297"/>
                  <a:pt x="14709" y="22297"/>
                </a:cubicBezTo>
                <a:cubicBezTo>
                  <a:pt x="14709" y="22297"/>
                  <a:pt x="14709" y="22297"/>
                  <a:pt x="14709" y="22297"/>
                </a:cubicBezTo>
                <a:cubicBezTo>
                  <a:pt x="14709" y="22297"/>
                  <a:pt x="14709" y="22297"/>
                  <a:pt x="14709" y="22297"/>
                </a:cubicBezTo>
                <a:cubicBezTo>
                  <a:pt x="14709" y="22297"/>
                  <a:pt x="18387" y="22297"/>
                  <a:pt x="18387" y="22297"/>
                </a:cubicBezTo>
                <a:cubicBezTo>
                  <a:pt x="18387" y="22297"/>
                  <a:pt x="18387" y="22297"/>
                  <a:pt x="18387" y="26013"/>
                </a:cubicBezTo>
                <a:cubicBezTo>
                  <a:pt x="18387" y="26013"/>
                  <a:pt x="18387" y="26013"/>
                  <a:pt x="18387" y="26013"/>
                </a:cubicBezTo>
                <a:cubicBezTo>
                  <a:pt x="18387" y="26013"/>
                  <a:pt x="18387" y="26013"/>
                  <a:pt x="22065" y="29729"/>
                </a:cubicBezTo>
                <a:cubicBezTo>
                  <a:pt x="22065" y="29729"/>
                  <a:pt x="22065" y="29729"/>
                  <a:pt x="22065" y="29729"/>
                </a:cubicBezTo>
                <a:cubicBezTo>
                  <a:pt x="22065" y="29729"/>
                  <a:pt x="22065" y="29729"/>
                  <a:pt x="22065" y="29729"/>
                </a:cubicBezTo>
                <a:cubicBezTo>
                  <a:pt x="22065" y="29729"/>
                  <a:pt x="22065" y="29729"/>
                  <a:pt x="22065" y="26013"/>
                </a:cubicBezTo>
                <a:cubicBezTo>
                  <a:pt x="22065" y="26013"/>
                  <a:pt x="22065" y="26013"/>
                  <a:pt x="22065" y="26013"/>
                </a:cubicBezTo>
                <a:cubicBezTo>
                  <a:pt x="18387" y="22297"/>
                  <a:pt x="18387" y="22297"/>
                  <a:pt x="18387" y="22297"/>
                </a:cubicBezTo>
                <a:cubicBezTo>
                  <a:pt x="18387" y="18581"/>
                  <a:pt x="14709" y="18581"/>
                  <a:pt x="14709" y="22297"/>
                </a:cubicBezTo>
                <a:cubicBezTo>
                  <a:pt x="14709" y="22297"/>
                  <a:pt x="11032" y="22297"/>
                  <a:pt x="11032" y="22297"/>
                </a:cubicBezTo>
                <a:cubicBezTo>
                  <a:pt x="11032" y="22297"/>
                  <a:pt x="11032" y="18581"/>
                  <a:pt x="11032" y="18581"/>
                </a:cubicBezTo>
                <a:cubicBezTo>
                  <a:pt x="11032" y="18581"/>
                  <a:pt x="7355" y="14865"/>
                  <a:pt x="7355" y="14865"/>
                </a:cubicBezTo>
                <a:cubicBezTo>
                  <a:pt x="7355" y="14865"/>
                  <a:pt x="7355" y="14865"/>
                  <a:pt x="7355" y="14865"/>
                </a:cubicBezTo>
                <a:cubicBezTo>
                  <a:pt x="3678" y="11148"/>
                  <a:pt x="3678" y="11148"/>
                  <a:pt x="3678" y="11148"/>
                </a:cubicBezTo>
                <a:cubicBezTo>
                  <a:pt x="3678" y="11148"/>
                  <a:pt x="3678" y="11148"/>
                  <a:pt x="0" y="11148"/>
                </a:cubicBezTo>
                <a:cubicBezTo>
                  <a:pt x="0" y="7432"/>
                  <a:pt x="0" y="7432"/>
                  <a:pt x="0" y="7432"/>
                </a:cubicBezTo>
                <a:cubicBezTo>
                  <a:pt x="3678" y="7432"/>
                  <a:pt x="3678" y="7432"/>
                  <a:pt x="7355" y="3716"/>
                </a:cubicBezTo>
                <a:cubicBezTo>
                  <a:pt x="7355" y="3716"/>
                  <a:pt x="7355" y="7432"/>
                  <a:pt x="7355" y="7432"/>
                </a:cubicBezTo>
                <a:cubicBezTo>
                  <a:pt x="7355" y="3716"/>
                  <a:pt x="11032" y="3716"/>
                  <a:pt x="11032" y="371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2" name="Freeform 72"/>
          <p:cNvSpPr/>
          <p:nvPr/>
        </p:nvSpPr>
        <p:spPr>
          <a:xfrm>
            <a:off x="990600" y="1066800"/>
            <a:ext cx="51888" cy="52513"/>
          </a:xfrm>
          <a:custGeom>
            <a:avLst/>
            <a:gdLst/>
            <a:ahLst/>
            <a:cxnLst/>
            <a:rect l="l" t="t" r="r" b="b"/>
            <a:pathLst>
              <a:path w="51888" h="52513">
                <a:moveTo>
                  <a:pt x="51888" y="37509"/>
                </a:moveTo>
                <a:cubicBezTo>
                  <a:pt x="51888" y="37509"/>
                  <a:pt x="48181" y="37509"/>
                  <a:pt x="48181" y="37509"/>
                </a:cubicBezTo>
                <a:cubicBezTo>
                  <a:pt x="48181" y="37509"/>
                  <a:pt x="44475" y="41260"/>
                  <a:pt x="40770" y="41260"/>
                </a:cubicBezTo>
                <a:cubicBezTo>
                  <a:pt x="40770" y="41260"/>
                  <a:pt x="40770" y="41260"/>
                  <a:pt x="40770" y="41260"/>
                </a:cubicBezTo>
                <a:cubicBezTo>
                  <a:pt x="40770" y="41260"/>
                  <a:pt x="37062" y="41260"/>
                  <a:pt x="37062" y="41260"/>
                </a:cubicBezTo>
                <a:cubicBezTo>
                  <a:pt x="37062" y="41260"/>
                  <a:pt x="33357" y="41260"/>
                  <a:pt x="33357" y="41260"/>
                </a:cubicBezTo>
                <a:cubicBezTo>
                  <a:pt x="33357" y="41260"/>
                  <a:pt x="33357" y="41260"/>
                  <a:pt x="33357" y="41260"/>
                </a:cubicBezTo>
                <a:cubicBezTo>
                  <a:pt x="33357" y="41260"/>
                  <a:pt x="37062" y="37509"/>
                  <a:pt x="37062" y="37509"/>
                </a:cubicBezTo>
                <a:cubicBezTo>
                  <a:pt x="37062" y="33758"/>
                  <a:pt x="37062" y="33758"/>
                  <a:pt x="37062" y="33758"/>
                </a:cubicBezTo>
                <a:cubicBezTo>
                  <a:pt x="33357" y="33758"/>
                  <a:pt x="33357" y="33758"/>
                  <a:pt x="29651" y="33758"/>
                </a:cubicBezTo>
                <a:cubicBezTo>
                  <a:pt x="29651" y="33758"/>
                  <a:pt x="29651" y="33758"/>
                  <a:pt x="29651" y="33758"/>
                </a:cubicBezTo>
                <a:cubicBezTo>
                  <a:pt x="29651" y="37509"/>
                  <a:pt x="29651" y="37509"/>
                  <a:pt x="25944" y="37509"/>
                </a:cubicBezTo>
                <a:cubicBezTo>
                  <a:pt x="25944" y="37509"/>
                  <a:pt x="25944" y="37509"/>
                  <a:pt x="25944" y="37509"/>
                </a:cubicBezTo>
                <a:cubicBezTo>
                  <a:pt x="22238" y="37509"/>
                  <a:pt x="22238" y="37509"/>
                  <a:pt x="22238" y="37509"/>
                </a:cubicBezTo>
                <a:cubicBezTo>
                  <a:pt x="22238" y="37509"/>
                  <a:pt x="22238" y="37509"/>
                  <a:pt x="22238" y="37509"/>
                </a:cubicBezTo>
                <a:cubicBezTo>
                  <a:pt x="22238" y="37509"/>
                  <a:pt x="18532" y="37509"/>
                  <a:pt x="18532" y="37509"/>
                </a:cubicBezTo>
                <a:cubicBezTo>
                  <a:pt x="18532" y="37509"/>
                  <a:pt x="18532" y="41260"/>
                  <a:pt x="18532" y="45011"/>
                </a:cubicBezTo>
                <a:cubicBezTo>
                  <a:pt x="14825" y="48762"/>
                  <a:pt x="14825" y="48762"/>
                  <a:pt x="11119" y="52513"/>
                </a:cubicBezTo>
                <a:cubicBezTo>
                  <a:pt x="11119" y="52513"/>
                  <a:pt x="11119" y="52513"/>
                  <a:pt x="11119" y="52513"/>
                </a:cubicBezTo>
                <a:cubicBezTo>
                  <a:pt x="11119" y="52513"/>
                  <a:pt x="7413" y="52513"/>
                  <a:pt x="7413" y="52513"/>
                </a:cubicBezTo>
                <a:cubicBezTo>
                  <a:pt x="7413" y="52513"/>
                  <a:pt x="3706" y="45011"/>
                  <a:pt x="3706" y="45011"/>
                </a:cubicBezTo>
                <a:cubicBezTo>
                  <a:pt x="3706" y="45011"/>
                  <a:pt x="7413" y="45011"/>
                  <a:pt x="7413" y="41260"/>
                </a:cubicBezTo>
                <a:cubicBezTo>
                  <a:pt x="7413" y="41260"/>
                  <a:pt x="7413" y="41260"/>
                  <a:pt x="7413" y="41260"/>
                </a:cubicBezTo>
                <a:cubicBezTo>
                  <a:pt x="7413" y="41260"/>
                  <a:pt x="7413" y="41260"/>
                  <a:pt x="7413" y="45011"/>
                </a:cubicBezTo>
                <a:cubicBezTo>
                  <a:pt x="11119" y="41260"/>
                  <a:pt x="11119" y="41260"/>
                  <a:pt x="11119" y="41260"/>
                </a:cubicBezTo>
                <a:cubicBezTo>
                  <a:pt x="11119" y="37509"/>
                  <a:pt x="11119" y="37509"/>
                  <a:pt x="11119" y="33758"/>
                </a:cubicBezTo>
                <a:cubicBezTo>
                  <a:pt x="11119" y="33758"/>
                  <a:pt x="11119" y="33758"/>
                  <a:pt x="11119" y="33758"/>
                </a:cubicBezTo>
                <a:cubicBezTo>
                  <a:pt x="11119" y="30008"/>
                  <a:pt x="11119" y="30008"/>
                  <a:pt x="11119" y="26256"/>
                </a:cubicBezTo>
                <a:cubicBezTo>
                  <a:pt x="14825" y="26256"/>
                  <a:pt x="14825" y="22506"/>
                  <a:pt x="14825" y="22506"/>
                </a:cubicBezTo>
                <a:cubicBezTo>
                  <a:pt x="14825" y="22506"/>
                  <a:pt x="14825" y="22506"/>
                  <a:pt x="14825" y="22506"/>
                </a:cubicBezTo>
                <a:cubicBezTo>
                  <a:pt x="14825" y="22506"/>
                  <a:pt x="14825" y="18754"/>
                  <a:pt x="14825" y="22506"/>
                </a:cubicBezTo>
                <a:cubicBezTo>
                  <a:pt x="11119" y="22506"/>
                  <a:pt x="11119" y="22506"/>
                  <a:pt x="11119" y="22506"/>
                </a:cubicBezTo>
                <a:cubicBezTo>
                  <a:pt x="11119" y="22506"/>
                  <a:pt x="11119" y="22506"/>
                  <a:pt x="7413" y="22506"/>
                </a:cubicBezTo>
                <a:cubicBezTo>
                  <a:pt x="7413" y="22506"/>
                  <a:pt x="7413" y="26256"/>
                  <a:pt x="3706" y="26256"/>
                </a:cubicBezTo>
                <a:cubicBezTo>
                  <a:pt x="3706" y="26256"/>
                  <a:pt x="3706" y="22506"/>
                  <a:pt x="3706" y="22506"/>
                </a:cubicBezTo>
                <a:cubicBezTo>
                  <a:pt x="0" y="22506"/>
                  <a:pt x="0" y="18754"/>
                  <a:pt x="3706" y="18754"/>
                </a:cubicBezTo>
                <a:cubicBezTo>
                  <a:pt x="3706" y="18754"/>
                  <a:pt x="3706" y="18754"/>
                  <a:pt x="3706" y="18754"/>
                </a:cubicBezTo>
                <a:cubicBezTo>
                  <a:pt x="3706" y="18754"/>
                  <a:pt x="3706" y="18754"/>
                  <a:pt x="7413" y="18754"/>
                </a:cubicBezTo>
                <a:cubicBezTo>
                  <a:pt x="7413" y="18754"/>
                  <a:pt x="7413" y="18754"/>
                  <a:pt x="7413" y="15004"/>
                </a:cubicBezTo>
                <a:cubicBezTo>
                  <a:pt x="11119" y="15004"/>
                  <a:pt x="11119" y="15004"/>
                  <a:pt x="11119" y="15004"/>
                </a:cubicBezTo>
                <a:cubicBezTo>
                  <a:pt x="11119" y="15004"/>
                  <a:pt x="14825" y="15004"/>
                  <a:pt x="14825" y="15004"/>
                </a:cubicBezTo>
                <a:cubicBezTo>
                  <a:pt x="14825" y="15004"/>
                  <a:pt x="14825" y="11252"/>
                  <a:pt x="14825" y="7502"/>
                </a:cubicBezTo>
                <a:cubicBezTo>
                  <a:pt x="14825" y="7502"/>
                  <a:pt x="14825" y="7502"/>
                  <a:pt x="14825" y="7502"/>
                </a:cubicBezTo>
                <a:cubicBezTo>
                  <a:pt x="14825" y="7502"/>
                  <a:pt x="14825" y="7502"/>
                  <a:pt x="14825" y="3750"/>
                </a:cubicBezTo>
                <a:cubicBezTo>
                  <a:pt x="14825" y="3750"/>
                  <a:pt x="14825" y="3750"/>
                  <a:pt x="18532" y="3750"/>
                </a:cubicBezTo>
                <a:cubicBezTo>
                  <a:pt x="18532" y="0"/>
                  <a:pt x="18532" y="0"/>
                  <a:pt x="18532" y="0"/>
                </a:cubicBezTo>
                <a:cubicBezTo>
                  <a:pt x="18532" y="0"/>
                  <a:pt x="18532" y="0"/>
                  <a:pt x="22238" y="0"/>
                </a:cubicBezTo>
                <a:cubicBezTo>
                  <a:pt x="22238" y="0"/>
                  <a:pt x="22238" y="0"/>
                  <a:pt x="25944" y="3750"/>
                </a:cubicBezTo>
                <a:cubicBezTo>
                  <a:pt x="25944" y="3750"/>
                  <a:pt x="25944" y="3750"/>
                  <a:pt x="25944" y="3750"/>
                </a:cubicBezTo>
                <a:cubicBezTo>
                  <a:pt x="25944" y="3750"/>
                  <a:pt x="25944" y="3750"/>
                  <a:pt x="22238" y="3750"/>
                </a:cubicBezTo>
                <a:cubicBezTo>
                  <a:pt x="22238" y="7502"/>
                  <a:pt x="22238" y="7502"/>
                  <a:pt x="22238" y="7502"/>
                </a:cubicBezTo>
                <a:cubicBezTo>
                  <a:pt x="22238" y="7502"/>
                  <a:pt x="25944" y="7502"/>
                  <a:pt x="25944" y="7502"/>
                </a:cubicBezTo>
                <a:cubicBezTo>
                  <a:pt x="25944" y="7502"/>
                  <a:pt x="25944" y="3750"/>
                  <a:pt x="25944" y="3750"/>
                </a:cubicBezTo>
                <a:cubicBezTo>
                  <a:pt x="25944" y="3750"/>
                  <a:pt x="29651" y="3750"/>
                  <a:pt x="29651" y="3750"/>
                </a:cubicBezTo>
                <a:cubicBezTo>
                  <a:pt x="29651" y="7502"/>
                  <a:pt x="33357" y="3750"/>
                  <a:pt x="33357" y="3750"/>
                </a:cubicBezTo>
                <a:cubicBezTo>
                  <a:pt x="33357" y="3750"/>
                  <a:pt x="37062" y="7502"/>
                  <a:pt x="37062" y="7502"/>
                </a:cubicBezTo>
                <a:cubicBezTo>
                  <a:pt x="37062" y="7502"/>
                  <a:pt x="37062" y="7502"/>
                  <a:pt x="37062" y="7502"/>
                </a:cubicBezTo>
                <a:cubicBezTo>
                  <a:pt x="37062" y="11252"/>
                  <a:pt x="33357" y="11252"/>
                  <a:pt x="33357" y="11252"/>
                </a:cubicBezTo>
                <a:cubicBezTo>
                  <a:pt x="33357" y="11252"/>
                  <a:pt x="33357" y="11252"/>
                  <a:pt x="33357" y="11252"/>
                </a:cubicBezTo>
                <a:cubicBezTo>
                  <a:pt x="33357" y="11252"/>
                  <a:pt x="29651" y="11252"/>
                  <a:pt x="29651" y="11252"/>
                </a:cubicBezTo>
                <a:cubicBezTo>
                  <a:pt x="29651" y="11252"/>
                  <a:pt x="25944" y="15004"/>
                  <a:pt x="25944" y="15004"/>
                </a:cubicBezTo>
                <a:cubicBezTo>
                  <a:pt x="25944" y="15004"/>
                  <a:pt x="22238" y="15004"/>
                  <a:pt x="22238" y="15004"/>
                </a:cubicBezTo>
                <a:cubicBezTo>
                  <a:pt x="22238" y="15004"/>
                  <a:pt x="22238" y="15004"/>
                  <a:pt x="22238" y="15004"/>
                </a:cubicBezTo>
                <a:cubicBezTo>
                  <a:pt x="22238" y="18754"/>
                  <a:pt x="22238" y="18754"/>
                  <a:pt x="22238" y="18754"/>
                </a:cubicBezTo>
                <a:cubicBezTo>
                  <a:pt x="22238" y="18754"/>
                  <a:pt x="22238" y="22506"/>
                  <a:pt x="22238" y="22506"/>
                </a:cubicBezTo>
                <a:cubicBezTo>
                  <a:pt x="22238" y="22506"/>
                  <a:pt x="18532" y="22506"/>
                  <a:pt x="18532" y="26256"/>
                </a:cubicBezTo>
                <a:cubicBezTo>
                  <a:pt x="18532" y="26256"/>
                  <a:pt x="18532" y="26256"/>
                  <a:pt x="18532" y="26256"/>
                </a:cubicBezTo>
                <a:cubicBezTo>
                  <a:pt x="18532" y="26256"/>
                  <a:pt x="18532" y="26256"/>
                  <a:pt x="18532" y="30008"/>
                </a:cubicBezTo>
                <a:cubicBezTo>
                  <a:pt x="18532" y="30008"/>
                  <a:pt x="18532" y="30008"/>
                  <a:pt x="18532" y="30008"/>
                </a:cubicBezTo>
                <a:cubicBezTo>
                  <a:pt x="18532" y="30008"/>
                  <a:pt x="18532" y="30008"/>
                  <a:pt x="18532" y="33758"/>
                </a:cubicBezTo>
                <a:cubicBezTo>
                  <a:pt x="18532" y="33758"/>
                  <a:pt x="18532" y="33758"/>
                  <a:pt x="18532" y="33758"/>
                </a:cubicBezTo>
                <a:cubicBezTo>
                  <a:pt x="18532" y="33758"/>
                  <a:pt x="22238" y="33758"/>
                  <a:pt x="22238" y="33758"/>
                </a:cubicBezTo>
                <a:cubicBezTo>
                  <a:pt x="22238" y="33758"/>
                  <a:pt x="25944" y="30008"/>
                  <a:pt x="25944" y="30008"/>
                </a:cubicBezTo>
                <a:cubicBezTo>
                  <a:pt x="29651" y="30008"/>
                  <a:pt x="40770" y="26256"/>
                  <a:pt x="44475" y="26256"/>
                </a:cubicBezTo>
                <a:cubicBezTo>
                  <a:pt x="44475" y="26256"/>
                  <a:pt x="44475" y="26256"/>
                  <a:pt x="44475" y="26256"/>
                </a:cubicBezTo>
                <a:cubicBezTo>
                  <a:pt x="48181" y="26256"/>
                  <a:pt x="48181" y="30008"/>
                  <a:pt x="48181" y="30008"/>
                </a:cubicBezTo>
                <a:cubicBezTo>
                  <a:pt x="51888" y="30008"/>
                  <a:pt x="51888" y="30008"/>
                  <a:pt x="51888" y="30008"/>
                </a:cubicBezTo>
                <a:cubicBezTo>
                  <a:pt x="51888" y="30008"/>
                  <a:pt x="51888" y="30008"/>
                  <a:pt x="51888" y="33758"/>
                </a:cubicBezTo>
                <a:cubicBezTo>
                  <a:pt x="51888" y="33758"/>
                  <a:pt x="51888" y="33758"/>
                  <a:pt x="51888" y="37509"/>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3" name="Freeform 73"/>
          <p:cNvSpPr/>
          <p:nvPr/>
        </p:nvSpPr>
        <p:spPr>
          <a:xfrm>
            <a:off x="1003300" y="1117600"/>
            <a:ext cx="0" cy="0"/>
          </a:xfrm>
          <a:custGeom>
            <a:avLst/>
            <a:gdLst/>
            <a:ahLst/>
            <a:cxnLst/>
            <a:rect l="l" t="t" r="r" b="b"/>
            <a:pathLst>
              <a:path>
                <a:moveTo>
                  <a:pt x="0" y="0"/>
                </a:moveTo>
                <a:cubicBezTo>
                  <a:pt x="0" y="0"/>
                  <a:pt x="0" y="0"/>
                  <a:pt x="0" y="0"/>
                </a:cubicBezTo>
                <a:cubicBezTo>
                  <a:pt x="0" y="0"/>
                  <a:pt x="0" y="0"/>
                  <a:pt x="0"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4" name="Freeform 74"/>
          <p:cNvSpPr/>
          <p:nvPr/>
        </p:nvSpPr>
        <p:spPr>
          <a:xfrm>
            <a:off x="723900" y="698500"/>
            <a:ext cx="466994" cy="30008"/>
          </a:xfrm>
          <a:custGeom>
            <a:avLst/>
            <a:gdLst/>
            <a:ahLst/>
            <a:cxnLst/>
            <a:rect l="l" t="t" r="r" b="b"/>
            <a:pathLst>
              <a:path w="466994" h="30008">
                <a:moveTo>
                  <a:pt x="466994" y="30008"/>
                </a:moveTo>
                <a:lnTo>
                  <a:pt x="456367" y="15004"/>
                </a:lnTo>
                <a:lnTo>
                  <a:pt x="456367" y="11253"/>
                </a:lnTo>
                <a:lnTo>
                  <a:pt x="7502" y="0"/>
                </a:lnTo>
                <a:lnTo>
                  <a:pt x="7502" y="0"/>
                </a:lnTo>
                <a:lnTo>
                  <a:pt x="0" y="18755"/>
                </a:lnTo>
                <a:lnTo>
                  <a:pt x="0" y="18755"/>
                </a:lnTo>
                <a:lnTo>
                  <a:pt x="0" y="22506"/>
                </a:lnTo>
                <a:lnTo>
                  <a:pt x="463243" y="30008"/>
                </a:lnTo>
                <a:lnTo>
                  <a:pt x="466994" y="30008"/>
                </a:lnTo>
                <a:lnTo>
                  <a:pt x="466994" y="3000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5" name="Freeform 75"/>
          <p:cNvSpPr/>
          <p:nvPr/>
        </p:nvSpPr>
        <p:spPr>
          <a:xfrm>
            <a:off x="711200" y="736600"/>
            <a:ext cx="481998" cy="33134"/>
          </a:xfrm>
          <a:custGeom>
            <a:avLst/>
            <a:gdLst/>
            <a:ahLst/>
            <a:cxnLst/>
            <a:rect l="l" t="t" r="r" b="b"/>
            <a:pathLst>
              <a:path w="481998" h="33134">
                <a:moveTo>
                  <a:pt x="481998" y="29383"/>
                </a:moveTo>
                <a:lnTo>
                  <a:pt x="481998" y="15004"/>
                </a:lnTo>
                <a:lnTo>
                  <a:pt x="481998" y="15004"/>
                </a:lnTo>
                <a:lnTo>
                  <a:pt x="3752" y="0"/>
                </a:lnTo>
                <a:lnTo>
                  <a:pt x="3752" y="3752"/>
                </a:lnTo>
                <a:lnTo>
                  <a:pt x="0" y="18755"/>
                </a:lnTo>
                <a:lnTo>
                  <a:pt x="0" y="18755"/>
                </a:lnTo>
                <a:lnTo>
                  <a:pt x="0" y="22506"/>
                </a:lnTo>
                <a:lnTo>
                  <a:pt x="481998" y="33134"/>
                </a:lnTo>
                <a:lnTo>
                  <a:pt x="481998" y="29383"/>
                </a:lnTo>
                <a:lnTo>
                  <a:pt x="481998" y="29383"/>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6" name="Freeform 76"/>
          <p:cNvSpPr/>
          <p:nvPr/>
        </p:nvSpPr>
        <p:spPr>
          <a:xfrm>
            <a:off x="711200" y="774700"/>
            <a:ext cx="485750" cy="33759"/>
          </a:xfrm>
          <a:custGeom>
            <a:avLst/>
            <a:gdLst/>
            <a:ahLst/>
            <a:cxnLst/>
            <a:rect l="l" t="t" r="r" b="b"/>
            <a:pathLst>
              <a:path w="485750" h="33759">
                <a:moveTo>
                  <a:pt x="481998" y="15004"/>
                </a:moveTo>
                <a:lnTo>
                  <a:pt x="0" y="0"/>
                </a:lnTo>
                <a:lnTo>
                  <a:pt x="0" y="3752"/>
                </a:lnTo>
                <a:lnTo>
                  <a:pt x="0" y="3752"/>
                </a:lnTo>
                <a:lnTo>
                  <a:pt x="0" y="18755"/>
                </a:lnTo>
                <a:lnTo>
                  <a:pt x="0" y="22506"/>
                </a:lnTo>
                <a:lnTo>
                  <a:pt x="481998" y="33759"/>
                </a:lnTo>
                <a:lnTo>
                  <a:pt x="485750" y="30008"/>
                </a:lnTo>
                <a:lnTo>
                  <a:pt x="485750" y="15004"/>
                </a:lnTo>
                <a:lnTo>
                  <a:pt x="481998" y="15004"/>
                </a:lnTo>
                <a:lnTo>
                  <a:pt x="481998" y="15004"/>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7" name="Freeform 77"/>
          <p:cNvSpPr/>
          <p:nvPr/>
        </p:nvSpPr>
        <p:spPr>
          <a:xfrm>
            <a:off x="711200" y="825500"/>
            <a:ext cx="478246" cy="29383"/>
          </a:xfrm>
          <a:custGeom>
            <a:avLst/>
            <a:gdLst/>
            <a:ahLst/>
            <a:cxnLst/>
            <a:rect l="l" t="t" r="r" b="b"/>
            <a:pathLst>
              <a:path w="478246" h="29383">
                <a:moveTo>
                  <a:pt x="0" y="0"/>
                </a:moveTo>
                <a:lnTo>
                  <a:pt x="0" y="0"/>
                </a:lnTo>
                <a:lnTo>
                  <a:pt x="0" y="18131"/>
                </a:lnTo>
                <a:lnTo>
                  <a:pt x="0" y="18131"/>
                </a:lnTo>
                <a:lnTo>
                  <a:pt x="0" y="21881"/>
                </a:lnTo>
                <a:lnTo>
                  <a:pt x="474496" y="29383"/>
                </a:lnTo>
                <a:lnTo>
                  <a:pt x="474496" y="29383"/>
                </a:lnTo>
                <a:lnTo>
                  <a:pt x="478246" y="14379"/>
                </a:lnTo>
                <a:lnTo>
                  <a:pt x="478246" y="11253"/>
                </a:lnTo>
                <a:lnTo>
                  <a:pt x="0" y="0"/>
                </a:ln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8" name="Freeform 78"/>
          <p:cNvSpPr/>
          <p:nvPr/>
        </p:nvSpPr>
        <p:spPr>
          <a:xfrm>
            <a:off x="723900" y="863600"/>
            <a:ext cx="463243" cy="30008"/>
          </a:xfrm>
          <a:custGeom>
            <a:avLst/>
            <a:gdLst/>
            <a:ahLst/>
            <a:cxnLst/>
            <a:rect l="l" t="t" r="r" b="b"/>
            <a:pathLst>
              <a:path w="463243" h="30008">
                <a:moveTo>
                  <a:pt x="0" y="0"/>
                </a:moveTo>
                <a:lnTo>
                  <a:pt x="0" y="3752"/>
                </a:lnTo>
                <a:lnTo>
                  <a:pt x="0" y="3752"/>
                </a:lnTo>
                <a:lnTo>
                  <a:pt x="0" y="18755"/>
                </a:lnTo>
                <a:lnTo>
                  <a:pt x="0" y="18755"/>
                </a:lnTo>
                <a:lnTo>
                  <a:pt x="452615" y="30008"/>
                </a:lnTo>
                <a:lnTo>
                  <a:pt x="456367" y="30008"/>
                </a:lnTo>
                <a:lnTo>
                  <a:pt x="463243" y="15004"/>
                </a:lnTo>
                <a:lnTo>
                  <a:pt x="459492" y="11253"/>
                </a:lnTo>
                <a:lnTo>
                  <a:pt x="0" y="0"/>
                </a:ln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9" name="Freeform 79"/>
          <p:cNvSpPr/>
          <p:nvPr/>
        </p:nvSpPr>
        <p:spPr>
          <a:xfrm>
            <a:off x="736600" y="901700"/>
            <a:ext cx="382598" cy="21881"/>
          </a:xfrm>
          <a:custGeom>
            <a:avLst/>
            <a:gdLst/>
            <a:ahLst/>
            <a:cxnLst/>
            <a:rect l="l" t="t" r="r" b="b"/>
            <a:pathLst>
              <a:path w="382598" h="21881">
                <a:moveTo>
                  <a:pt x="0" y="0"/>
                </a:moveTo>
                <a:lnTo>
                  <a:pt x="11253" y="21881"/>
                </a:lnTo>
                <a:lnTo>
                  <a:pt x="11253" y="18131"/>
                </a:lnTo>
                <a:lnTo>
                  <a:pt x="382598" y="14379"/>
                </a:lnTo>
                <a:lnTo>
                  <a:pt x="0" y="0"/>
                </a:lnTo>
                <a:lnTo>
                  <a:pt x="0" y="0"/>
                </a:ln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0" name="Freeform 80"/>
          <p:cNvSpPr/>
          <p:nvPr/>
        </p:nvSpPr>
        <p:spPr>
          <a:xfrm>
            <a:off x="787400" y="673100"/>
            <a:ext cx="382598" cy="21881"/>
          </a:xfrm>
          <a:custGeom>
            <a:avLst/>
            <a:gdLst/>
            <a:ahLst/>
            <a:cxnLst/>
            <a:rect l="l" t="t" r="r" b="b"/>
            <a:pathLst>
              <a:path w="382598" h="21881">
                <a:moveTo>
                  <a:pt x="382598" y="21881"/>
                </a:moveTo>
                <a:lnTo>
                  <a:pt x="371345" y="0"/>
                </a:lnTo>
                <a:lnTo>
                  <a:pt x="371345" y="0"/>
                </a:lnTo>
                <a:lnTo>
                  <a:pt x="0" y="7502"/>
                </a:lnTo>
                <a:lnTo>
                  <a:pt x="382598" y="21881"/>
                </a:lnTo>
                <a:lnTo>
                  <a:pt x="382598" y="21881"/>
                </a:lnTo>
                <a:lnTo>
                  <a:pt x="382598" y="21881"/>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1" name="Freeform 81"/>
          <p:cNvSpPr/>
          <p:nvPr/>
        </p:nvSpPr>
        <p:spPr>
          <a:xfrm>
            <a:off x="749300" y="685800"/>
            <a:ext cx="404478" cy="204427"/>
          </a:xfrm>
          <a:custGeom>
            <a:avLst/>
            <a:gdLst/>
            <a:ahLst/>
            <a:cxnLst/>
            <a:rect l="l" t="t" r="r" b="b"/>
            <a:pathLst>
              <a:path w="404478" h="204427">
                <a:moveTo>
                  <a:pt x="386093" y="55753"/>
                </a:moveTo>
                <a:cubicBezTo>
                  <a:pt x="312551" y="63186"/>
                  <a:pt x="283135" y="0"/>
                  <a:pt x="209593" y="89205"/>
                </a:cubicBezTo>
                <a:cubicBezTo>
                  <a:pt x="202239" y="89205"/>
                  <a:pt x="202239" y="89205"/>
                  <a:pt x="202239" y="89205"/>
                </a:cubicBezTo>
                <a:cubicBezTo>
                  <a:pt x="194885" y="89205"/>
                  <a:pt x="194885" y="89205"/>
                  <a:pt x="194885" y="89205"/>
                </a:cubicBezTo>
                <a:cubicBezTo>
                  <a:pt x="117667" y="0"/>
                  <a:pt x="88250" y="59470"/>
                  <a:pt x="14708" y="55753"/>
                </a:cubicBezTo>
                <a:cubicBezTo>
                  <a:pt x="14708" y="55753"/>
                  <a:pt x="7355" y="137523"/>
                  <a:pt x="0" y="178410"/>
                </a:cubicBezTo>
                <a:cubicBezTo>
                  <a:pt x="91926" y="182126"/>
                  <a:pt x="113989" y="122657"/>
                  <a:pt x="183854" y="204427"/>
                </a:cubicBezTo>
                <a:cubicBezTo>
                  <a:pt x="202239" y="204427"/>
                  <a:pt x="202239" y="204427"/>
                  <a:pt x="202239" y="204427"/>
                </a:cubicBezTo>
                <a:cubicBezTo>
                  <a:pt x="220624" y="204427"/>
                  <a:pt x="220624" y="204427"/>
                  <a:pt x="220624" y="204427"/>
                </a:cubicBezTo>
                <a:cubicBezTo>
                  <a:pt x="290488" y="122657"/>
                  <a:pt x="312551" y="182126"/>
                  <a:pt x="404478" y="178410"/>
                </a:cubicBezTo>
                <a:cubicBezTo>
                  <a:pt x="393447" y="137523"/>
                  <a:pt x="386093" y="55753"/>
                  <a:pt x="386093" y="5575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2" name="Freeform 82"/>
          <p:cNvSpPr/>
          <p:nvPr/>
        </p:nvSpPr>
        <p:spPr>
          <a:xfrm>
            <a:off x="736600" y="711200"/>
            <a:ext cx="423233" cy="171294"/>
          </a:xfrm>
          <a:custGeom>
            <a:avLst/>
            <a:gdLst/>
            <a:ahLst/>
            <a:cxnLst/>
            <a:rect l="l" t="t" r="r" b="b"/>
            <a:pathLst>
              <a:path w="423233" h="171294">
                <a:moveTo>
                  <a:pt x="195055" y="160123"/>
                </a:moveTo>
                <a:cubicBezTo>
                  <a:pt x="228178" y="160123"/>
                  <a:pt x="228178" y="160123"/>
                  <a:pt x="228178" y="160123"/>
                </a:cubicBezTo>
                <a:cubicBezTo>
                  <a:pt x="253940" y="130332"/>
                  <a:pt x="276022" y="119162"/>
                  <a:pt x="298103" y="119162"/>
                </a:cubicBezTo>
                <a:cubicBezTo>
                  <a:pt x="312824" y="119162"/>
                  <a:pt x="323865" y="122885"/>
                  <a:pt x="338586" y="126609"/>
                </a:cubicBezTo>
                <a:cubicBezTo>
                  <a:pt x="356988" y="130332"/>
                  <a:pt x="375389" y="134056"/>
                  <a:pt x="401151" y="134056"/>
                </a:cubicBezTo>
                <a:cubicBezTo>
                  <a:pt x="404832" y="134056"/>
                  <a:pt x="404832" y="134056"/>
                  <a:pt x="408512" y="134056"/>
                </a:cubicBezTo>
                <a:cubicBezTo>
                  <a:pt x="401151" y="100542"/>
                  <a:pt x="393790" y="44685"/>
                  <a:pt x="393790" y="26067"/>
                </a:cubicBezTo>
                <a:cubicBezTo>
                  <a:pt x="390111" y="26067"/>
                  <a:pt x="390111" y="26067"/>
                  <a:pt x="390111" y="26067"/>
                </a:cubicBezTo>
                <a:cubicBezTo>
                  <a:pt x="368028" y="26067"/>
                  <a:pt x="349627" y="22343"/>
                  <a:pt x="334907" y="18619"/>
                </a:cubicBezTo>
                <a:cubicBezTo>
                  <a:pt x="323865" y="14895"/>
                  <a:pt x="309145" y="11171"/>
                  <a:pt x="298103" y="11171"/>
                </a:cubicBezTo>
                <a:cubicBezTo>
                  <a:pt x="283383" y="11171"/>
                  <a:pt x="257620" y="14895"/>
                  <a:pt x="224498" y="55857"/>
                </a:cubicBezTo>
                <a:cubicBezTo>
                  <a:pt x="220817" y="59581"/>
                  <a:pt x="220817" y="59581"/>
                  <a:pt x="220817" y="59581"/>
                </a:cubicBezTo>
                <a:cubicBezTo>
                  <a:pt x="213457" y="59581"/>
                  <a:pt x="213457" y="59581"/>
                  <a:pt x="213457" y="59581"/>
                </a:cubicBezTo>
                <a:cubicBezTo>
                  <a:pt x="202416" y="59581"/>
                  <a:pt x="202416" y="59581"/>
                  <a:pt x="202416" y="59581"/>
                </a:cubicBezTo>
                <a:cubicBezTo>
                  <a:pt x="198736" y="55857"/>
                  <a:pt x="198736" y="55857"/>
                  <a:pt x="198736" y="55857"/>
                </a:cubicBezTo>
                <a:cubicBezTo>
                  <a:pt x="165613" y="14895"/>
                  <a:pt x="139851" y="11171"/>
                  <a:pt x="125129" y="11171"/>
                </a:cubicBezTo>
                <a:cubicBezTo>
                  <a:pt x="114089" y="11171"/>
                  <a:pt x="99367" y="14895"/>
                  <a:pt x="88327" y="18619"/>
                </a:cubicBezTo>
                <a:cubicBezTo>
                  <a:pt x="73605" y="22343"/>
                  <a:pt x="55204" y="26067"/>
                  <a:pt x="33123" y="26067"/>
                </a:cubicBezTo>
                <a:cubicBezTo>
                  <a:pt x="33123" y="26067"/>
                  <a:pt x="33123" y="26067"/>
                  <a:pt x="29442" y="26067"/>
                </a:cubicBezTo>
                <a:cubicBezTo>
                  <a:pt x="29442" y="44685"/>
                  <a:pt x="25762" y="100542"/>
                  <a:pt x="14721" y="134056"/>
                </a:cubicBezTo>
                <a:cubicBezTo>
                  <a:pt x="18401" y="134056"/>
                  <a:pt x="18401" y="134056"/>
                  <a:pt x="22081" y="134056"/>
                </a:cubicBezTo>
                <a:cubicBezTo>
                  <a:pt x="47843" y="134056"/>
                  <a:pt x="66246" y="130332"/>
                  <a:pt x="84647" y="126609"/>
                </a:cubicBezTo>
                <a:cubicBezTo>
                  <a:pt x="99367" y="122885"/>
                  <a:pt x="110409" y="119162"/>
                  <a:pt x="125129" y="119162"/>
                </a:cubicBezTo>
                <a:cubicBezTo>
                  <a:pt x="147212" y="119162"/>
                  <a:pt x="169294" y="130332"/>
                  <a:pt x="195055" y="160123"/>
                </a:cubicBezTo>
                <a:close/>
                <a:moveTo>
                  <a:pt x="231858" y="171294"/>
                </a:moveTo>
                <a:cubicBezTo>
                  <a:pt x="191375" y="171294"/>
                  <a:pt x="191375" y="171294"/>
                  <a:pt x="191375" y="171294"/>
                </a:cubicBezTo>
                <a:cubicBezTo>
                  <a:pt x="187695" y="171294"/>
                  <a:pt x="187695" y="171294"/>
                  <a:pt x="187695" y="171294"/>
                </a:cubicBezTo>
                <a:cubicBezTo>
                  <a:pt x="158252" y="134056"/>
                  <a:pt x="139851" y="130332"/>
                  <a:pt x="125129" y="130332"/>
                </a:cubicBezTo>
                <a:cubicBezTo>
                  <a:pt x="114089" y="130332"/>
                  <a:pt x="103048" y="134056"/>
                  <a:pt x="88327" y="137780"/>
                </a:cubicBezTo>
                <a:cubicBezTo>
                  <a:pt x="69925" y="141503"/>
                  <a:pt x="47843" y="145227"/>
                  <a:pt x="22081" y="145227"/>
                </a:cubicBezTo>
                <a:cubicBezTo>
                  <a:pt x="18401" y="145227"/>
                  <a:pt x="14721" y="145227"/>
                  <a:pt x="7361" y="145227"/>
                </a:cubicBezTo>
                <a:cubicBezTo>
                  <a:pt x="0" y="145227"/>
                  <a:pt x="0" y="145227"/>
                  <a:pt x="0" y="145227"/>
                </a:cubicBezTo>
                <a:cubicBezTo>
                  <a:pt x="3680" y="137780"/>
                  <a:pt x="3680" y="137780"/>
                  <a:pt x="3680" y="137780"/>
                </a:cubicBezTo>
                <a:cubicBezTo>
                  <a:pt x="14721" y="100542"/>
                  <a:pt x="18401" y="18619"/>
                  <a:pt x="18401" y="18619"/>
                </a:cubicBezTo>
                <a:cubicBezTo>
                  <a:pt x="18401" y="14895"/>
                  <a:pt x="18401" y="14895"/>
                  <a:pt x="18401" y="14895"/>
                </a:cubicBezTo>
                <a:cubicBezTo>
                  <a:pt x="25762" y="14895"/>
                  <a:pt x="25762" y="14895"/>
                  <a:pt x="25762" y="14895"/>
                </a:cubicBezTo>
                <a:cubicBezTo>
                  <a:pt x="29442" y="14895"/>
                  <a:pt x="33123" y="14895"/>
                  <a:pt x="33123" y="14895"/>
                </a:cubicBezTo>
                <a:cubicBezTo>
                  <a:pt x="51524" y="14895"/>
                  <a:pt x="69925" y="11171"/>
                  <a:pt x="84647" y="7447"/>
                </a:cubicBezTo>
                <a:cubicBezTo>
                  <a:pt x="99367" y="3724"/>
                  <a:pt x="110409" y="0"/>
                  <a:pt x="125129" y="0"/>
                </a:cubicBezTo>
                <a:cubicBezTo>
                  <a:pt x="150891" y="0"/>
                  <a:pt x="176653" y="14895"/>
                  <a:pt x="206096" y="48409"/>
                </a:cubicBezTo>
                <a:cubicBezTo>
                  <a:pt x="213457" y="48409"/>
                  <a:pt x="213457" y="48409"/>
                  <a:pt x="213457" y="48409"/>
                </a:cubicBezTo>
                <a:cubicBezTo>
                  <a:pt x="217137" y="48409"/>
                  <a:pt x="217137" y="48409"/>
                  <a:pt x="217137" y="48409"/>
                </a:cubicBezTo>
                <a:cubicBezTo>
                  <a:pt x="246579" y="14895"/>
                  <a:pt x="272341" y="0"/>
                  <a:pt x="298103" y="0"/>
                </a:cubicBezTo>
                <a:cubicBezTo>
                  <a:pt x="312824" y="0"/>
                  <a:pt x="323865" y="3724"/>
                  <a:pt x="338586" y="7447"/>
                </a:cubicBezTo>
                <a:cubicBezTo>
                  <a:pt x="353308" y="11171"/>
                  <a:pt x="368028" y="14895"/>
                  <a:pt x="390111" y="14895"/>
                </a:cubicBezTo>
                <a:cubicBezTo>
                  <a:pt x="390111" y="14895"/>
                  <a:pt x="393790" y="14895"/>
                  <a:pt x="397471" y="14895"/>
                </a:cubicBezTo>
                <a:cubicBezTo>
                  <a:pt x="404832" y="14895"/>
                  <a:pt x="404832" y="14895"/>
                  <a:pt x="404832" y="14895"/>
                </a:cubicBezTo>
                <a:cubicBezTo>
                  <a:pt x="404832" y="18619"/>
                  <a:pt x="404832" y="18619"/>
                  <a:pt x="404832" y="18619"/>
                </a:cubicBezTo>
                <a:cubicBezTo>
                  <a:pt x="404832" y="18619"/>
                  <a:pt x="412192" y="100542"/>
                  <a:pt x="419552" y="137780"/>
                </a:cubicBezTo>
                <a:cubicBezTo>
                  <a:pt x="423233" y="145227"/>
                  <a:pt x="423233" y="145227"/>
                  <a:pt x="423233" y="145227"/>
                </a:cubicBezTo>
                <a:cubicBezTo>
                  <a:pt x="415873" y="145227"/>
                  <a:pt x="415873" y="145227"/>
                  <a:pt x="415873" y="145227"/>
                </a:cubicBezTo>
                <a:cubicBezTo>
                  <a:pt x="412192" y="145227"/>
                  <a:pt x="404832" y="145227"/>
                  <a:pt x="401151" y="145227"/>
                </a:cubicBezTo>
                <a:cubicBezTo>
                  <a:pt x="375389" y="145227"/>
                  <a:pt x="353308" y="141503"/>
                  <a:pt x="334907" y="137780"/>
                </a:cubicBezTo>
                <a:cubicBezTo>
                  <a:pt x="323865" y="134056"/>
                  <a:pt x="309145" y="130332"/>
                  <a:pt x="298103" y="130332"/>
                </a:cubicBezTo>
                <a:cubicBezTo>
                  <a:pt x="283383" y="130332"/>
                  <a:pt x="264980" y="134056"/>
                  <a:pt x="235538" y="171294"/>
                </a:cubicBezTo>
                <a:cubicBezTo>
                  <a:pt x="231858" y="171294"/>
                  <a:pt x="231858" y="171294"/>
                  <a:pt x="231858" y="171294"/>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83" name="Freeform 83"/>
          <p:cNvSpPr/>
          <p:nvPr/>
        </p:nvSpPr>
        <p:spPr>
          <a:xfrm rot="10800000" flipV="1">
            <a:off x="10121900" y="6362700"/>
            <a:ext cx="1598981" cy="166497"/>
          </a:xfrm>
          <a:custGeom>
            <a:avLst/>
            <a:gdLst/>
            <a:ahLst/>
            <a:cxnLst/>
            <a:rect l="l" t="t" r="r" b="b"/>
            <a:pathLst>
              <a:path w="1598981" h="166497">
                <a:moveTo>
                  <a:pt x="930678" y="125233"/>
                </a:moveTo>
                <a:cubicBezTo>
                  <a:pt x="928748" y="126682"/>
                  <a:pt x="926667" y="128311"/>
                  <a:pt x="924436" y="130120"/>
                </a:cubicBezTo>
                <a:cubicBezTo>
                  <a:pt x="922203" y="131930"/>
                  <a:pt x="920001" y="133770"/>
                  <a:pt x="917829" y="135640"/>
                </a:cubicBezTo>
                <a:cubicBezTo>
                  <a:pt x="915657" y="137511"/>
                  <a:pt x="913606" y="139320"/>
                  <a:pt x="911676" y="141070"/>
                </a:cubicBezTo>
                <a:cubicBezTo>
                  <a:pt x="909745" y="142819"/>
                  <a:pt x="908056" y="144357"/>
                  <a:pt x="906609" y="145684"/>
                </a:cubicBezTo>
                <a:lnTo>
                  <a:pt x="910228" y="149847"/>
                </a:lnTo>
                <a:cubicBezTo>
                  <a:pt x="911555" y="148640"/>
                  <a:pt x="913214" y="147132"/>
                  <a:pt x="915205" y="145322"/>
                </a:cubicBezTo>
                <a:cubicBezTo>
                  <a:pt x="917197" y="143513"/>
                  <a:pt x="919277" y="141674"/>
                  <a:pt x="921448" y="139803"/>
                </a:cubicBezTo>
                <a:cubicBezTo>
                  <a:pt x="923620" y="137933"/>
                  <a:pt x="925792" y="136063"/>
                  <a:pt x="927964" y="134193"/>
                </a:cubicBezTo>
                <a:cubicBezTo>
                  <a:pt x="930135" y="132323"/>
                  <a:pt x="932186" y="130724"/>
                  <a:pt x="934117" y="129396"/>
                </a:cubicBezTo>
                <a:close/>
                <a:moveTo>
                  <a:pt x="1286656" y="116366"/>
                </a:moveTo>
                <a:lnTo>
                  <a:pt x="1281046" y="116728"/>
                </a:lnTo>
                <a:lnTo>
                  <a:pt x="1281046" y="143694"/>
                </a:lnTo>
                <a:cubicBezTo>
                  <a:pt x="1281046" y="145383"/>
                  <a:pt x="1280925" y="146770"/>
                  <a:pt x="1280685" y="147856"/>
                </a:cubicBezTo>
                <a:cubicBezTo>
                  <a:pt x="1280443" y="148942"/>
                  <a:pt x="1279961" y="149817"/>
                  <a:pt x="1279235" y="150480"/>
                </a:cubicBezTo>
                <a:cubicBezTo>
                  <a:pt x="1278512" y="151144"/>
                  <a:pt x="1277517" y="151627"/>
                  <a:pt x="1276250" y="151928"/>
                </a:cubicBezTo>
                <a:cubicBezTo>
                  <a:pt x="1274983" y="152230"/>
                  <a:pt x="1273324" y="152441"/>
                  <a:pt x="1271273" y="152563"/>
                </a:cubicBezTo>
                <a:cubicBezTo>
                  <a:pt x="1263432" y="153044"/>
                  <a:pt x="1255530" y="153044"/>
                  <a:pt x="1247565" y="152563"/>
                </a:cubicBezTo>
                <a:cubicBezTo>
                  <a:pt x="1245514" y="152441"/>
                  <a:pt x="1243825" y="152230"/>
                  <a:pt x="1242498" y="151928"/>
                </a:cubicBezTo>
                <a:cubicBezTo>
                  <a:pt x="1241171" y="151627"/>
                  <a:pt x="1240146" y="151144"/>
                  <a:pt x="1239422" y="150480"/>
                </a:cubicBezTo>
                <a:cubicBezTo>
                  <a:pt x="1238698" y="149817"/>
                  <a:pt x="1238155" y="148972"/>
                  <a:pt x="1237793" y="147947"/>
                </a:cubicBezTo>
                <a:cubicBezTo>
                  <a:pt x="1237431" y="146921"/>
                  <a:pt x="1237129" y="145625"/>
                  <a:pt x="1236889" y="144056"/>
                </a:cubicBezTo>
                <a:cubicBezTo>
                  <a:pt x="1236767" y="143212"/>
                  <a:pt x="1236647" y="142065"/>
                  <a:pt x="1236527" y="140617"/>
                </a:cubicBezTo>
                <a:cubicBezTo>
                  <a:pt x="1236405" y="139169"/>
                  <a:pt x="1236285" y="137723"/>
                  <a:pt x="1236163" y="136274"/>
                </a:cubicBezTo>
                <a:cubicBezTo>
                  <a:pt x="1236043" y="134584"/>
                  <a:pt x="1235923" y="132834"/>
                  <a:pt x="1235801" y="131025"/>
                </a:cubicBezTo>
                <a:lnTo>
                  <a:pt x="1230735" y="133016"/>
                </a:lnTo>
                <a:cubicBezTo>
                  <a:pt x="1230856" y="134705"/>
                  <a:pt x="1230975" y="136274"/>
                  <a:pt x="1231097" y="137723"/>
                </a:cubicBezTo>
                <a:cubicBezTo>
                  <a:pt x="1231218" y="139048"/>
                  <a:pt x="1231308" y="140406"/>
                  <a:pt x="1231368" y="141793"/>
                </a:cubicBezTo>
                <a:cubicBezTo>
                  <a:pt x="1231429" y="143181"/>
                  <a:pt x="1231519" y="144357"/>
                  <a:pt x="1231640" y="145322"/>
                </a:cubicBezTo>
                <a:cubicBezTo>
                  <a:pt x="1231881" y="147615"/>
                  <a:pt x="1232273" y="149545"/>
                  <a:pt x="1232816" y="151113"/>
                </a:cubicBezTo>
                <a:cubicBezTo>
                  <a:pt x="1233359" y="152682"/>
                  <a:pt x="1234173" y="153949"/>
                  <a:pt x="1235259" y="154915"/>
                </a:cubicBezTo>
                <a:cubicBezTo>
                  <a:pt x="1236345" y="155879"/>
                  <a:pt x="1237823" y="156602"/>
                  <a:pt x="1239693" y="157086"/>
                </a:cubicBezTo>
                <a:cubicBezTo>
                  <a:pt x="1241563" y="157568"/>
                  <a:pt x="1243946" y="157870"/>
                  <a:pt x="1246842" y="157991"/>
                </a:cubicBezTo>
                <a:cubicBezTo>
                  <a:pt x="1255408" y="158594"/>
                  <a:pt x="1263914" y="158594"/>
                  <a:pt x="1272358" y="157991"/>
                </a:cubicBezTo>
                <a:cubicBezTo>
                  <a:pt x="1277426" y="157629"/>
                  <a:pt x="1281076" y="156602"/>
                  <a:pt x="1283308" y="154915"/>
                </a:cubicBezTo>
                <a:cubicBezTo>
                  <a:pt x="1285540" y="153226"/>
                  <a:pt x="1286656" y="149847"/>
                  <a:pt x="1286656" y="144780"/>
                </a:cubicBezTo>
                <a:close/>
                <a:moveTo>
                  <a:pt x="1303487" y="116006"/>
                </a:moveTo>
                <a:lnTo>
                  <a:pt x="1298420" y="117994"/>
                </a:lnTo>
                <a:cubicBezTo>
                  <a:pt x="1299505" y="120891"/>
                  <a:pt x="1300772" y="123967"/>
                  <a:pt x="1302220" y="127225"/>
                </a:cubicBezTo>
                <a:cubicBezTo>
                  <a:pt x="1303668" y="130484"/>
                  <a:pt x="1305146" y="133709"/>
                  <a:pt x="1306653" y="136907"/>
                </a:cubicBezTo>
                <a:cubicBezTo>
                  <a:pt x="1308162" y="140104"/>
                  <a:pt x="1309731" y="143212"/>
                  <a:pt x="1311359" y="146227"/>
                </a:cubicBezTo>
                <a:cubicBezTo>
                  <a:pt x="1312988" y="149244"/>
                  <a:pt x="1314587" y="151958"/>
                  <a:pt x="1316156" y="154371"/>
                </a:cubicBezTo>
                <a:lnTo>
                  <a:pt x="1320860" y="151113"/>
                </a:lnTo>
                <a:cubicBezTo>
                  <a:pt x="1319293" y="148821"/>
                  <a:pt x="1317694" y="146197"/>
                  <a:pt x="1316065" y="143241"/>
                </a:cubicBezTo>
                <a:cubicBezTo>
                  <a:pt x="1314436" y="140285"/>
                  <a:pt x="1312868" y="137269"/>
                  <a:pt x="1311359" y="134193"/>
                </a:cubicBezTo>
                <a:cubicBezTo>
                  <a:pt x="1309851" y="131116"/>
                  <a:pt x="1308433" y="128008"/>
                  <a:pt x="1307106" y="124871"/>
                </a:cubicBezTo>
                <a:cubicBezTo>
                  <a:pt x="1305778" y="121735"/>
                  <a:pt x="1304573" y="118779"/>
                  <a:pt x="1303487" y="116006"/>
                </a:cubicBezTo>
                <a:close/>
                <a:moveTo>
                  <a:pt x="1221867" y="115462"/>
                </a:moveTo>
                <a:cubicBezTo>
                  <a:pt x="1220057" y="117632"/>
                  <a:pt x="1218067" y="120258"/>
                  <a:pt x="1215895" y="123334"/>
                </a:cubicBezTo>
                <a:cubicBezTo>
                  <a:pt x="1213722" y="126411"/>
                  <a:pt x="1211583" y="129578"/>
                  <a:pt x="1209471" y="132834"/>
                </a:cubicBezTo>
                <a:cubicBezTo>
                  <a:pt x="1207359" y="136093"/>
                  <a:pt x="1205338" y="139230"/>
                  <a:pt x="1203408" y="142246"/>
                </a:cubicBezTo>
                <a:cubicBezTo>
                  <a:pt x="1201477" y="145263"/>
                  <a:pt x="1199788" y="147856"/>
                  <a:pt x="1198340" y="150028"/>
                </a:cubicBezTo>
                <a:lnTo>
                  <a:pt x="1203227" y="153285"/>
                </a:lnTo>
                <a:cubicBezTo>
                  <a:pt x="1204554" y="150993"/>
                  <a:pt x="1206182" y="148309"/>
                  <a:pt x="1208113" y="145232"/>
                </a:cubicBezTo>
                <a:cubicBezTo>
                  <a:pt x="1210043" y="142155"/>
                  <a:pt x="1212064" y="138988"/>
                  <a:pt x="1214176" y="135731"/>
                </a:cubicBezTo>
                <a:cubicBezTo>
                  <a:pt x="1216287" y="132472"/>
                  <a:pt x="1218399" y="129336"/>
                  <a:pt x="1220509" y="126321"/>
                </a:cubicBezTo>
                <a:cubicBezTo>
                  <a:pt x="1222621" y="123304"/>
                  <a:pt x="1224582" y="120710"/>
                  <a:pt x="1226392" y="118538"/>
                </a:cubicBezTo>
                <a:close/>
                <a:moveTo>
                  <a:pt x="1264034" y="107137"/>
                </a:moveTo>
                <a:cubicBezTo>
                  <a:pt x="1262948" y="108342"/>
                  <a:pt x="1261621" y="109943"/>
                  <a:pt x="1260053" y="111933"/>
                </a:cubicBezTo>
                <a:cubicBezTo>
                  <a:pt x="1258484" y="113923"/>
                  <a:pt x="1256855" y="116035"/>
                  <a:pt x="1255166" y="118267"/>
                </a:cubicBezTo>
                <a:cubicBezTo>
                  <a:pt x="1253477" y="120499"/>
                  <a:pt x="1251849" y="122701"/>
                  <a:pt x="1250279" y="124871"/>
                </a:cubicBezTo>
                <a:cubicBezTo>
                  <a:pt x="1248712" y="127044"/>
                  <a:pt x="1247385" y="128854"/>
                  <a:pt x="1246299" y="130302"/>
                </a:cubicBezTo>
                <a:lnTo>
                  <a:pt x="1250461" y="133740"/>
                </a:lnTo>
                <a:cubicBezTo>
                  <a:pt x="1251426" y="132292"/>
                  <a:pt x="1252692" y="130484"/>
                  <a:pt x="1254262" y="128311"/>
                </a:cubicBezTo>
                <a:cubicBezTo>
                  <a:pt x="1255831" y="126139"/>
                  <a:pt x="1257459" y="123937"/>
                  <a:pt x="1259148" y="121705"/>
                </a:cubicBezTo>
                <a:cubicBezTo>
                  <a:pt x="1260837" y="119473"/>
                  <a:pt x="1262496" y="117331"/>
                  <a:pt x="1264125" y="115280"/>
                </a:cubicBezTo>
                <a:cubicBezTo>
                  <a:pt x="1265754" y="113229"/>
                  <a:pt x="1267111" y="111601"/>
                  <a:pt x="1268197" y="110393"/>
                </a:cubicBezTo>
                <a:close/>
                <a:moveTo>
                  <a:pt x="870414" y="104604"/>
                </a:moveTo>
                <a:lnTo>
                  <a:pt x="864622" y="104966"/>
                </a:lnTo>
                <a:lnTo>
                  <a:pt x="864622" y="118356"/>
                </a:lnTo>
                <a:lnTo>
                  <a:pt x="835485" y="118356"/>
                </a:lnTo>
                <a:lnTo>
                  <a:pt x="835485" y="123786"/>
                </a:lnTo>
                <a:lnTo>
                  <a:pt x="864622" y="123786"/>
                </a:lnTo>
                <a:lnTo>
                  <a:pt x="864622" y="143151"/>
                </a:lnTo>
                <a:cubicBezTo>
                  <a:pt x="864622" y="146529"/>
                  <a:pt x="864954" y="149275"/>
                  <a:pt x="865618" y="151385"/>
                </a:cubicBezTo>
                <a:cubicBezTo>
                  <a:pt x="866281" y="153497"/>
                  <a:pt x="867367" y="155155"/>
                  <a:pt x="868876" y="156362"/>
                </a:cubicBezTo>
                <a:cubicBezTo>
                  <a:pt x="870383" y="157568"/>
                  <a:pt x="872435" y="158443"/>
                  <a:pt x="875029" y="158986"/>
                </a:cubicBezTo>
                <a:cubicBezTo>
                  <a:pt x="877623" y="159529"/>
                  <a:pt x="880850" y="159981"/>
                  <a:pt x="884711" y="160343"/>
                </a:cubicBezTo>
                <a:lnTo>
                  <a:pt x="895930" y="161428"/>
                </a:lnTo>
                <a:lnTo>
                  <a:pt x="897922" y="155819"/>
                </a:lnTo>
                <a:lnTo>
                  <a:pt x="885797" y="154733"/>
                </a:lnTo>
                <a:cubicBezTo>
                  <a:pt x="882540" y="154371"/>
                  <a:pt x="879885" y="153979"/>
                  <a:pt x="877834" y="153557"/>
                </a:cubicBezTo>
                <a:cubicBezTo>
                  <a:pt x="875783" y="153135"/>
                  <a:pt x="874213" y="152471"/>
                  <a:pt x="873128" y="151566"/>
                </a:cubicBezTo>
                <a:cubicBezTo>
                  <a:pt x="872042" y="150661"/>
                  <a:pt x="871319" y="149424"/>
                  <a:pt x="870957" y="147856"/>
                </a:cubicBezTo>
                <a:cubicBezTo>
                  <a:pt x="870595" y="146287"/>
                  <a:pt x="870414" y="144297"/>
                  <a:pt x="870414" y="141884"/>
                </a:cubicBezTo>
                <a:lnTo>
                  <a:pt x="870414" y="123786"/>
                </a:lnTo>
                <a:lnTo>
                  <a:pt x="956015" y="123786"/>
                </a:lnTo>
                <a:lnTo>
                  <a:pt x="956015" y="118356"/>
                </a:lnTo>
                <a:lnTo>
                  <a:pt x="870414" y="118356"/>
                </a:lnTo>
                <a:close/>
                <a:moveTo>
                  <a:pt x="1315612" y="99717"/>
                </a:moveTo>
                <a:lnTo>
                  <a:pt x="1199606" y="99717"/>
                </a:lnTo>
                <a:lnTo>
                  <a:pt x="1199606" y="105146"/>
                </a:lnTo>
                <a:lnTo>
                  <a:pt x="1315612" y="105146"/>
                </a:lnTo>
                <a:close/>
                <a:moveTo>
                  <a:pt x="1551384" y="94469"/>
                </a:moveTo>
                <a:lnTo>
                  <a:pt x="1450581" y="94469"/>
                </a:lnTo>
                <a:lnTo>
                  <a:pt x="1450581" y="99717"/>
                </a:lnTo>
                <a:lnTo>
                  <a:pt x="1495281" y="118720"/>
                </a:lnTo>
                <a:lnTo>
                  <a:pt x="1495281" y="121796"/>
                </a:lnTo>
                <a:lnTo>
                  <a:pt x="1435379" y="121796"/>
                </a:lnTo>
                <a:lnTo>
                  <a:pt x="1435379" y="127225"/>
                </a:lnTo>
                <a:lnTo>
                  <a:pt x="1495281" y="127225"/>
                </a:lnTo>
                <a:lnTo>
                  <a:pt x="1495281" y="145142"/>
                </a:lnTo>
                <a:cubicBezTo>
                  <a:pt x="1495281" y="148278"/>
                  <a:pt x="1495555" y="150812"/>
                  <a:pt x="1496097" y="152742"/>
                </a:cubicBezTo>
                <a:cubicBezTo>
                  <a:pt x="1496640" y="154673"/>
                  <a:pt x="1497606" y="156181"/>
                  <a:pt x="1498992" y="157267"/>
                </a:cubicBezTo>
                <a:cubicBezTo>
                  <a:pt x="1500381" y="158352"/>
                  <a:pt x="1502280" y="159107"/>
                  <a:pt x="1504693" y="159529"/>
                </a:cubicBezTo>
                <a:cubicBezTo>
                  <a:pt x="1507106" y="159951"/>
                  <a:pt x="1510121" y="160283"/>
                  <a:pt x="1513742" y="160524"/>
                </a:cubicBezTo>
                <a:lnTo>
                  <a:pt x="1527315" y="161428"/>
                </a:lnTo>
                <a:lnTo>
                  <a:pt x="1529124" y="155819"/>
                </a:lnTo>
                <a:lnTo>
                  <a:pt x="1515189" y="155095"/>
                </a:lnTo>
                <a:cubicBezTo>
                  <a:pt x="1512294" y="154974"/>
                  <a:pt x="1509941" y="154763"/>
                  <a:pt x="1508131" y="154462"/>
                </a:cubicBezTo>
                <a:cubicBezTo>
                  <a:pt x="1506322" y="154160"/>
                  <a:pt x="1504904" y="153647"/>
                  <a:pt x="1503879" y="152923"/>
                </a:cubicBezTo>
                <a:cubicBezTo>
                  <a:pt x="1502853" y="152201"/>
                  <a:pt x="1502189" y="151174"/>
                  <a:pt x="1501888" y="149847"/>
                </a:cubicBezTo>
                <a:cubicBezTo>
                  <a:pt x="1501586" y="148520"/>
                  <a:pt x="1501435" y="146710"/>
                  <a:pt x="1501435" y="144418"/>
                </a:cubicBezTo>
                <a:lnTo>
                  <a:pt x="1501435" y="127225"/>
                </a:lnTo>
                <a:lnTo>
                  <a:pt x="1565681" y="127225"/>
                </a:lnTo>
                <a:lnTo>
                  <a:pt x="1565681" y="121796"/>
                </a:lnTo>
                <a:lnTo>
                  <a:pt x="1501435" y="121796"/>
                </a:lnTo>
                <a:lnTo>
                  <a:pt x="1501435" y="115824"/>
                </a:lnTo>
                <a:lnTo>
                  <a:pt x="1463611" y="99717"/>
                </a:lnTo>
                <a:lnTo>
                  <a:pt x="1551384" y="99717"/>
                </a:lnTo>
                <a:close/>
                <a:moveTo>
                  <a:pt x="157267" y="91935"/>
                </a:moveTo>
                <a:lnTo>
                  <a:pt x="6153" y="91935"/>
                </a:lnTo>
                <a:lnTo>
                  <a:pt x="6153" y="97726"/>
                </a:lnTo>
                <a:lnTo>
                  <a:pt x="76553" y="97726"/>
                </a:lnTo>
                <a:lnTo>
                  <a:pt x="76553" y="121434"/>
                </a:lnTo>
                <a:lnTo>
                  <a:pt x="19365" y="121434"/>
                </a:lnTo>
                <a:lnTo>
                  <a:pt x="19365" y="126863"/>
                </a:lnTo>
                <a:lnTo>
                  <a:pt x="76553" y="126863"/>
                </a:lnTo>
                <a:lnTo>
                  <a:pt x="76553" y="152563"/>
                </a:lnTo>
                <a:cubicBezTo>
                  <a:pt x="75587" y="152682"/>
                  <a:pt x="74562" y="152742"/>
                  <a:pt x="73476" y="152742"/>
                </a:cubicBezTo>
                <a:cubicBezTo>
                  <a:pt x="72390" y="152742"/>
                  <a:pt x="71304" y="152803"/>
                  <a:pt x="70220" y="152923"/>
                </a:cubicBezTo>
                <a:cubicBezTo>
                  <a:pt x="46812" y="153888"/>
                  <a:pt x="23406" y="153888"/>
                  <a:pt x="0" y="152923"/>
                </a:cubicBezTo>
                <a:lnTo>
                  <a:pt x="906" y="158896"/>
                </a:lnTo>
                <a:cubicBezTo>
                  <a:pt x="23948" y="159861"/>
                  <a:pt x="46993" y="159861"/>
                  <a:pt x="70037" y="158896"/>
                </a:cubicBezTo>
                <a:cubicBezTo>
                  <a:pt x="76794" y="158653"/>
                  <a:pt x="82948" y="158111"/>
                  <a:pt x="88497" y="157267"/>
                </a:cubicBezTo>
                <a:cubicBezTo>
                  <a:pt x="94047" y="156422"/>
                  <a:pt x="99205" y="155064"/>
                  <a:pt x="103970" y="153195"/>
                </a:cubicBezTo>
                <a:cubicBezTo>
                  <a:pt x="108736" y="151326"/>
                  <a:pt x="113109" y="148700"/>
                  <a:pt x="117091" y="145322"/>
                </a:cubicBezTo>
                <a:cubicBezTo>
                  <a:pt x="121072" y="141944"/>
                  <a:pt x="124813" y="137601"/>
                  <a:pt x="128311" y="132292"/>
                </a:cubicBezTo>
                <a:cubicBezTo>
                  <a:pt x="131448" y="138807"/>
                  <a:pt x="135310" y="144750"/>
                  <a:pt x="139894" y="150118"/>
                </a:cubicBezTo>
                <a:cubicBezTo>
                  <a:pt x="144479" y="155487"/>
                  <a:pt x="150209" y="160947"/>
                  <a:pt x="157088" y="166497"/>
                </a:cubicBezTo>
                <a:lnTo>
                  <a:pt x="161249" y="161790"/>
                </a:lnTo>
                <a:cubicBezTo>
                  <a:pt x="156061" y="157690"/>
                  <a:pt x="151536" y="153647"/>
                  <a:pt x="147676" y="149666"/>
                </a:cubicBezTo>
                <a:cubicBezTo>
                  <a:pt x="143815" y="145684"/>
                  <a:pt x="140498" y="141461"/>
                  <a:pt x="137723" y="136997"/>
                </a:cubicBezTo>
                <a:cubicBezTo>
                  <a:pt x="134946" y="132533"/>
                  <a:pt x="132596" y="127738"/>
                  <a:pt x="130664" y="122610"/>
                </a:cubicBezTo>
                <a:cubicBezTo>
                  <a:pt x="128734" y="117483"/>
                  <a:pt x="127105" y="111721"/>
                  <a:pt x="125778" y="105327"/>
                </a:cubicBezTo>
                <a:lnTo>
                  <a:pt x="119805" y="106594"/>
                </a:lnTo>
                <a:cubicBezTo>
                  <a:pt x="121495" y="113955"/>
                  <a:pt x="123365" y="120407"/>
                  <a:pt x="125416" y="125959"/>
                </a:cubicBezTo>
                <a:cubicBezTo>
                  <a:pt x="122761" y="130543"/>
                  <a:pt x="119926" y="134374"/>
                  <a:pt x="116910" y="137450"/>
                </a:cubicBezTo>
                <a:cubicBezTo>
                  <a:pt x="113894" y="140527"/>
                  <a:pt x="110606" y="143060"/>
                  <a:pt x="107047" y="145051"/>
                </a:cubicBezTo>
                <a:cubicBezTo>
                  <a:pt x="103488" y="147042"/>
                  <a:pt x="99717" y="148580"/>
                  <a:pt x="95736" y="149666"/>
                </a:cubicBezTo>
                <a:cubicBezTo>
                  <a:pt x="91755" y="150752"/>
                  <a:pt x="87412" y="151536"/>
                  <a:pt x="82706" y="152019"/>
                </a:cubicBezTo>
                <a:lnTo>
                  <a:pt x="82706" y="97726"/>
                </a:lnTo>
                <a:lnTo>
                  <a:pt x="157267" y="97726"/>
                </a:lnTo>
                <a:close/>
                <a:moveTo>
                  <a:pt x="496481" y="80171"/>
                </a:moveTo>
                <a:cubicBezTo>
                  <a:pt x="493706" y="80171"/>
                  <a:pt x="491776" y="80623"/>
                  <a:pt x="490690" y="81529"/>
                </a:cubicBezTo>
                <a:cubicBezTo>
                  <a:pt x="489604" y="82434"/>
                  <a:pt x="489060" y="84637"/>
                  <a:pt x="489060" y="88134"/>
                </a:cubicBezTo>
                <a:cubicBezTo>
                  <a:pt x="489060" y="91633"/>
                  <a:pt x="489604" y="93805"/>
                  <a:pt x="490690" y="94649"/>
                </a:cubicBezTo>
                <a:cubicBezTo>
                  <a:pt x="491776" y="95494"/>
                  <a:pt x="493706" y="95915"/>
                  <a:pt x="496481" y="95915"/>
                </a:cubicBezTo>
                <a:cubicBezTo>
                  <a:pt x="499377" y="95915"/>
                  <a:pt x="501399" y="95494"/>
                  <a:pt x="502544" y="94649"/>
                </a:cubicBezTo>
                <a:cubicBezTo>
                  <a:pt x="503690" y="93805"/>
                  <a:pt x="504262" y="91633"/>
                  <a:pt x="504262" y="88134"/>
                </a:cubicBezTo>
                <a:cubicBezTo>
                  <a:pt x="504262" y="84637"/>
                  <a:pt x="503690" y="82434"/>
                  <a:pt x="502544" y="81529"/>
                </a:cubicBezTo>
                <a:cubicBezTo>
                  <a:pt x="501399" y="80623"/>
                  <a:pt x="499377" y="80171"/>
                  <a:pt x="496481" y="80171"/>
                </a:cubicBezTo>
                <a:close/>
                <a:moveTo>
                  <a:pt x="1096556" y="80171"/>
                </a:moveTo>
                <a:cubicBezTo>
                  <a:pt x="1093781" y="80171"/>
                  <a:pt x="1091851" y="80623"/>
                  <a:pt x="1090765" y="81529"/>
                </a:cubicBezTo>
                <a:cubicBezTo>
                  <a:pt x="1089679" y="82434"/>
                  <a:pt x="1089135" y="84637"/>
                  <a:pt x="1089135" y="88134"/>
                </a:cubicBezTo>
                <a:cubicBezTo>
                  <a:pt x="1089135" y="91633"/>
                  <a:pt x="1089679" y="93805"/>
                  <a:pt x="1090765" y="94649"/>
                </a:cubicBezTo>
                <a:cubicBezTo>
                  <a:pt x="1091851" y="95494"/>
                  <a:pt x="1093781" y="95915"/>
                  <a:pt x="1096556" y="95915"/>
                </a:cubicBezTo>
                <a:cubicBezTo>
                  <a:pt x="1099452" y="95915"/>
                  <a:pt x="1101474" y="95494"/>
                  <a:pt x="1102619" y="94649"/>
                </a:cubicBezTo>
                <a:cubicBezTo>
                  <a:pt x="1103765" y="93805"/>
                  <a:pt x="1104337" y="91633"/>
                  <a:pt x="1104337" y="88134"/>
                </a:cubicBezTo>
                <a:cubicBezTo>
                  <a:pt x="1104337" y="84637"/>
                  <a:pt x="1103765" y="82434"/>
                  <a:pt x="1102619" y="81529"/>
                </a:cubicBezTo>
                <a:cubicBezTo>
                  <a:pt x="1101474" y="80623"/>
                  <a:pt x="1099452" y="80171"/>
                  <a:pt x="1096556" y="80171"/>
                </a:cubicBezTo>
                <a:close/>
                <a:moveTo>
                  <a:pt x="893580" y="74380"/>
                </a:moveTo>
                <a:lnTo>
                  <a:pt x="893580" y="91935"/>
                </a:lnTo>
                <a:lnTo>
                  <a:pt x="857926" y="91935"/>
                </a:lnTo>
                <a:lnTo>
                  <a:pt x="857926" y="74380"/>
                </a:lnTo>
                <a:close/>
                <a:moveTo>
                  <a:pt x="935203" y="74380"/>
                </a:moveTo>
                <a:lnTo>
                  <a:pt x="935203" y="91935"/>
                </a:lnTo>
                <a:lnTo>
                  <a:pt x="899189" y="91935"/>
                </a:lnTo>
                <a:lnTo>
                  <a:pt x="899189" y="74380"/>
                </a:lnTo>
                <a:close/>
                <a:moveTo>
                  <a:pt x="727119" y="69132"/>
                </a:moveTo>
                <a:lnTo>
                  <a:pt x="631384" y="69132"/>
                </a:lnTo>
                <a:lnTo>
                  <a:pt x="631384" y="75104"/>
                </a:lnTo>
                <a:lnTo>
                  <a:pt x="673371" y="101528"/>
                </a:lnTo>
                <a:lnTo>
                  <a:pt x="673371" y="109308"/>
                </a:lnTo>
                <a:lnTo>
                  <a:pt x="601161" y="109308"/>
                </a:lnTo>
                <a:lnTo>
                  <a:pt x="601161" y="115462"/>
                </a:lnTo>
                <a:lnTo>
                  <a:pt x="673371" y="115462"/>
                </a:lnTo>
                <a:lnTo>
                  <a:pt x="673371" y="141341"/>
                </a:lnTo>
                <a:cubicBezTo>
                  <a:pt x="673371" y="145202"/>
                  <a:pt x="673702" y="148278"/>
                  <a:pt x="674365" y="150571"/>
                </a:cubicBezTo>
                <a:cubicBezTo>
                  <a:pt x="675029" y="152864"/>
                  <a:pt x="676145" y="154673"/>
                  <a:pt x="677713" y="156000"/>
                </a:cubicBezTo>
                <a:cubicBezTo>
                  <a:pt x="679282" y="157328"/>
                  <a:pt x="681454" y="158262"/>
                  <a:pt x="684229" y="158805"/>
                </a:cubicBezTo>
                <a:cubicBezTo>
                  <a:pt x="687003" y="159348"/>
                  <a:pt x="690442" y="159741"/>
                  <a:pt x="694544" y="159981"/>
                </a:cubicBezTo>
                <a:lnTo>
                  <a:pt x="710470" y="161066"/>
                </a:lnTo>
                <a:lnTo>
                  <a:pt x="712279" y="154915"/>
                </a:lnTo>
                <a:lnTo>
                  <a:pt x="695630" y="154009"/>
                </a:lnTo>
                <a:cubicBezTo>
                  <a:pt x="692372" y="153888"/>
                  <a:pt x="689718" y="153617"/>
                  <a:pt x="687667" y="153195"/>
                </a:cubicBezTo>
                <a:cubicBezTo>
                  <a:pt x="685616" y="152773"/>
                  <a:pt x="684017" y="152079"/>
                  <a:pt x="682871" y="151113"/>
                </a:cubicBezTo>
                <a:cubicBezTo>
                  <a:pt x="681725" y="150148"/>
                  <a:pt x="680941" y="148791"/>
                  <a:pt x="680519" y="147042"/>
                </a:cubicBezTo>
                <a:cubicBezTo>
                  <a:pt x="680096" y="145292"/>
                  <a:pt x="679886" y="142970"/>
                  <a:pt x="679886" y="140073"/>
                </a:cubicBezTo>
                <a:lnTo>
                  <a:pt x="679886" y="115462"/>
                </a:lnTo>
                <a:lnTo>
                  <a:pt x="756075" y="115462"/>
                </a:lnTo>
                <a:lnTo>
                  <a:pt x="756075" y="109308"/>
                </a:lnTo>
                <a:lnTo>
                  <a:pt x="679886" y="109308"/>
                </a:lnTo>
                <a:lnTo>
                  <a:pt x="679886" y="98812"/>
                </a:lnTo>
                <a:lnTo>
                  <a:pt x="642061" y="75286"/>
                </a:lnTo>
                <a:lnTo>
                  <a:pt x="727119" y="75286"/>
                </a:lnTo>
                <a:close/>
                <a:moveTo>
                  <a:pt x="1541793" y="58454"/>
                </a:moveTo>
                <a:lnTo>
                  <a:pt x="1541793" y="74018"/>
                </a:lnTo>
                <a:lnTo>
                  <a:pt x="1459630" y="74018"/>
                </a:lnTo>
                <a:lnTo>
                  <a:pt x="1459630" y="58454"/>
                </a:lnTo>
                <a:close/>
                <a:moveTo>
                  <a:pt x="893580" y="51758"/>
                </a:moveTo>
                <a:lnTo>
                  <a:pt x="893580" y="69313"/>
                </a:lnTo>
                <a:lnTo>
                  <a:pt x="857926" y="69313"/>
                </a:lnTo>
                <a:lnTo>
                  <a:pt x="857926" y="51758"/>
                </a:lnTo>
                <a:close/>
                <a:moveTo>
                  <a:pt x="935203" y="51758"/>
                </a:moveTo>
                <a:lnTo>
                  <a:pt x="935203" y="69313"/>
                </a:lnTo>
                <a:lnTo>
                  <a:pt x="899189" y="69313"/>
                </a:lnTo>
                <a:lnTo>
                  <a:pt x="899189" y="51758"/>
                </a:lnTo>
                <a:close/>
                <a:moveTo>
                  <a:pt x="373132" y="51577"/>
                </a:moveTo>
                <a:cubicBezTo>
                  <a:pt x="371564" y="53268"/>
                  <a:pt x="369423" y="55681"/>
                  <a:pt x="366707" y="58816"/>
                </a:cubicBezTo>
                <a:cubicBezTo>
                  <a:pt x="363993" y="61953"/>
                  <a:pt x="361158" y="65270"/>
                  <a:pt x="358202" y="68770"/>
                </a:cubicBezTo>
                <a:cubicBezTo>
                  <a:pt x="355246" y="72269"/>
                  <a:pt x="352381" y="75738"/>
                  <a:pt x="349606" y="79176"/>
                </a:cubicBezTo>
                <a:cubicBezTo>
                  <a:pt x="346831" y="82615"/>
                  <a:pt x="344538" y="85480"/>
                  <a:pt x="342729" y="87772"/>
                </a:cubicBezTo>
                <a:lnTo>
                  <a:pt x="347254" y="91935"/>
                </a:lnTo>
                <a:cubicBezTo>
                  <a:pt x="348941" y="89764"/>
                  <a:pt x="351144" y="86958"/>
                  <a:pt x="353859" y="83520"/>
                </a:cubicBezTo>
                <a:cubicBezTo>
                  <a:pt x="356573" y="80081"/>
                  <a:pt x="359409" y="76582"/>
                  <a:pt x="362365" y="73022"/>
                </a:cubicBezTo>
                <a:cubicBezTo>
                  <a:pt x="365321" y="69464"/>
                  <a:pt x="368186" y="66116"/>
                  <a:pt x="370961" y="62979"/>
                </a:cubicBezTo>
                <a:cubicBezTo>
                  <a:pt x="373736" y="59842"/>
                  <a:pt x="375968" y="57429"/>
                  <a:pt x="377657" y="55740"/>
                </a:cubicBezTo>
                <a:close/>
                <a:moveTo>
                  <a:pt x="1241955" y="49044"/>
                </a:moveTo>
                <a:lnTo>
                  <a:pt x="1241955" y="77276"/>
                </a:lnTo>
                <a:lnTo>
                  <a:pt x="1217524" y="77276"/>
                </a:lnTo>
                <a:lnTo>
                  <a:pt x="1217524" y="49044"/>
                </a:lnTo>
                <a:close/>
                <a:moveTo>
                  <a:pt x="1271273" y="49044"/>
                </a:moveTo>
                <a:lnTo>
                  <a:pt x="1271454" y="77276"/>
                </a:lnTo>
                <a:lnTo>
                  <a:pt x="1247385" y="77276"/>
                </a:lnTo>
                <a:lnTo>
                  <a:pt x="1247385" y="49044"/>
                </a:lnTo>
                <a:close/>
                <a:moveTo>
                  <a:pt x="1300952" y="49044"/>
                </a:moveTo>
                <a:lnTo>
                  <a:pt x="1300952" y="77276"/>
                </a:lnTo>
                <a:lnTo>
                  <a:pt x="1276703" y="77276"/>
                </a:lnTo>
                <a:lnTo>
                  <a:pt x="1276703" y="49044"/>
                </a:lnTo>
                <a:close/>
                <a:moveTo>
                  <a:pt x="1321222" y="46510"/>
                </a:moveTo>
                <a:lnTo>
                  <a:pt x="1316336" y="49406"/>
                </a:lnTo>
                <a:cubicBezTo>
                  <a:pt x="1318025" y="53268"/>
                  <a:pt x="1319986" y="57248"/>
                  <a:pt x="1322219" y="61350"/>
                </a:cubicBezTo>
                <a:cubicBezTo>
                  <a:pt x="1324450" y="65452"/>
                  <a:pt x="1326953" y="69615"/>
                  <a:pt x="1329728" y="73837"/>
                </a:cubicBezTo>
                <a:lnTo>
                  <a:pt x="1329728" y="163601"/>
                </a:lnTo>
                <a:lnTo>
                  <a:pt x="1335338" y="163601"/>
                </a:lnTo>
                <a:lnTo>
                  <a:pt x="1335338" y="82343"/>
                </a:lnTo>
                <a:cubicBezTo>
                  <a:pt x="1338958" y="87531"/>
                  <a:pt x="1342699" y="92539"/>
                  <a:pt x="1346559" y="97365"/>
                </a:cubicBezTo>
                <a:cubicBezTo>
                  <a:pt x="1350420" y="102191"/>
                  <a:pt x="1354220" y="106655"/>
                  <a:pt x="1357960" y="110755"/>
                </a:cubicBezTo>
                <a:lnTo>
                  <a:pt x="1361580" y="105870"/>
                </a:lnTo>
                <a:cubicBezTo>
                  <a:pt x="1358081" y="102130"/>
                  <a:pt x="1354371" y="97817"/>
                  <a:pt x="1350449" y="92930"/>
                </a:cubicBezTo>
                <a:cubicBezTo>
                  <a:pt x="1346529" y="88044"/>
                  <a:pt x="1342758" y="82977"/>
                  <a:pt x="1339139" y="77728"/>
                </a:cubicBezTo>
                <a:cubicBezTo>
                  <a:pt x="1335519" y="72480"/>
                  <a:pt x="1332141" y="67172"/>
                  <a:pt x="1329004" y="61803"/>
                </a:cubicBezTo>
                <a:cubicBezTo>
                  <a:pt x="1325867" y="56434"/>
                  <a:pt x="1323273" y="51336"/>
                  <a:pt x="1321222" y="46510"/>
                </a:cubicBezTo>
                <a:close/>
                <a:moveTo>
                  <a:pt x="125597" y="44881"/>
                </a:moveTo>
                <a:lnTo>
                  <a:pt x="125597" y="66779"/>
                </a:lnTo>
                <a:lnTo>
                  <a:pt x="37462" y="66779"/>
                </a:lnTo>
                <a:lnTo>
                  <a:pt x="37462" y="44881"/>
                </a:lnTo>
                <a:close/>
                <a:moveTo>
                  <a:pt x="1541793" y="38185"/>
                </a:moveTo>
                <a:lnTo>
                  <a:pt x="1541793" y="53569"/>
                </a:lnTo>
                <a:lnTo>
                  <a:pt x="1459630" y="53569"/>
                </a:lnTo>
                <a:lnTo>
                  <a:pt x="1459630" y="38185"/>
                </a:lnTo>
                <a:close/>
                <a:moveTo>
                  <a:pt x="1548127" y="32937"/>
                </a:moveTo>
                <a:lnTo>
                  <a:pt x="1453297" y="32937"/>
                </a:lnTo>
                <a:lnTo>
                  <a:pt x="1453297" y="79085"/>
                </a:lnTo>
                <a:lnTo>
                  <a:pt x="1548127" y="79085"/>
                </a:lnTo>
                <a:close/>
                <a:moveTo>
                  <a:pt x="125597" y="17374"/>
                </a:moveTo>
                <a:lnTo>
                  <a:pt x="125597" y="39453"/>
                </a:lnTo>
                <a:lnTo>
                  <a:pt x="37462" y="39453"/>
                </a:lnTo>
                <a:lnTo>
                  <a:pt x="37462" y="17374"/>
                </a:lnTo>
                <a:close/>
                <a:moveTo>
                  <a:pt x="1575634" y="12668"/>
                </a:moveTo>
                <a:lnTo>
                  <a:pt x="1438637" y="12668"/>
                </a:lnTo>
                <a:lnTo>
                  <a:pt x="1438637" y="18459"/>
                </a:lnTo>
                <a:lnTo>
                  <a:pt x="1569301" y="18459"/>
                </a:lnTo>
                <a:lnTo>
                  <a:pt x="1569301" y="52843"/>
                </a:lnTo>
                <a:cubicBezTo>
                  <a:pt x="1569301" y="64065"/>
                  <a:pt x="1569452" y="73897"/>
                  <a:pt x="1569753" y="82343"/>
                </a:cubicBezTo>
                <a:cubicBezTo>
                  <a:pt x="1570055" y="90788"/>
                  <a:pt x="1570568" y="98269"/>
                  <a:pt x="1571292" y="104784"/>
                </a:cubicBezTo>
                <a:cubicBezTo>
                  <a:pt x="1572016" y="111299"/>
                  <a:pt x="1572981" y="117090"/>
                  <a:pt x="1574187" y="122157"/>
                </a:cubicBezTo>
                <a:cubicBezTo>
                  <a:pt x="1575394" y="127225"/>
                  <a:pt x="1576902" y="131961"/>
                  <a:pt x="1578712" y="136364"/>
                </a:cubicBezTo>
                <a:cubicBezTo>
                  <a:pt x="1580521" y="140768"/>
                  <a:pt x="1582633" y="145081"/>
                  <a:pt x="1585046" y="149304"/>
                </a:cubicBezTo>
                <a:cubicBezTo>
                  <a:pt x="1587459" y="153526"/>
                  <a:pt x="1590294" y="158111"/>
                  <a:pt x="1593552" y="163058"/>
                </a:cubicBezTo>
                <a:lnTo>
                  <a:pt x="1598981" y="159620"/>
                </a:lnTo>
                <a:cubicBezTo>
                  <a:pt x="1595723" y="154794"/>
                  <a:pt x="1592889" y="150329"/>
                  <a:pt x="1590476" y="146227"/>
                </a:cubicBezTo>
                <a:cubicBezTo>
                  <a:pt x="1588063" y="142124"/>
                  <a:pt x="1586012" y="137963"/>
                  <a:pt x="1584322" y="133740"/>
                </a:cubicBezTo>
                <a:cubicBezTo>
                  <a:pt x="1582633" y="129517"/>
                  <a:pt x="1581215" y="124963"/>
                  <a:pt x="1580069" y="120076"/>
                </a:cubicBezTo>
                <a:cubicBezTo>
                  <a:pt x="1578922" y="115190"/>
                  <a:pt x="1578018" y="109610"/>
                  <a:pt x="1577354" y="103336"/>
                </a:cubicBezTo>
                <a:cubicBezTo>
                  <a:pt x="1576691" y="97062"/>
                  <a:pt x="1576238" y="89854"/>
                  <a:pt x="1575998" y="81711"/>
                </a:cubicBezTo>
                <a:cubicBezTo>
                  <a:pt x="1575756" y="73566"/>
                  <a:pt x="1575634" y="64065"/>
                  <a:pt x="1575634" y="53205"/>
                </a:cubicBezTo>
                <a:close/>
                <a:moveTo>
                  <a:pt x="132112" y="11944"/>
                </a:moveTo>
                <a:lnTo>
                  <a:pt x="31309" y="11944"/>
                </a:lnTo>
                <a:lnTo>
                  <a:pt x="31309" y="72390"/>
                </a:lnTo>
                <a:lnTo>
                  <a:pt x="132112" y="72390"/>
                </a:lnTo>
                <a:close/>
                <a:moveTo>
                  <a:pt x="291875" y="3800"/>
                </a:moveTo>
                <a:cubicBezTo>
                  <a:pt x="289944" y="5127"/>
                  <a:pt x="287712" y="6665"/>
                  <a:pt x="285178" y="8415"/>
                </a:cubicBezTo>
                <a:cubicBezTo>
                  <a:pt x="282645" y="10164"/>
                  <a:pt x="280081" y="11974"/>
                  <a:pt x="277487" y="13844"/>
                </a:cubicBezTo>
                <a:cubicBezTo>
                  <a:pt x="274893" y="15714"/>
                  <a:pt x="272420" y="17584"/>
                  <a:pt x="270067" y="19454"/>
                </a:cubicBezTo>
                <a:cubicBezTo>
                  <a:pt x="267715" y="21325"/>
                  <a:pt x="265694" y="22983"/>
                  <a:pt x="264005" y="24431"/>
                </a:cubicBezTo>
                <a:lnTo>
                  <a:pt x="267625" y="28956"/>
                </a:lnTo>
                <a:cubicBezTo>
                  <a:pt x="269193" y="27628"/>
                  <a:pt x="271153" y="26030"/>
                  <a:pt x="273506" y="24160"/>
                </a:cubicBezTo>
                <a:cubicBezTo>
                  <a:pt x="275858" y="22290"/>
                  <a:pt x="278332" y="20389"/>
                  <a:pt x="280927" y="18459"/>
                </a:cubicBezTo>
                <a:cubicBezTo>
                  <a:pt x="283520" y="16529"/>
                  <a:pt x="286083" y="14660"/>
                  <a:pt x="288616" y="12849"/>
                </a:cubicBezTo>
                <a:cubicBezTo>
                  <a:pt x="291151" y="11039"/>
                  <a:pt x="293383" y="9531"/>
                  <a:pt x="295313" y="8324"/>
                </a:cubicBezTo>
                <a:close/>
                <a:moveTo>
                  <a:pt x="730559" y="3076"/>
                </a:moveTo>
                <a:cubicBezTo>
                  <a:pt x="729231" y="5127"/>
                  <a:pt x="727723" y="7450"/>
                  <a:pt x="726034" y="10044"/>
                </a:cubicBezTo>
                <a:cubicBezTo>
                  <a:pt x="724344" y="12638"/>
                  <a:pt x="722655" y="15232"/>
                  <a:pt x="720966" y="17826"/>
                </a:cubicBezTo>
                <a:cubicBezTo>
                  <a:pt x="719277" y="20420"/>
                  <a:pt x="717619" y="23014"/>
                  <a:pt x="715990" y="25608"/>
                </a:cubicBezTo>
                <a:cubicBezTo>
                  <a:pt x="714361" y="28202"/>
                  <a:pt x="712883" y="30524"/>
                  <a:pt x="711556" y="32576"/>
                </a:cubicBezTo>
                <a:lnTo>
                  <a:pt x="716805" y="35833"/>
                </a:lnTo>
                <a:cubicBezTo>
                  <a:pt x="718011" y="33782"/>
                  <a:pt x="719367" y="31519"/>
                  <a:pt x="720876" y="29046"/>
                </a:cubicBezTo>
                <a:cubicBezTo>
                  <a:pt x="722384" y="26573"/>
                  <a:pt x="723983" y="24009"/>
                  <a:pt x="725672" y="21355"/>
                </a:cubicBezTo>
                <a:cubicBezTo>
                  <a:pt x="727361" y="18699"/>
                  <a:pt x="729080" y="16076"/>
                  <a:pt x="730830" y="13482"/>
                </a:cubicBezTo>
                <a:cubicBezTo>
                  <a:pt x="732579" y="10888"/>
                  <a:pt x="734238" y="8446"/>
                  <a:pt x="735806" y="6153"/>
                </a:cubicBezTo>
                <a:close/>
                <a:moveTo>
                  <a:pt x="626859" y="2896"/>
                </a:moveTo>
                <a:lnTo>
                  <a:pt x="621248" y="5972"/>
                </a:lnTo>
                <a:cubicBezTo>
                  <a:pt x="622576" y="8143"/>
                  <a:pt x="624145" y="10617"/>
                  <a:pt x="625955" y="13392"/>
                </a:cubicBezTo>
                <a:cubicBezTo>
                  <a:pt x="627764" y="16167"/>
                  <a:pt x="629695" y="19002"/>
                  <a:pt x="631746" y="21899"/>
                </a:cubicBezTo>
                <a:cubicBezTo>
                  <a:pt x="633797" y="24793"/>
                  <a:pt x="635878" y="27659"/>
                  <a:pt x="637990" y="30494"/>
                </a:cubicBezTo>
                <a:cubicBezTo>
                  <a:pt x="640102" y="33329"/>
                  <a:pt x="642061" y="35952"/>
                  <a:pt x="643871" y="38365"/>
                </a:cubicBezTo>
                <a:lnTo>
                  <a:pt x="609848" y="38365"/>
                </a:lnTo>
                <a:lnTo>
                  <a:pt x="609848" y="68951"/>
                </a:lnTo>
                <a:lnTo>
                  <a:pt x="616001" y="68951"/>
                </a:lnTo>
                <a:lnTo>
                  <a:pt x="616001" y="44519"/>
                </a:lnTo>
                <a:lnTo>
                  <a:pt x="741417" y="44519"/>
                </a:lnTo>
                <a:lnTo>
                  <a:pt x="741417" y="68770"/>
                </a:lnTo>
                <a:lnTo>
                  <a:pt x="747570" y="68770"/>
                </a:lnTo>
                <a:lnTo>
                  <a:pt x="747570" y="38365"/>
                </a:lnTo>
                <a:lnTo>
                  <a:pt x="651472" y="38365"/>
                </a:lnTo>
                <a:cubicBezTo>
                  <a:pt x="649421" y="35833"/>
                  <a:pt x="647219" y="32997"/>
                  <a:pt x="644867" y="29860"/>
                </a:cubicBezTo>
                <a:cubicBezTo>
                  <a:pt x="642515" y="26725"/>
                  <a:pt x="640190" y="23525"/>
                  <a:pt x="637899" y="20269"/>
                </a:cubicBezTo>
                <a:cubicBezTo>
                  <a:pt x="635607" y="17010"/>
                  <a:pt x="633495" y="13873"/>
                  <a:pt x="631565" y="10858"/>
                </a:cubicBezTo>
                <a:cubicBezTo>
                  <a:pt x="629634" y="7842"/>
                  <a:pt x="628066" y="5188"/>
                  <a:pt x="626859" y="2896"/>
                </a:cubicBezTo>
                <a:close/>
                <a:moveTo>
                  <a:pt x="875843" y="2714"/>
                </a:moveTo>
                <a:cubicBezTo>
                  <a:pt x="874636" y="3679"/>
                  <a:pt x="873188" y="4826"/>
                  <a:pt x="871499" y="6153"/>
                </a:cubicBezTo>
                <a:cubicBezTo>
                  <a:pt x="869810" y="7480"/>
                  <a:pt x="868091" y="8867"/>
                  <a:pt x="866342" y="10315"/>
                </a:cubicBezTo>
                <a:cubicBezTo>
                  <a:pt x="864592" y="11763"/>
                  <a:pt x="862903" y="13211"/>
                  <a:pt x="861275" y="14660"/>
                </a:cubicBezTo>
                <a:cubicBezTo>
                  <a:pt x="859646" y="16106"/>
                  <a:pt x="858288" y="17374"/>
                  <a:pt x="857203" y="18459"/>
                </a:cubicBezTo>
                <a:lnTo>
                  <a:pt x="860461" y="22621"/>
                </a:lnTo>
                <a:cubicBezTo>
                  <a:pt x="861546" y="21535"/>
                  <a:pt x="862874" y="20269"/>
                  <a:pt x="864441" y="18821"/>
                </a:cubicBezTo>
                <a:cubicBezTo>
                  <a:pt x="866010" y="17374"/>
                  <a:pt x="867700" y="15895"/>
                  <a:pt x="869509" y="14387"/>
                </a:cubicBezTo>
                <a:cubicBezTo>
                  <a:pt x="871319" y="12879"/>
                  <a:pt x="873068" y="11431"/>
                  <a:pt x="874757" y="10044"/>
                </a:cubicBezTo>
                <a:cubicBezTo>
                  <a:pt x="876446" y="8656"/>
                  <a:pt x="877894" y="7540"/>
                  <a:pt x="879100" y="6695"/>
                </a:cubicBezTo>
                <a:close/>
                <a:moveTo>
                  <a:pt x="974112" y="2714"/>
                </a:moveTo>
                <a:lnTo>
                  <a:pt x="968502" y="3076"/>
                </a:lnTo>
                <a:lnTo>
                  <a:pt x="968502" y="50129"/>
                </a:lnTo>
                <a:lnTo>
                  <a:pt x="947871" y="50129"/>
                </a:lnTo>
                <a:lnTo>
                  <a:pt x="947871" y="56464"/>
                </a:lnTo>
                <a:lnTo>
                  <a:pt x="968502" y="56464"/>
                </a:lnTo>
                <a:lnTo>
                  <a:pt x="968502" y="163420"/>
                </a:lnTo>
                <a:lnTo>
                  <a:pt x="974112" y="163420"/>
                </a:lnTo>
                <a:lnTo>
                  <a:pt x="974112" y="56464"/>
                </a:lnTo>
                <a:lnTo>
                  <a:pt x="997096" y="56464"/>
                </a:lnTo>
                <a:lnTo>
                  <a:pt x="997096" y="50129"/>
                </a:lnTo>
                <a:lnTo>
                  <a:pt x="974112" y="50129"/>
                </a:lnTo>
                <a:close/>
                <a:moveTo>
                  <a:pt x="899189" y="1990"/>
                </a:moveTo>
                <a:lnTo>
                  <a:pt x="893580" y="2352"/>
                </a:lnTo>
                <a:lnTo>
                  <a:pt x="893580" y="23707"/>
                </a:lnTo>
                <a:lnTo>
                  <a:pt x="840191" y="23707"/>
                </a:lnTo>
                <a:lnTo>
                  <a:pt x="840191" y="29318"/>
                </a:lnTo>
                <a:lnTo>
                  <a:pt x="893580" y="29318"/>
                </a:lnTo>
                <a:lnTo>
                  <a:pt x="893580" y="46692"/>
                </a:lnTo>
                <a:lnTo>
                  <a:pt x="851954" y="46692"/>
                </a:lnTo>
                <a:lnTo>
                  <a:pt x="851954" y="109308"/>
                </a:lnTo>
                <a:lnTo>
                  <a:pt x="857926" y="109308"/>
                </a:lnTo>
                <a:lnTo>
                  <a:pt x="857926" y="97183"/>
                </a:lnTo>
                <a:lnTo>
                  <a:pt x="893580" y="97183"/>
                </a:lnTo>
                <a:lnTo>
                  <a:pt x="893580" y="107861"/>
                </a:lnTo>
                <a:lnTo>
                  <a:pt x="899189" y="107861"/>
                </a:lnTo>
                <a:lnTo>
                  <a:pt x="899189" y="97183"/>
                </a:lnTo>
                <a:lnTo>
                  <a:pt x="935203" y="97183"/>
                </a:lnTo>
                <a:lnTo>
                  <a:pt x="935203" y="109308"/>
                </a:lnTo>
                <a:lnTo>
                  <a:pt x="940994" y="109308"/>
                </a:lnTo>
                <a:lnTo>
                  <a:pt x="940994" y="46692"/>
                </a:lnTo>
                <a:lnTo>
                  <a:pt x="899189" y="46692"/>
                </a:lnTo>
                <a:lnTo>
                  <a:pt x="899189" y="29318"/>
                </a:lnTo>
                <a:lnTo>
                  <a:pt x="946967" y="29318"/>
                </a:lnTo>
                <a:lnTo>
                  <a:pt x="946967" y="23707"/>
                </a:lnTo>
                <a:lnTo>
                  <a:pt x="899189" y="23707"/>
                </a:lnTo>
                <a:close/>
                <a:moveTo>
                  <a:pt x="1319593" y="1990"/>
                </a:moveTo>
                <a:lnTo>
                  <a:pt x="1314526" y="5067"/>
                </a:lnTo>
                <a:cubicBezTo>
                  <a:pt x="1316819" y="9290"/>
                  <a:pt x="1319413" y="13693"/>
                  <a:pt x="1322307" y="18278"/>
                </a:cubicBezTo>
                <a:cubicBezTo>
                  <a:pt x="1325204" y="22863"/>
                  <a:pt x="1328341" y="27417"/>
                  <a:pt x="1331719" y="31942"/>
                </a:cubicBezTo>
                <a:cubicBezTo>
                  <a:pt x="1335096" y="36466"/>
                  <a:pt x="1338566" y="40900"/>
                  <a:pt x="1342125" y="45242"/>
                </a:cubicBezTo>
                <a:cubicBezTo>
                  <a:pt x="1345684" y="49587"/>
                  <a:pt x="1349273" y="53628"/>
                  <a:pt x="1352893" y="57368"/>
                </a:cubicBezTo>
                <a:lnTo>
                  <a:pt x="1356694" y="52663"/>
                </a:lnTo>
                <a:cubicBezTo>
                  <a:pt x="1353315" y="49044"/>
                  <a:pt x="1349877" y="45154"/>
                  <a:pt x="1346378" y="40991"/>
                </a:cubicBezTo>
                <a:cubicBezTo>
                  <a:pt x="1342879" y="36827"/>
                  <a:pt x="1339501" y="32515"/>
                  <a:pt x="1336243" y="28050"/>
                </a:cubicBezTo>
                <a:cubicBezTo>
                  <a:pt x="1332986" y="23586"/>
                  <a:pt x="1329939" y="19153"/>
                  <a:pt x="1327104" y="14749"/>
                </a:cubicBezTo>
                <a:cubicBezTo>
                  <a:pt x="1324268" y="10345"/>
                  <a:pt x="1321765" y="6092"/>
                  <a:pt x="1319593" y="1990"/>
                </a:cubicBezTo>
                <a:close/>
                <a:moveTo>
                  <a:pt x="319021" y="1628"/>
                </a:moveTo>
                <a:lnTo>
                  <a:pt x="312868" y="1990"/>
                </a:lnTo>
                <a:lnTo>
                  <a:pt x="312868" y="33299"/>
                </a:lnTo>
                <a:lnTo>
                  <a:pt x="241744" y="33299"/>
                </a:lnTo>
                <a:lnTo>
                  <a:pt x="241744" y="39633"/>
                </a:lnTo>
                <a:lnTo>
                  <a:pt x="312868" y="39633"/>
                </a:lnTo>
                <a:lnTo>
                  <a:pt x="312868" y="46510"/>
                </a:lnTo>
                <a:cubicBezTo>
                  <a:pt x="307196" y="63280"/>
                  <a:pt x="299898" y="77939"/>
                  <a:pt x="290970" y="90488"/>
                </a:cubicBezTo>
                <a:cubicBezTo>
                  <a:pt x="287833" y="87833"/>
                  <a:pt x="284604" y="84938"/>
                  <a:pt x="281288" y="81799"/>
                </a:cubicBezTo>
                <a:cubicBezTo>
                  <a:pt x="277970" y="78663"/>
                  <a:pt x="274712" y="75406"/>
                  <a:pt x="271515" y="72028"/>
                </a:cubicBezTo>
                <a:cubicBezTo>
                  <a:pt x="268318" y="68649"/>
                  <a:pt x="265271" y="65301"/>
                  <a:pt x="262376" y="61984"/>
                </a:cubicBezTo>
                <a:cubicBezTo>
                  <a:pt x="259480" y="58666"/>
                  <a:pt x="256885" y="55438"/>
                  <a:pt x="254594" y="52301"/>
                </a:cubicBezTo>
                <a:lnTo>
                  <a:pt x="249889" y="56645"/>
                </a:lnTo>
                <a:cubicBezTo>
                  <a:pt x="252301" y="59661"/>
                  <a:pt x="255016" y="62888"/>
                  <a:pt x="258032" y="66327"/>
                </a:cubicBezTo>
                <a:cubicBezTo>
                  <a:pt x="261048" y="69765"/>
                  <a:pt x="264216" y="73204"/>
                  <a:pt x="267534" y="76642"/>
                </a:cubicBezTo>
                <a:cubicBezTo>
                  <a:pt x="270852" y="80081"/>
                  <a:pt x="274230" y="83400"/>
                  <a:pt x="277668" y="86596"/>
                </a:cubicBezTo>
                <a:cubicBezTo>
                  <a:pt x="281107" y="89793"/>
                  <a:pt x="284334" y="92719"/>
                  <a:pt x="287350" y="95373"/>
                </a:cubicBezTo>
                <a:cubicBezTo>
                  <a:pt x="280352" y="104422"/>
                  <a:pt x="272451" y="112536"/>
                  <a:pt x="263643" y="119715"/>
                </a:cubicBezTo>
                <a:cubicBezTo>
                  <a:pt x="254834" y="126893"/>
                  <a:pt x="244881" y="133499"/>
                  <a:pt x="233782" y="139531"/>
                </a:cubicBezTo>
                <a:lnTo>
                  <a:pt x="237581" y="145684"/>
                </a:lnTo>
                <a:cubicBezTo>
                  <a:pt x="246510" y="140617"/>
                  <a:pt x="254715" y="135188"/>
                  <a:pt x="262195" y="129396"/>
                </a:cubicBezTo>
                <a:cubicBezTo>
                  <a:pt x="269676" y="123605"/>
                  <a:pt x="276492" y="117331"/>
                  <a:pt x="282645" y="110575"/>
                </a:cubicBezTo>
                <a:cubicBezTo>
                  <a:pt x="288798" y="103819"/>
                  <a:pt x="294378" y="96459"/>
                  <a:pt x="299385" y="88496"/>
                </a:cubicBezTo>
                <a:cubicBezTo>
                  <a:pt x="304392" y="80533"/>
                  <a:pt x="308886" y="71846"/>
                  <a:pt x="312868" y="62436"/>
                </a:cubicBezTo>
                <a:lnTo>
                  <a:pt x="312868" y="142970"/>
                </a:lnTo>
                <a:cubicBezTo>
                  <a:pt x="312868" y="146227"/>
                  <a:pt x="313230" y="148913"/>
                  <a:pt x="313954" y="151023"/>
                </a:cubicBezTo>
                <a:cubicBezTo>
                  <a:pt x="314677" y="153135"/>
                  <a:pt x="315854" y="154824"/>
                  <a:pt x="317483" y="156091"/>
                </a:cubicBezTo>
                <a:cubicBezTo>
                  <a:pt x="319112" y="157357"/>
                  <a:pt x="321253" y="158323"/>
                  <a:pt x="323907" y="158986"/>
                </a:cubicBezTo>
                <a:cubicBezTo>
                  <a:pt x="326561" y="159650"/>
                  <a:pt x="329879" y="160103"/>
                  <a:pt x="333861" y="160343"/>
                </a:cubicBezTo>
                <a:lnTo>
                  <a:pt x="346348" y="161248"/>
                </a:lnTo>
                <a:lnTo>
                  <a:pt x="348158" y="155095"/>
                </a:lnTo>
                <a:lnTo>
                  <a:pt x="334766" y="154009"/>
                </a:lnTo>
                <a:cubicBezTo>
                  <a:pt x="331508" y="153768"/>
                  <a:pt x="328884" y="153406"/>
                  <a:pt x="326893" y="152923"/>
                </a:cubicBezTo>
                <a:cubicBezTo>
                  <a:pt x="324903" y="152441"/>
                  <a:pt x="323304" y="151747"/>
                  <a:pt x="322097" y="150842"/>
                </a:cubicBezTo>
                <a:cubicBezTo>
                  <a:pt x="320891" y="149937"/>
                  <a:pt x="320077" y="148761"/>
                  <a:pt x="319654" y="147312"/>
                </a:cubicBezTo>
                <a:cubicBezTo>
                  <a:pt x="319232" y="145865"/>
                  <a:pt x="319021" y="143935"/>
                  <a:pt x="319021" y="141522"/>
                </a:cubicBezTo>
                <a:lnTo>
                  <a:pt x="319021" y="94469"/>
                </a:lnTo>
                <a:cubicBezTo>
                  <a:pt x="324087" y="98328"/>
                  <a:pt x="329759" y="102431"/>
                  <a:pt x="336033" y="106775"/>
                </a:cubicBezTo>
                <a:cubicBezTo>
                  <a:pt x="342306" y="111117"/>
                  <a:pt x="348671" y="115462"/>
                  <a:pt x="355125" y="119805"/>
                </a:cubicBezTo>
                <a:cubicBezTo>
                  <a:pt x="361580" y="124148"/>
                  <a:pt x="367914" y="128251"/>
                  <a:pt x="374128" y="132110"/>
                </a:cubicBezTo>
                <a:cubicBezTo>
                  <a:pt x="380341" y="135973"/>
                  <a:pt x="385982" y="139349"/>
                  <a:pt x="391050" y="142246"/>
                </a:cubicBezTo>
                <a:lnTo>
                  <a:pt x="394307" y="136274"/>
                </a:lnTo>
                <a:cubicBezTo>
                  <a:pt x="388998" y="133259"/>
                  <a:pt x="383026" y="129697"/>
                  <a:pt x="376390" y="125595"/>
                </a:cubicBezTo>
                <a:cubicBezTo>
                  <a:pt x="369754" y="121495"/>
                  <a:pt x="363028" y="117182"/>
                  <a:pt x="356211" y="112657"/>
                </a:cubicBezTo>
                <a:cubicBezTo>
                  <a:pt x="349395" y="108132"/>
                  <a:pt x="342759" y="103638"/>
                  <a:pt x="336304" y="99174"/>
                </a:cubicBezTo>
                <a:cubicBezTo>
                  <a:pt x="329849" y="94710"/>
                  <a:pt x="324087" y="90547"/>
                  <a:pt x="319021" y="86686"/>
                </a:cubicBezTo>
                <a:lnTo>
                  <a:pt x="319021" y="39633"/>
                </a:lnTo>
                <a:lnTo>
                  <a:pt x="389058" y="39633"/>
                </a:lnTo>
                <a:lnTo>
                  <a:pt x="389058" y="33299"/>
                </a:lnTo>
                <a:lnTo>
                  <a:pt x="319021" y="33299"/>
                </a:lnTo>
                <a:close/>
                <a:moveTo>
                  <a:pt x="1262405" y="1447"/>
                </a:moveTo>
                <a:lnTo>
                  <a:pt x="1256252" y="1808"/>
                </a:lnTo>
                <a:lnTo>
                  <a:pt x="1256252" y="20269"/>
                </a:lnTo>
                <a:lnTo>
                  <a:pt x="1203951" y="20269"/>
                </a:lnTo>
                <a:lnTo>
                  <a:pt x="1203951" y="25698"/>
                </a:lnTo>
                <a:lnTo>
                  <a:pt x="1256252" y="25698"/>
                </a:lnTo>
                <a:lnTo>
                  <a:pt x="1256252" y="44157"/>
                </a:lnTo>
                <a:lnTo>
                  <a:pt x="1211913" y="44157"/>
                </a:lnTo>
                <a:lnTo>
                  <a:pt x="1211913" y="82161"/>
                </a:lnTo>
                <a:lnTo>
                  <a:pt x="1306563" y="82161"/>
                </a:lnTo>
                <a:lnTo>
                  <a:pt x="1306563" y="44157"/>
                </a:lnTo>
                <a:lnTo>
                  <a:pt x="1262405" y="44157"/>
                </a:lnTo>
                <a:lnTo>
                  <a:pt x="1262405" y="25698"/>
                </a:lnTo>
                <a:lnTo>
                  <a:pt x="1311088" y="25698"/>
                </a:lnTo>
                <a:lnTo>
                  <a:pt x="1311088" y="20269"/>
                </a:lnTo>
                <a:lnTo>
                  <a:pt x="1262405" y="20269"/>
                </a:lnTo>
                <a:close/>
                <a:moveTo>
                  <a:pt x="686399" y="0"/>
                </a:moveTo>
                <a:cubicBezTo>
                  <a:pt x="685074" y="2292"/>
                  <a:pt x="683655" y="4796"/>
                  <a:pt x="682147" y="7510"/>
                </a:cubicBezTo>
                <a:cubicBezTo>
                  <a:pt x="680639" y="10225"/>
                  <a:pt x="679101" y="13000"/>
                  <a:pt x="677532" y="15836"/>
                </a:cubicBezTo>
                <a:cubicBezTo>
                  <a:pt x="675964" y="18670"/>
                  <a:pt x="674486" y="21415"/>
                  <a:pt x="673099" y="24069"/>
                </a:cubicBezTo>
                <a:cubicBezTo>
                  <a:pt x="671711" y="26725"/>
                  <a:pt x="670474" y="29138"/>
                  <a:pt x="669389" y="31308"/>
                </a:cubicBezTo>
                <a:lnTo>
                  <a:pt x="674999" y="34204"/>
                </a:lnTo>
                <a:cubicBezTo>
                  <a:pt x="675964" y="32153"/>
                  <a:pt x="677109" y="29801"/>
                  <a:pt x="678437" y="27146"/>
                </a:cubicBezTo>
                <a:cubicBezTo>
                  <a:pt x="679764" y="24492"/>
                  <a:pt x="681152" y="21777"/>
                  <a:pt x="682600" y="19002"/>
                </a:cubicBezTo>
                <a:cubicBezTo>
                  <a:pt x="684047" y="16227"/>
                  <a:pt x="685556" y="13423"/>
                  <a:pt x="687125" y="10587"/>
                </a:cubicBezTo>
                <a:cubicBezTo>
                  <a:pt x="688693" y="7751"/>
                  <a:pt x="690262" y="5127"/>
                  <a:pt x="691829" y="2714"/>
                </a:cubicBezTo>
                <a:close/>
              </a:path>
            </a:pathLst>
          </a:cu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4" name="AutoShape 84"/>
          <p:cNvSpPr/>
          <p:nvPr/>
        </p:nvSpPr>
        <p:spPr>
          <a:xfrm>
            <a:off x="9702800" y="6388100"/>
            <a:ext cx="12700" cy="139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5" name="AutoShape 85"/>
          <p:cNvSpPr/>
          <p:nvPr/>
        </p:nvSpPr>
        <p:spPr>
          <a:xfrm>
            <a:off x="9702800" y="6388100"/>
            <a:ext cx="12700" cy="1397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86" name="AutoShape 86"/>
          <p:cNvSpPr/>
          <p:nvPr/>
        </p:nvSpPr>
        <p:spPr>
          <a:xfrm>
            <a:off x="9956800" y="6388100"/>
            <a:ext cx="12700" cy="139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7" name="AutoShape 87"/>
          <p:cNvSpPr/>
          <p:nvPr/>
        </p:nvSpPr>
        <p:spPr>
          <a:xfrm>
            <a:off x="9956800" y="6388100"/>
            <a:ext cx="12700" cy="1397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88" name="AutoShape 88"/>
          <p:cNvSpPr/>
          <p:nvPr/>
        </p:nvSpPr>
        <p:spPr>
          <a:xfrm>
            <a:off x="9753600" y="6350000"/>
            <a:ext cx="12700" cy="177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9" name="AutoShape 89"/>
          <p:cNvSpPr/>
          <p:nvPr/>
        </p:nvSpPr>
        <p:spPr>
          <a:xfrm>
            <a:off x="9753600" y="6350000"/>
            <a:ext cx="12700" cy="1778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90" name="AutoShape 90"/>
          <p:cNvSpPr/>
          <p:nvPr/>
        </p:nvSpPr>
        <p:spPr>
          <a:xfrm>
            <a:off x="97917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1" name="AutoShape 91"/>
          <p:cNvSpPr/>
          <p:nvPr/>
        </p:nvSpPr>
        <p:spPr>
          <a:xfrm>
            <a:off x="98171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2" name="AutoShape 92"/>
          <p:cNvSpPr/>
          <p:nvPr/>
        </p:nvSpPr>
        <p:spPr>
          <a:xfrm>
            <a:off x="98806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3" name="AutoShape 93"/>
          <p:cNvSpPr/>
          <p:nvPr/>
        </p:nvSpPr>
        <p:spPr>
          <a:xfrm>
            <a:off x="98933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4" name="AutoShape 94"/>
          <p:cNvSpPr/>
          <p:nvPr/>
        </p:nvSpPr>
        <p:spPr>
          <a:xfrm>
            <a:off x="98044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5" name="AutoShape 95"/>
          <p:cNvSpPr/>
          <p:nvPr/>
        </p:nvSpPr>
        <p:spPr>
          <a:xfrm>
            <a:off x="98298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6" name="AutoShape 96"/>
          <p:cNvSpPr/>
          <p:nvPr/>
        </p:nvSpPr>
        <p:spPr>
          <a:xfrm>
            <a:off x="98552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7" name="AutoShape 97"/>
          <p:cNvSpPr/>
          <p:nvPr/>
        </p:nvSpPr>
        <p:spPr>
          <a:xfrm>
            <a:off x="97790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8" name="AutoShape 98"/>
          <p:cNvSpPr/>
          <p:nvPr/>
        </p:nvSpPr>
        <p:spPr>
          <a:xfrm>
            <a:off x="97790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9" name="AutoShape 99"/>
          <p:cNvSpPr/>
          <p:nvPr/>
        </p:nvSpPr>
        <p:spPr>
          <a:xfrm>
            <a:off x="9740900" y="64008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0" name="AutoShape 100"/>
          <p:cNvSpPr/>
          <p:nvPr/>
        </p:nvSpPr>
        <p:spPr>
          <a:xfrm>
            <a:off x="9740900" y="64008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1" name="AutoShape 101"/>
          <p:cNvSpPr/>
          <p:nvPr/>
        </p:nvSpPr>
        <p:spPr>
          <a:xfrm>
            <a:off x="9728200" y="64008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2" name="AutoShape 102"/>
          <p:cNvSpPr/>
          <p:nvPr/>
        </p:nvSpPr>
        <p:spPr>
          <a:xfrm>
            <a:off x="9944100" y="6413500"/>
            <a:ext cx="12700" cy="381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3" name="AutoShape 103"/>
          <p:cNvSpPr/>
          <p:nvPr/>
        </p:nvSpPr>
        <p:spPr>
          <a:xfrm>
            <a:off x="9931400" y="64008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4" name="AutoShape 104"/>
          <p:cNvSpPr/>
          <p:nvPr/>
        </p:nvSpPr>
        <p:spPr>
          <a:xfrm>
            <a:off x="9931400" y="64008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5" name="AutoShape 105"/>
          <p:cNvSpPr/>
          <p:nvPr/>
        </p:nvSpPr>
        <p:spPr>
          <a:xfrm>
            <a:off x="9766300" y="6388100"/>
            <a:ext cx="1270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6" name="AutoShape 106"/>
          <p:cNvSpPr/>
          <p:nvPr/>
        </p:nvSpPr>
        <p:spPr>
          <a:xfrm>
            <a:off x="9918700" y="6426200"/>
            <a:ext cx="381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7" name="AutoShape 107"/>
          <p:cNvSpPr/>
          <p:nvPr/>
        </p:nvSpPr>
        <p:spPr>
          <a:xfrm>
            <a:off x="9715500" y="6426200"/>
            <a:ext cx="381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8" name="AutoShape 108"/>
          <p:cNvSpPr/>
          <p:nvPr/>
        </p:nvSpPr>
        <p:spPr>
          <a:xfrm>
            <a:off x="98425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9" name="AutoShape 109"/>
          <p:cNvSpPr/>
          <p:nvPr/>
        </p:nvSpPr>
        <p:spPr>
          <a:xfrm>
            <a:off x="98679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0" name="AutoShape 110"/>
          <p:cNvSpPr/>
          <p:nvPr/>
        </p:nvSpPr>
        <p:spPr>
          <a:xfrm>
            <a:off x="9677400" y="6438900"/>
            <a:ext cx="3048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1" name="AutoShape 111"/>
          <p:cNvSpPr/>
          <p:nvPr/>
        </p:nvSpPr>
        <p:spPr>
          <a:xfrm>
            <a:off x="9702800" y="6400800"/>
            <a:ext cx="2667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2" name="AutoShape 112"/>
          <p:cNvSpPr/>
          <p:nvPr/>
        </p:nvSpPr>
        <p:spPr>
          <a:xfrm>
            <a:off x="9753600" y="6375400"/>
            <a:ext cx="1651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3" name="Picture 113"/>
          <p:cNvPicPr>
            <a:picLocks noChangeAspect="1"/>
          </p:cNvPicPr>
          <p:nvPr/>
        </p:nvPicPr>
        <p:blipFill>
          <a:blip r:embed="rId3"/>
          <a:srcRect/>
          <a:stretch>
            <a:fillRect/>
          </a:stretch>
        </p:blipFill>
        <p:spPr>
          <a:xfrm>
            <a:off x="9702800" y="6527800"/>
            <a:ext cx="12700" cy="12700"/>
          </a:xfrm>
          <a:prstGeom prst="rect">
            <a:avLst/>
          </a:prstGeom>
          <a:noFill/>
          <a:ln w="25400" cap="flat" cmpd="sng">
            <a:noFill/>
            <a:prstDash val="solid"/>
            <a:round/>
          </a:ln>
        </p:spPr>
      </p:pic>
      <p:pic>
        <p:nvPicPr>
          <p:cNvPr id="114" name="Picture 114"/>
          <p:cNvPicPr>
            <a:picLocks noChangeAspect="1"/>
          </p:cNvPicPr>
          <p:nvPr/>
        </p:nvPicPr>
        <p:blipFill>
          <a:blip r:embed="rId4"/>
          <a:srcRect/>
          <a:stretch>
            <a:fillRect/>
          </a:stretch>
        </p:blipFill>
        <p:spPr>
          <a:xfrm>
            <a:off x="9956800" y="6527800"/>
            <a:ext cx="25400" cy="12700"/>
          </a:xfrm>
          <a:prstGeom prst="rect">
            <a:avLst/>
          </a:prstGeom>
          <a:noFill/>
          <a:ln w="25400" cap="flat" cmpd="sng">
            <a:noFill/>
            <a:prstDash val="solid"/>
            <a:round/>
          </a:ln>
        </p:spPr>
      </p:pic>
      <p:pic>
        <p:nvPicPr>
          <p:cNvPr id="115" name="Picture 115"/>
          <p:cNvPicPr>
            <a:picLocks noChangeAspect="1"/>
          </p:cNvPicPr>
          <p:nvPr/>
        </p:nvPicPr>
        <p:blipFill>
          <a:blip r:embed="rId5"/>
          <a:srcRect/>
          <a:stretch>
            <a:fillRect/>
          </a:stretch>
        </p:blipFill>
        <p:spPr>
          <a:xfrm>
            <a:off x="9753600" y="6527800"/>
            <a:ext cx="12700" cy="12700"/>
          </a:xfrm>
          <a:prstGeom prst="rect">
            <a:avLst/>
          </a:prstGeom>
          <a:noFill/>
          <a:ln w="25400" cap="flat" cmpd="sng">
            <a:noFill/>
            <a:prstDash val="solid"/>
            <a:round/>
          </a:ln>
        </p:spPr>
      </p:pic>
      <p:sp>
        <p:nvSpPr>
          <p:cNvPr id="116" name="AutoShape 116"/>
          <p:cNvSpPr/>
          <p:nvPr/>
        </p:nvSpPr>
        <p:spPr>
          <a:xfrm>
            <a:off x="9906000" y="6350000"/>
            <a:ext cx="12700" cy="177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7" name="AutoShape 117"/>
          <p:cNvSpPr/>
          <p:nvPr/>
        </p:nvSpPr>
        <p:spPr>
          <a:xfrm rot="-5400000">
            <a:off x="9829800" y="6311900"/>
            <a:ext cx="12700" cy="444500"/>
          </a:xfrm>
          <a:prstGeom prst="roundRect">
            <a:avLst>
              <a:gd name="adj" fmla="val 0"/>
            </a:avLst>
          </a:prstGeom>
          <a:gradFill rotWithShape="0">
            <a:gsLst>
              <a:gs pos="1000">
                <a:srgbClr val="000000">
                  <a:alpha val="0"/>
                </a:srgbClr>
              </a:gs>
              <a:gs pos="20000">
                <a:srgbClr val="000000">
                  <a:alpha val="100000"/>
                </a:srgbClr>
              </a:gs>
              <a:gs pos="50000">
                <a:srgbClr val="000000">
                  <a:alpha val="100000"/>
                </a:srgbClr>
              </a:gs>
              <a:gs pos="80000">
                <a:srgbClr val="000000">
                  <a:alpha val="100000"/>
                </a:srgbClr>
              </a:gs>
              <a:gs pos="100000">
                <a:srgbClr val="000000">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217C">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4230" t="15007" r="3461" b="9256"/>
          <a:stretch>
            <a:fillRect/>
          </a:stretch>
        </p:blipFill>
        <p:spPr>
          <a:xfrm>
            <a:off x="1524"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EEEEEE">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54600" y="2705100"/>
            <a:ext cx="2082800" cy="2514600"/>
          </a:xfrm>
          <a:prstGeom prst="roundRect">
            <a:avLst>
              <a:gd name="adj" fmla="val 0"/>
            </a:avLst>
          </a:prstGeom>
          <a:gradFill rotWithShape="1">
            <a:gsLst>
              <a:gs pos="42000">
                <a:srgbClr val="363DD2">
                  <a:alpha val="100000"/>
                </a:srgbClr>
              </a:gs>
              <a:gs pos="100000">
                <a:srgbClr val="4472C4">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2895600" y="2667000"/>
            <a:ext cx="2159000" cy="2603500"/>
          </a:xfrm>
          <a:prstGeom prst="roundRect">
            <a:avLst>
              <a:gd name="adj" fmla="val 0"/>
            </a:avLst>
          </a:prstGeom>
          <a:gradFill rotWithShape="1">
            <a:gsLst>
              <a:gs pos="42000">
                <a:srgbClr val="363DD2">
                  <a:alpha val="100000"/>
                </a:srgbClr>
              </a:gs>
              <a:gs pos="100000">
                <a:srgbClr val="4472C4">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137400" y="2667000"/>
            <a:ext cx="2159000" cy="2603500"/>
          </a:xfrm>
          <a:prstGeom prst="roundRect">
            <a:avLst>
              <a:gd name="adj" fmla="val 0"/>
            </a:avLst>
          </a:prstGeom>
          <a:gradFill rotWithShape="1">
            <a:gsLst>
              <a:gs pos="42000">
                <a:srgbClr val="363DD2">
                  <a:alpha val="100000"/>
                </a:srgbClr>
              </a:gs>
              <a:gs pos="100000">
                <a:srgbClr val="4472C4">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47700" y="2565400"/>
            <a:ext cx="2349500" cy="2781300"/>
          </a:xfrm>
          <a:prstGeom prst="roundRect">
            <a:avLst>
              <a:gd name="adj" fmla="val 0"/>
            </a:avLst>
          </a:prstGeom>
          <a:gradFill rotWithShape="1">
            <a:gsLst>
              <a:gs pos="42000">
                <a:srgbClr val="363DD2">
                  <a:alpha val="100000"/>
                </a:srgbClr>
              </a:gs>
              <a:gs pos="100000">
                <a:srgbClr val="4472C4">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207500" y="2565400"/>
            <a:ext cx="2349500" cy="2781300"/>
          </a:xfrm>
          <a:prstGeom prst="roundRect">
            <a:avLst>
              <a:gd name="adj" fmla="val 0"/>
            </a:avLst>
          </a:prstGeom>
          <a:gradFill rotWithShape="1">
            <a:gsLst>
              <a:gs pos="42000">
                <a:srgbClr val="363DD2">
                  <a:alpha val="100000"/>
                </a:srgbClr>
              </a:gs>
              <a:gs pos="100000">
                <a:srgbClr val="4472C4">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054600" y="5308600"/>
            <a:ext cx="2082800" cy="2514600"/>
          </a:xfrm>
          <a:prstGeom prst="roundRect">
            <a:avLst>
              <a:gd name="adj" fmla="val 0"/>
            </a:avLst>
          </a:prstGeom>
          <a:gradFill rotWithShape="0">
            <a:gsLst>
              <a:gs pos="0">
                <a:srgbClr val="1E73F0">
                  <a:alpha val="14000"/>
                </a:srgbClr>
              </a:gs>
              <a:gs pos="40000">
                <a:srgbClr val="4D94FF">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2844800" y="5359400"/>
            <a:ext cx="2159000" cy="2603500"/>
          </a:xfrm>
          <a:prstGeom prst="roundRect">
            <a:avLst>
              <a:gd name="adj" fmla="val 0"/>
            </a:avLst>
          </a:prstGeom>
          <a:gradFill rotWithShape="0">
            <a:gsLst>
              <a:gs pos="0">
                <a:srgbClr val="1E73F0">
                  <a:alpha val="14000"/>
                </a:srgbClr>
              </a:gs>
              <a:gs pos="40000">
                <a:srgbClr val="4D94FF">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124700" y="5359400"/>
            <a:ext cx="2159000" cy="2603500"/>
          </a:xfrm>
          <a:prstGeom prst="roundRect">
            <a:avLst>
              <a:gd name="adj" fmla="val 0"/>
            </a:avLst>
          </a:prstGeom>
          <a:gradFill rotWithShape="0">
            <a:gsLst>
              <a:gs pos="0">
                <a:srgbClr val="1E73F0">
                  <a:alpha val="14000"/>
                </a:srgbClr>
              </a:gs>
              <a:gs pos="40000">
                <a:srgbClr val="4D94FF">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58800" y="5448300"/>
            <a:ext cx="2349500" cy="2781300"/>
          </a:xfrm>
          <a:prstGeom prst="roundRect">
            <a:avLst>
              <a:gd name="adj" fmla="val 0"/>
            </a:avLst>
          </a:prstGeom>
          <a:gradFill rotWithShape="0">
            <a:gsLst>
              <a:gs pos="0">
                <a:srgbClr val="1E73F0">
                  <a:alpha val="14000"/>
                </a:srgbClr>
              </a:gs>
              <a:gs pos="40000">
                <a:srgbClr val="4D94FF">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9283700" y="5448300"/>
            <a:ext cx="2349500" cy="2781300"/>
          </a:xfrm>
          <a:prstGeom prst="roundRect">
            <a:avLst>
              <a:gd name="adj" fmla="val 0"/>
            </a:avLst>
          </a:prstGeom>
          <a:gradFill rotWithShape="0">
            <a:gsLst>
              <a:gs pos="0">
                <a:srgbClr val="1E73F0">
                  <a:alpha val="14000"/>
                </a:srgbClr>
              </a:gs>
              <a:gs pos="40000">
                <a:srgbClr val="4D94FF">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723900"/>
            <a:ext cx="10160000" cy="889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3600" b="1" i="0" u="none" strike="noStrike">
                <a:solidFill>
                  <a:srgbClr val="4472C4"/>
                </a:solidFill>
                <a:latin typeface="微软雅黑" panose="020B0503020204020204" charset="-122"/>
                <a:ea typeface="微软雅黑" panose="020B0503020204020204" charset="-122"/>
                <a:cs typeface="微软雅黑" panose="020B0503020204020204" charset="-122"/>
                <a:sym typeface="微软雅黑" panose="020B0503020204020204" charset="-122"/>
              </a:rPr>
              <a:t>06 配置化与工程结构</a:t>
            </a:r>
            <a:endParaRPr lang="en-US" sz="1100"/>
          </a:p>
        </p:txBody>
      </p:sp>
      <p:sp>
        <p:nvSpPr>
          <p:cNvPr id="15" name="AutoShape 15"/>
          <p:cNvSpPr/>
          <p:nvPr/>
        </p:nvSpPr>
        <p:spPr>
          <a:xfrm>
            <a:off x="5054600" y="2705100"/>
            <a:ext cx="2082800" cy="25146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5067300" y="3111500"/>
            <a:ext cx="2070100" cy="508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src/ 核心源码</a:t>
            </a:r>
            <a:endParaRPr lang="en-US" sz="1100"/>
          </a:p>
        </p:txBody>
      </p:sp>
      <p:sp>
        <p:nvSpPr>
          <p:cNvPr id="17" name="AutoShape 17"/>
          <p:cNvSpPr/>
          <p:nvPr/>
        </p:nvSpPr>
        <p:spPr>
          <a:xfrm>
            <a:off x="5067300" y="3619500"/>
            <a:ext cx="2070100" cy="1397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7000"/>
              </a:lnSpc>
              <a:defRPr/>
            </a:pPr>
            <a:r>
              <a:rPr lang="en-US" sz="1400" b="0" i="0" u="none" strike="noStrike">
                <a:solidFill>
                  <a:srgbClr val="EBF0FF"/>
                </a:solidFill>
                <a:latin typeface="Noto Sans SC" panose="020B0200000000000000" charset="-122"/>
                <a:ea typeface="Noto Sans SC" panose="020B0200000000000000" charset="-122"/>
                <a:cs typeface="Noto Sans SC" panose="020B0200000000000000" charset="-122"/>
                <a:sym typeface="Noto Sans SC" panose="020B0200000000000000" charset="-122"/>
              </a:rPr>
              <a:t>划分agents、graphs、mcp、documents、config等模块，实现业务逻辑与执行流程的解耦，构建高内聚低耦合的工程架构。</a:t>
            </a:r>
            <a:endParaRPr lang="en-US" sz="1100"/>
          </a:p>
        </p:txBody>
      </p:sp>
      <p:sp>
        <p:nvSpPr>
          <p:cNvPr id="18" name="AutoShape 18"/>
          <p:cNvSpPr/>
          <p:nvPr/>
        </p:nvSpPr>
        <p:spPr>
          <a:xfrm>
            <a:off x="2895600" y="2667000"/>
            <a:ext cx="2159000" cy="2603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2895600" y="3111500"/>
            <a:ext cx="2159000" cy="508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prompts/ 提示词库</a:t>
            </a:r>
            <a:endParaRPr lang="en-US" sz="1100"/>
          </a:p>
        </p:txBody>
      </p:sp>
      <p:sp>
        <p:nvSpPr>
          <p:cNvPr id="20" name="AutoShape 20"/>
          <p:cNvSpPr/>
          <p:nvPr/>
        </p:nvSpPr>
        <p:spPr>
          <a:xfrm>
            <a:off x="2895600" y="3810000"/>
            <a:ext cx="2159000" cy="1397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7000"/>
              </a:lnSpc>
              <a:defRPr/>
            </a:pPr>
            <a:r>
              <a:rPr lang="en-US" sz="1400" b="0" i="0" u="none" strike="noStrike">
                <a:solidFill>
                  <a:srgbClr val="EBF0FF"/>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封装重问智能体、标准字段生成、文档生成等场景Prompt。通过明确的约束规则，保证大模型输出内容的规范性与结果稳定性。</a:t>
            </a:r>
            <a:endParaRPr lang="en-US" sz="1100"/>
          </a:p>
        </p:txBody>
      </p:sp>
      <p:sp>
        <p:nvSpPr>
          <p:cNvPr id="21" name="AutoShape 21"/>
          <p:cNvSpPr/>
          <p:nvPr/>
        </p:nvSpPr>
        <p:spPr>
          <a:xfrm>
            <a:off x="7137400" y="2667000"/>
            <a:ext cx="2159000" cy="2603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137400" y="3060700"/>
            <a:ext cx="2146300" cy="508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data/result 成果交付</a:t>
            </a:r>
            <a:endParaRPr lang="en-US" sz="1100"/>
          </a:p>
        </p:txBody>
      </p:sp>
      <p:sp>
        <p:nvSpPr>
          <p:cNvPr id="23" name="AutoShape 23"/>
          <p:cNvSpPr/>
          <p:nvPr/>
        </p:nvSpPr>
        <p:spPr>
          <a:xfrm>
            <a:off x="7150100" y="3765550"/>
            <a:ext cx="2146300" cy="1397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7000"/>
              </a:lnSpc>
              <a:defRPr/>
            </a:pPr>
            <a:r>
              <a:rPr lang="en-US" sz="1400" b="0" i="0" u="none" strike="noStrike">
                <a:solidFill>
                  <a:srgbClr val="EBF0FF"/>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包含生成后的WPS文档(MHPWPS-062)，配套演示脚本支持本地独立运行。可直接输出符合业务规范的焊接工艺文档，即开即用。</a:t>
            </a:r>
            <a:endParaRPr lang="en-US" sz="1100"/>
          </a:p>
        </p:txBody>
      </p:sp>
      <p:sp>
        <p:nvSpPr>
          <p:cNvPr id="24" name="AutoShape 24"/>
          <p:cNvSpPr/>
          <p:nvPr/>
        </p:nvSpPr>
        <p:spPr>
          <a:xfrm>
            <a:off x="647700" y="2565400"/>
            <a:ext cx="2349500" cy="27813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47700" y="3111500"/>
            <a:ext cx="2349500" cy="508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configs/ 配置中心</a:t>
            </a:r>
            <a:endParaRPr lang="en-US" sz="1100"/>
          </a:p>
        </p:txBody>
      </p:sp>
      <p:sp>
        <p:nvSpPr>
          <p:cNvPr id="26" name="AutoShape 26"/>
          <p:cNvSpPr/>
          <p:nvPr/>
        </p:nvSpPr>
        <p:spPr>
          <a:xfrm>
            <a:off x="647700" y="3810000"/>
            <a:ext cx="2349500" cy="1397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7000"/>
              </a:lnSpc>
              <a:defRPr/>
            </a:pPr>
            <a:r>
              <a:rPr lang="en-US" sz="1400" b="0" i="0" u="none" strike="noStrike">
                <a:solidFill>
                  <a:srgbClr val="EBF0FF"/>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统一管理model_config、agent_config、焊接标准等yaml配置文件。将核心业务参数外置，实现系统行为的灵活配置与快速调整。</a:t>
            </a:r>
            <a:endParaRPr lang="en-US" sz="1100"/>
          </a:p>
        </p:txBody>
      </p:sp>
      <p:sp>
        <p:nvSpPr>
          <p:cNvPr id="27" name="AutoShape 27"/>
          <p:cNvSpPr/>
          <p:nvPr/>
        </p:nvSpPr>
        <p:spPr>
          <a:xfrm>
            <a:off x="9207500" y="2565400"/>
            <a:ext cx="2349500" cy="27813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207500" y="3111500"/>
            <a:ext cx="2349500" cy="508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核心设计收益</a:t>
            </a:r>
            <a:endParaRPr lang="en-US" sz="1100"/>
          </a:p>
        </p:txBody>
      </p:sp>
      <p:sp>
        <p:nvSpPr>
          <p:cNvPr id="29" name="AutoShape 29"/>
          <p:cNvSpPr/>
          <p:nvPr/>
        </p:nvSpPr>
        <p:spPr>
          <a:xfrm>
            <a:off x="9207500" y="3810000"/>
            <a:ext cx="2349500" cy="1397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7000"/>
              </a:lnSpc>
              <a:defRPr/>
            </a:pPr>
            <a:r>
              <a:rPr lang="en-US" sz="1400" b="0" i="0" u="none" strike="noStrike">
                <a:solidFill>
                  <a:srgbClr val="EBF0FF"/>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支持参数动态调优、Prompt迭代替换、大模型无缝切换及业务模板持续演进。降低开发维护成本，显著提升系统的适配性与扩展性。</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C217C">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4230" t="15007" r="3461" b="9256"/>
          <a:stretch>
            <a:fillRect/>
          </a:stretch>
        </p:blipFill>
        <p:spPr>
          <a:xfrm>
            <a:off x="1524"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EEEEEE">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679700" y="723900"/>
            <a:ext cx="6858000" cy="7112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en-US" sz="4000" b="1" i="0" u="none" strike="noStrike" spc="200">
                <a:solidFill>
                  <a:srgbClr val="4472C4"/>
                </a:solidFill>
                <a:latin typeface="微软雅黑" panose="020B0503020204020204" charset="-122"/>
                <a:ea typeface="微软雅黑" panose="020B0503020204020204" charset="-122"/>
                <a:cs typeface="微软雅黑" panose="020B0503020204020204" charset="-122"/>
                <a:sym typeface="微软雅黑" panose="020B0503020204020204" charset="-122"/>
              </a:rPr>
              <a:t>07 技术亮点</a:t>
            </a:r>
            <a:endParaRPr lang="en-US" sz="1100"/>
          </a:p>
        </p:txBody>
      </p:sp>
      <p:sp>
        <p:nvSpPr>
          <p:cNvPr id="5" name="AutoShape 5"/>
          <p:cNvSpPr/>
          <p:nvPr/>
        </p:nvSpPr>
        <p:spPr>
          <a:xfrm>
            <a:off x="647700" y="1778000"/>
            <a:ext cx="2667000" cy="2794000"/>
          </a:xfrm>
          <a:prstGeom prst="roundRect">
            <a:avLst>
              <a:gd name="adj" fmla="val 0"/>
            </a:avLst>
          </a:prstGeom>
          <a:gradFill rotWithShape="1">
            <a:gsLst>
              <a:gs pos="42000">
                <a:srgbClr val="363DD2">
                  <a:alpha val="100000"/>
                </a:srgbClr>
              </a:gs>
              <a:gs pos="100000">
                <a:srgbClr val="4472C4">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47700" y="1968500"/>
            <a:ext cx="2667000" cy="5715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LangGraph状态机</a:t>
            </a:r>
            <a:endParaRPr lang="en-US" sz="1100"/>
          </a:p>
        </p:txBody>
      </p:sp>
      <p:sp>
        <p:nvSpPr>
          <p:cNvPr id="7" name="AutoShape 7"/>
          <p:cNvSpPr/>
          <p:nvPr/>
        </p:nvSpPr>
        <p:spPr>
          <a:xfrm>
            <a:off x="711200" y="2667000"/>
            <a:ext cx="2476500" cy="1651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25000"/>
              </a:lnSpc>
              <a:defRPr/>
            </a:pPr>
            <a:r>
              <a:rPr lang="en-US" sz="1400" b="0" i="0" u="none" strike="noStrike">
                <a:solidFill>
                  <a:srgbClr val="F5F7FA"/>
                </a:solidFill>
                <a:latin typeface="Noto Sans SC" panose="020B0200000000000000" charset="-122"/>
                <a:ea typeface="Noto Sans SC" panose="020B0200000000000000" charset="-122"/>
                <a:cs typeface="Noto Sans SC" panose="020B0200000000000000" charset="-122"/>
                <a:sym typeface="Noto Sans SC" panose="020B0200000000000000" charset="-122"/>
              </a:rPr>
              <a:t>多轮对话管理、状态持续合并、五轮上限防追问。</a:t>
            </a:r>
            <a:endParaRPr lang="en-US" sz="1100"/>
          </a:p>
        </p:txBody>
      </p:sp>
      <p:sp>
        <p:nvSpPr>
          <p:cNvPr id="8" name="AutoShape 8"/>
          <p:cNvSpPr/>
          <p:nvPr/>
        </p:nvSpPr>
        <p:spPr>
          <a:xfrm>
            <a:off x="3467100" y="1778000"/>
            <a:ext cx="2667000" cy="2794000"/>
          </a:xfrm>
          <a:prstGeom prst="roundRect">
            <a:avLst>
              <a:gd name="adj" fmla="val 0"/>
            </a:avLst>
          </a:prstGeom>
          <a:gradFill rotWithShape="1">
            <a:gsLst>
              <a:gs pos="42000">
                <a:srgbClr val="363DD2">
                  <a:alpha val="100000"/>
                </a:srgbClr>
              </a:gs>
              <a:gs pos="100000">
                <a:srgbClr val="4472C4">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467100" y="1968500"/>
            <a:ext cx="2667000" cy="5715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MCP检索增强</a:t>
            </a:r>
            <a:endParaRPr lang="en-US" sz="1100"/>
          </a:p>
        </p:txBody>
      </p:sp>
      <p:sp>
        <p:nvSpPr>
          <p:cNvPr id="10" name="AutoShape 10"/>
          <p:cNvSpPr/>
          <p:nvPr/>
        </p:nvSpPr>
        <p:spPr>
          <a:xfrm>
            <a:off x="3530600" y="2667000"/>
            <a:ext cx="2476500" cy="1651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25000"/>
              </a:lnSpc>
              <a:defRPr/>
            </a:pPr>
            <a:r>
              <a:rPr lang="en-US" sz="1400" b="0" i="0" u="none" strike="noStrike">
                <a:solidFill>
                  <a:srgbClr val="F5F7FA"/>
                </a:solidFill>
                <a:latin typeface="Noto Sans SC" panose="020B0200000000000000" charset="-122"/>
                <a:ea typeface="Noto Sans SC" panose="020B0200000000000000" charset="-122"/>
                <a:cs typeface="Noto Sans SC" panose="020B0200000000000000" charset="-122"/>
                <a:sym typeface="Noto Sans SC" panose="020B0200000000000000" charset="-122"/>
              </a:rPr>
              <a:t>接入外部搜索、构建证据链、提升准确性。</a:t>
            </a:r>
            <a:endParaRPr lang="en-US" sz="1100"/>
          </a:p>
        </p:txBody>
      </p:sp>
      <p:sp>
        <p:nvSpPr>
          <p:cNvPr id="11" name="AutoShape 11"/>
          <p:cNvSpPr/>
          <p:nvPr/>
        </p:nvSpPr>
        <p:spPr>
          <a:xfrm>
            <a:off x="6286500" y="1778000"/>
            <a:ext cx="2667000" cy="2794000"/>
          </a:xfrm>
          <a:prstGeom prst="roundRect">
            <a:avLst>
              <a:gd name="adj" fmla="val 0"/>
            </a:avLst>
          </a:prstGeom>
          <a:gradFill rotWithShape="1">
            <a:gsLst>
              <a:gs pos="42000">
                <a:srgbClr val="363DD2">
                  <a:alpha val="100000"/>
                </a:srgbClr>
              </a:gs>
              <a:gs pos="100000">
                <a:srgbClr val="4472C4">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86500" y="1968500"/>
            <a:ext cx="2667000" cy="5715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规则兜底与安全</a:t>
            </a:r>
            <a:endParaRPr lang="en-US" sz="1100"/>
          </a:p>
        </p:txBody>
      </p:sp>
      <p:sp>
        <p:nvSpPr>
          <p:cNvPr id="13" name="AutoShape 13"/>
          <p:cNvSpPr/>
          <p:nvPr/>
        </p:nvSpPr>
        <p:spPr>
          <a:xfrm>
            <a:off x="6350000" y="2667000"/>
            <a:ext cx="2476500" cy="1651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25000"/>
              </a:lnSpc>
              <a:defRPr/>
            </a:pPr>
            <a:r>
              <a:rPr lang="en-US" sz="1400" b="0" i="0" u="none" strike="noStrike">
                <a:solidFill>
                  <a:srgbClr val="F5F7FA"/>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行业参考值、字段清洗、过滤错误信息。</a:t>
            </a:r>
            <a:endParaRPr lang="en-US" sz="1100"/>
          </a:p>
        </p:txBody>
      </p:sp>
      <p:sp>
        <p:nvSpPr>
          <p:cNvPr id="14" name="AutoShape 14"/>
          <p:cNvSpPr/>
          <p:nvPr/>
        </p:nvSpPr>
        <p:spPr>
          <a:xfrm>
            <a:off x="9105900" y="1778000"/>
            <a:ext cx="2667000" cy="2794000"/>
          </a:xfrm>
          <a:prstGeom prst="roundRect">
            <a:avLst>
              <a:gd name="adj" fmla="val 0"/>
            </a:avLst>
          </a:prstGeom>
          <a:gradFill rotWithShape="1">
            <a:gsLst>
              <a:gs pos="42000">
                <a:srgbClr val="363DD2">
                  <a:alpha val="100000"/>
                </a:srgbClr>
              </a:gs>
              <a:gs pos="100000">
                <a:srgbClr val="4472C4">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9105900" y="1968500"/>
            <a:ext cx="2667000" cy="5715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契约输出与审核</a:t>
            </a:r>
            <a:endParaRPr lang="en-US" sz="1100"/>
          </a:p>
        </p:txBody>
      </p:sp>
      <p:sp>
        <p:nvSpPr>
          <p:cNvPr id="16" name="AutoShape 16"/>
          <p:cNvSpPr/>
          <p:nvPr/>
        </p:nvSpPr>
        <p:spPr>
          <a:xfrm>
            <a:off x="9169400" y="2667000"/>
            <a:ext cx="2476500" cy="1651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25000"/>
              </a:lnSpc>
              <a:defRPr/>
            </a:pPr>
            <a:r>
              <a:rPr lang="en-US" sz="1400" b="0" i="0" u="none" strike="noStrike">
                <a:solidFill>
                  <a:srgbClr val="F5F7FA"/>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标准化JSON输出、人工审核友好、不伪造关键信息。</a:t>
            </a:r>
            <a:endParaRPr lang="en-US" sz="1100"/>
          </a:p>
        </p:txBody>
      </p:sp>
      <p:sp>
        <p:nvSpPr>
          <p:cNvPr id="17" name="AutoShape 17"/>
          <p:cNvSpPr/>
          <p:nvPr/>
        </p:nvSpPr>
        <p:spPr>
          <a:xfrm>
            <a:off x="647700" y="4699000"/>
            <a:ext cx="11176000" cy="1714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74700" y="4762500"/>
            <a:ext cx="10922000" cy="381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500" b="1" i="0" u="none" strike="noStrike">
                <a:solidFill>
                  <a:srgbClr val="363DD2"/>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核心技术价值：构建可信、高效的智能业务底座</a:t>
            </a:r>
            <a:endParaRPr lang="en-US" sz="1100"/>
          </a:p>
        </p:txBody>
      </p:sp>
      <p:sp>
        <p:nvSpPr>
          <p:cNvPr id="19" name="AutoShape 19"/>
          <p:cNvSpPr/>
          <p:nvPr/>
        </p:nvSpPr>
        <p:spPr>
          <a:xfrm>
            <a:off x="774700" y="5270500"/>
            <a:ext cx="10922000" cy="1016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17000"/>
              </a:lnSpc>
              <a:defRPr/>
            </a:pPr>
            <a:r>
              <a:rPr lang="en-US" sz="1400" b="0" i="0" u="none" strike="noStrike">
                <a:solidFill>
                  <a:srgbClr val="282C37"/>
                </a:solidFill>
                <a:latin typeface="Noto Sans SC" panose="020B0200000000000000" charset="-122"/>
                <a:ea typeface="Noto Sans SC" panose="020B0200000000000000" charset="-122"/>
                <a:cs typeface="Noto Sans SC" panose="020B0200000000000000" charset="-122"/>
                <a:sym typeface="Noto Sans SC" panose="020B0200000000000000" charset="-122"/>
              </a:rPr>
              <a:t>四大核心模块形成闭环能力，兼顾业务效能与交付质量。</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08 端到端演示案例</a:t>
            </a:r>
            <a:endParaRPr lang="en-US" sz="1100"/>
          </a:p>
        </p:txBody>
      </p:sp>
      <p:sp>
        <p:nvSpPr>
          <p:cNvPr id="3" name="AutoShape 3"/>
          <p:cNvSpPr/>
          <p:nvPr/>
        </p:nvSpPr>
        <p:spPr>
          <a:xfrm>
            <a:off x="508000" y="1397000"/>
            <a:ext cx="3619500" cy="3111500"/>
          </a:xfrm>
          <a:prstGeom prst="roundRect">
            <a:avLst>
              <a:gd name="adj" fmla="val 0"/>
            </a:avLst>
          </a:prstGeom>
          <a:solidFill>
            <a:srgbClr val="3B82F6">
              <a:alpha val="9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397000"/>
            <a:ext cx="3619500" cy="571500"/>
          </a:xfrm>
          <a:prstGeom prst="roundRect">
            <a:avLst>
              <a:gd name="adj" fmla="val 0"/>
            </a:avLst>
          </a:prstGeom>
          <a:solidFill>
            <a:srgbClr val="3B82F6">
              <a:alpha val="2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35000" y="1435100"/>
            <a:ext cx="3302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用户初始输入信息</a:t>
            </a:r>
            <a:endParaRPr lang="en-US" sz="1100"/>
          </a:p>
        </p:txBody>
      </p:sp>
      <p:sp>
        <p:nvSpPr>
          <p:cNvPr id="6" name="AutoShape 6"/>
          <p:cNvSpPr/>
          <p:nvPr/>
        </p:nvSpPr>
        <p:spPr>
          <a:xfrm>
            <a:off x="635000" y="2095500"/>
            <a:ext cx="3365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首轮确定核心工艺为 GTAW+SMAW 复合焊接，焊接对象为工业管道；次轮补全接头对接细节，明确母材材质为 ASTM A106 Gr.B (P-No.1)，管道规格为外径 219.1mm × 壁厚 8.2mm，为后续参数计算提供基础边界条件。</a:t>
            </a:r>
            <a:endParaRPr lang="en-US" sz="1100"/>
          </a:p>
        </p:txBody>
      </p:sp>
      <p:sp>
        <p:nvSpPr>
          <p:cNvPr id="7" name="AutoShape 7"/>
          <p:cNvSpPr/>
          <p:nvPr/>
        </p:nvSpPr>
        <p:spPr>
          <a:xfrm>
            <a:off x="635000" y="3683000"/>
            <a:ext cx="3365500" cy="698500"/>
          </a:xfrm>
          <a:prstGeom prst="roundRect">
            <a:avLst>
              <a:gd name="adj" fmla="val 0"/>
            </a:avLst>
          </a:prstGeom>
          <a:solidFill>
            <a:srgbClr val="3B82F6">
              <a:alpha val="1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37465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核心输入要素：</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工艺组合、母材标准、工件几何尺寸</a:t>
            </a:r>
            <a:endParaRPr lang="en-US" sz="1100"/>
          </a:p>
        </p:txBody>
      </p:sp>
      <p:sp>
        <p:nvSpPr>
          <p:cNvPr id="9" name="AutoShape 9"/>
          <p:cNvSpPr/>
          <p:nvPr/>
        </p:nvSpPr>
        <p:spPr>
          <a:xfrm>
            <a:off x="4318000" y="1397000"/>
            <a:ext cx="3619500" cy="3111500"/>
          </a:xfrm>
          <a:prstGeom prst="roundRect">
            <a:avLst>
              <a:gd name="adj" fmla="val 0"/>
            </a:avLst>
          </a:prstGeom>
          <a:solidFill>
            <a:srgbClr val="10B981">
              <a:alpha val="9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318000" y="1397000"/>
            <a:ext cx="3619500" cy="571500"/>
          </a:xfrm>
          <a:prstGeom prst="roundRect">
            <a:avLst>
              <a:gd name="adj" fmla="val 0"/>
            </a:avLst>
          </a:prstGeom>
          <a:solidFill>
            <a:srgbClr val="10B981">
              <a:alpha val="2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435100"/>
            <a:ext cx="3302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系统智能生成字段</a:t>
            </a:r>
            <a:endParaRPr lang="en-US" sz="1100"/>
          </a:p>
        </p:txBody>
      </p:sp>
      <p:sp>
        <p:nvSpPr>
          <p:cNvPr id="12" name="AutoShape 12"/>
          <p:cNvSpPr/>
          <p:nvPr/>
        </p:nvSpPr>
        <p:spPr>
          <a:xfrm>
            <a:off x="4445000" y="2095500"/>
            <a:ext cx="3365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基于输入信息自动解析并生成行业标准参数集：默认采用 V 形坡口形式，保护气体为纯氩气 (Ar)，电流类型设定为直流 (DC)。系统同时完成母材等级与焊接工艺的合规性映射，形成可执行的工艺基础框架。</a:t>
            </a:r>
            <a:endParaRPr lang="en-US" sz="1100"/>
          </a:p>
        </p:txBody>
      </p:sp>
      <p:sp>
        <p:nvSpPr>
          <p:cNvPr id="13" name="AutoShape 13"/>
          <p:cNvSpPr/>
          <p:nvPr/>
        </p:nvSpPr>
        <p:spPr>
          <a:xfrm>
            <a:off x="4445000" y="3683000"/>
            <a:ext cx="3365500" cy="698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72000" y="37465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标准化成果：</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坡口/气体/电流三要素的自动化配置</a:t>
            </a:r>
            <a:endParaRPr lang="en-US" sz="1100"/>
          </a:p>
        </p:txBody>
      </p:sp>
      <p:sp>
        <p:nvSpPr>
          <p:cNvPr id="15" name="AutoShape 15"/>
          <p:cNvSpPr/>
          <p:nvPr/>
        </p:nvSpPr>
        <p:spPr>
          <a:xfrm>
            <a:off x="8128000" y="1397000"/>
            <a:ext cx="3619500" cy="3111500"/>
          </a:xfrm>
          <a:prstGeom prst="roundRect">
            <a:avLst>
              <a:gd name="adj" fmla="val 0"/>
            </a:avLst>
          </a:prstGeom>
          <a:solidFill>
            <a:srgbClr val="F59E0B">
              <a:alpha val="9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128000" y="1397000"/>
            <a:ext cx="3619500" cy="571500"/>
          </a:xfrm>
          <a:prstGeom prst="roundRect">
            <a:avLst>
              <a:gd name="adj" fmla="val 0"/>
            </a:avLst>
          </a:prstGeom>
          <a:solidFill>
            <a:srgbClr val="F59E0B">
              <a:alpha val="2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255000" y="1435100"/>
            <a:ext cx="3302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2400E"/>
                </a:solidFill>
                <a:latin typeface="Noto Sans SC" panose="020B0200000000000000" charset="-122"/>
                <a:ea typeface="Noto Sans SC" panose="020B0200000000000000" charset="-122"/>
                <a:cs typeface="Noto Sans SC" panose="020B0200000000000000" charset="-122"/>
                <a:sym typeface="Noto Sans SC" panose="020B0200000000000000" charset="-122"/>
              </a:rPr>
              <a:t>焊道执行参数拆解</a:t>
            </a:r>
            <a:endParaRPr lang="en-US" sz="1100"/>
          </a:p>
        </p:txBody>
      </p:sp>
      <p:sp>
        <p:nvSpPr>
          <p:cNvPr id="18" name="AutoShape 18"/>
          <p:cNvSpPr/>
          <p:nvPr/>
        </p:nvSpPr>
        <p:spPr>
          <a:xfrm>
            <a:off x="8255000" y="2095500"/>
            <a:ext cx="3365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细化到层的执行方案：第一层打底选用 GTAW 工艺配合 ER70S-6 焊丝；第二层填充选用 SMAW 工艺配合 E7016 焊条。同时设定严格的热管理红线：预热温度不低于 10℃，层间温度严格控制在 250℃以内，确保焊缝成型质量。</a:t>
            </a:r>
            <a:endParaRPr lang="en-US" sz="1100"/>
          </a:p>
        </p:txBody>
      </p:sp>
      <p:sp>
        <p:nvSpPr>
          <p:cNvPr id="19" name="AutoShape 19"/>
          <p:cNvSpPr/>
          <p:nvPr/>
        </p:nvSpPr>
        <p:spPr>
          <a:xfrm>
            <a:off x="8255000" y="3683000"/>
            <a:ext cx="3365500" cy="698500"/>
          </a:xfrm>
          <a:prstGeom prst="roundRect">
            <a:avLst>
              <a:gd name="adj" fmla="val 0"/>
            </a:avLst>
          </a:prstGeom>
          <a:solidFill>
            <a:srgbClr val="F59E0B">
              <a:alpha val="1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382000" y="37465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92400E"/>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执行准则：</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分层工艺匹配 + 严格的温度区间管控</a:t>
            </a:r>
            <a:endParaRPr lang="en-US" sz="1100"/>
          </a:p>
        </p:txBody>
      </p:sp>
      <p:sp>
        <p:nvSpPr>
          <p:cNvPr id="21" name="AutoShape 21"/>
          <p:cNvSpPr/>
          <p:nvPr/>
        </p:nvSpPr>
        <p:spPr>
          <a:xfrm>
            <a:off x="508000" y="4699000"/>
            <a:ext cx="11239500" cy="1714500"/>
          </a:xfrm>
          <a:prstGeom prst="roundRect">
            <a:avLst>
              <a:gd name="adj" fmla="val 0"/>
            </a:avLst>
          </a:prstGeom>
          <a:solidFill>
            <a:srgbClr val="1E3A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4851400"/>
            <a:ext cx="508000" cy="508000"/>
          </a:xfrm>
          <a:prstGeom prst="rect">
            <a:avLst/>
          </a:prstGeom>
        </p:spPr>
      </p:pic>
      <p:sp>
        <p:nvSpPr>
          <p:cNvPr id="23" name="AutoShape 23"/>
          <p:cNvSpPr/>
          <p:nvPr/>
        </p:nvSpPr>
        <p:spPr>
          <a:xfrm>
            <a:off x="1397000" y="4851400"/>
            <a:ext cx="4445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标准化文档自动输出与归档</a:t>
            </a:r>
            <a:endParaRPr lang="en-US" sz="1100"/>
          </a:p>
        </p:txBody>
      </p:sp>
      <p:sp>
        <p:nvSpPr>
          <p:cNvPr id="24" name="AutoShape 24"/>
          <p:cNvSpPr/>
          <p:nvPr/>
        </p:nvSpPr>
        <p:spPr>
          <a:xfrm>
            <a:off x="698500" y="55245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将零散工艺数据转化为结构化的基础文档，自动落地至 result/ 目录，实现从需求输入到结果交付的全流程数字化闭环。</a:t>
            </a:r>
            <a:endParaRPr lang="en-US" sz="1100"/>
          </a:p>
        </p:txBody>
      </p:sp>
      <p:cxnSp>
        <p:nvCxnSpPr>
          <p:cNvPr id="25" name="Connector 25"/>
          <p:cNvCxnSpPr/>
          <p:nvPr/>
        </p:nvCxnSpPr>
        <p:spPr>
          <a:xfrm rot="5367260">
            <a:off x="5619750" y="5549930"/>
            <a:ext cx="13335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26" name="AutoShape 26"/>
          <p:cNvSpPr/>
          <p:nvPr/>
        </p:nvSpPr>
        <p:spPr>
          <a:xfrm>
            <a:off x="6540500" y="48895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工程落地价值</a:t>
            </a:r>
            <a:endParaRPr lang="en-US" sz="1100"/>
          </a:p>
        </p:txBody>
      </p:sp>
      <p:sp>
        <p:nvSpPr>
          <p:cNvPr id="27" name="AutoShape 27"/>
          <p:cNvSpPr/>
          <p:nvPr/>
        </p:nvSpPr>
        <p:spPr>
          <a:xfrm>
            <a:off x="6540500" y="5524500"/>
            <a:ext cx="5016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生成的文档可直接作为人工审核、专业修订及项目归档的基准版本，大幅减少工程师重复性文档工作，让技术人员聚焦于核心工艺优化与质量把控环节。</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C217C">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9041" b="904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EEEEEE">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oundRect">
            <a:avLst>
              <a:gd name="adj" fmla="val 0"/>
            </a:avLst>
          </a:prstGeom>
          <a:solidFill>
            <a:srgbClr val="4472C4">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09 应用价值</a:t>
            </a:r>
            <a:endParaRPr lang="en-US" sz="1100"/>
          </a:p>
        </p:txBody>
      </p:sp>
      <p:sp>
        <p:nvSpPr>
          <p:cNvPr id="6" name="AutoShape 6"/>
          <p:cNvSpPr/>
          <p:nvPr/>
        </p:nvSpPr>
        <p:spPr>
          <a:xfrm>
            <a:off x="508000" y="1397000"/>
            <a:ext cx="1117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5597"/>
                </a:solidFill>
                <a:latin typeface="微软雅黑" panose="020B0503020204020204" charset="-122"/>
                <a:ea typeface="微软雅黑" panose="020B0503020204020204" charset="-122"/>
                <a:cs typeface="微软雅黑" panose="020B0503020204020204" charset="-122"/>
                <a:sym typeface="微软雅黑" panose="020B0503020204020204" charset="-122"/>
              </a:rPr>
              <a:t>从经验驱动走向证据增强的工艺生成</a:t>
            </a:r>
            <a:endParaRPr lang="en-US" sz="1100"/>
          </a:p>
        </p:txBody>
      </p:sp>
      <p:sp>
        <p:nvSpPr>
          <p:cNvPr id="7" name="AutoShape 7"/>
          <p:cNvSpPr/>
          <p:nvPr/>
        </p:nvSpPr>
        <p:spPr>
          <a:xfrm>
            <a:off x="508000" y="2032000"/>
            <a:ext cx="11176000" cy="444500"/>
          </a:xfrm>
          <a:prstGeom prst="roundRect">
            <a:avLst>
              <a:gd name="adj" fmla="val 0"/>
            </a:avLst>
          </a:prstGeom>
          <a:solidFill>
            <a:srgbClr val="2F5597">
              <a:alpha val="1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08000" y="2032000"/>
            <a:ext cx="11176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人机协同 · 可审核 · 可扩展 —— 重塑工艺设计的效率与质量标准</a:t>
            </a:r>
            <a:endParaRPr lang="en-US" sz="1100"/>
          </a:p>
        </p:txBody>
      </p:sp>
      <p:sp>
        <p:nvSpPr>
          <p:cNvPr id="9" name="AutoShape 9"/>
          <p:cNvSpPr/>
          <p:nvPr/>
        </p:nvSpPr>
        <p:spPr>
          <a:xfrm>
            <a:off x="508000" y="2794000"/>
            <a:ext cx="2730500" cy="1968500"/>
          </a:xfrm>
          <a:prstGeom prst="roundRect">
            <a:avLst>
              <a:gd name="adj" fmla="val 0"/>
            </a:avLst>
          </a:prstGeom>
          <a:solidFill>
            <a:srgbClr val="4472C4">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08000" y="2857500"/>
            <a:ext cx="27305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效率跃升</a:t>
            </a:r>
            <a:endParaRPr lang="en-US" sz="1100"/>
          </a:p>
        </p:txBody>
      </p:sp>
      <p:sp>
        <p:nvSpPr>
          <p:cNvPr id="11" name="AutoShape 11"/>
          <p:cNvSpPr/>
          <p:nvPr/>
        </p:nvSpPr>
        <p:spPr>
          <a:xfrm>
            <a:off x="571500" y="3365500"/>
            <a:ext cx="260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0F2F5"/>
                </a:solidFill>
                <a:latin typeface="微软雅黑" panose="020B0503020204020204" charset="-122"/>
                <a:ea typeface="微软雅黑" panose="020B0503020204020204" charset="-122"/>
                <a:cs typeface="微软雅黑" panose="020B0503020204020204" charset="-122"/>
                <a:sym typeface="微软雅黑" panose="020B0503020204020204" charset="-122"/>
              </a:rPr>
              <a:t>大幅减少人工反复沟通与手工填表的时间成本，让工艺设计流程从“慢周转”转向“快响应”。系统自动流转信息，将工程师从繁琐事务中解放，聚焦核心技术决策。</a:t>
            </a:r>
            <a:endParaRPr lang="en-US" sz="1100"/>
          </a:p>
        </p:txBody>
      </p:sp>
      <p:sp>
        <p:nvSpPr>
          <p:cNvPr id="12" name="AutoShape 12"/>
          <p:cNvSpPr/>
          <p:nvPr/>
        </p:nvSpPr>
        <p:spPr>
          <a:xfrm>
            <a:off x="3340100" y="2794000"/>
            <a:ext cx="2730500" cy="1968500"/>
          </a:xfrm>
          <a:prstGeom prst="roundRect">
            <a:avLst>
              <a:gd name="adj" fmla="val 0"/>
            </a:avLst>
          </a:prstGeom>
          <a:solidFill>
            <a:srgbClr val="2F5597">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340100" y="2857500"/>
            <a:ext cx="27305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质量可控</a:t>
            </a:r>
            <a:endParaRPr lang="en-US" sz="1100"/>
          </a:p>
        </p:txBody>
      </p:sp>
      <p:sp>
        <p:nvSpPr>
          <p:cNvPr id="14" name="AutoShape 14"/>
          <p:cNvSpPr/>
          <p:nvPr/>
        </p:nvSpPr>
        <p:spPr>
          <a:xfrm>
            <a:off x="3403600" y="3365500"/>
            <a:ext cx="260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0F2F5"/>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通过内置校验逻辑与标准化模板，从源头降低缺项、错项与模板污染风险。确保所有工艺数据输出的一致性与规范性，避免人为疏漏带来的生产执行偏差与质量隐患。</a:t>
            </a:r>
            <a:endParaRPr lang="en-US" sz="1100"/>
          </a:p>
        </p:txBody>
      </p:sp>
      <p:sp>
        <p:nvSpPr>
          <p:cNvPr id="15" name="AutoShape 15"/>
          <p:cNvSpPr/>
          <p:nvPr/>
        </p:nvSpPr>
        <p:spPr>
          <a:xfrm>
            <a:off x="6172200" y="2794000"/>
            <a:ext cx="2730500" cy="1968500"/>
          </a:xfrm>
          <a:prstGeom prst="roundRect">
            <a:avLst>
              <a:gd name="adj" fmla="val 0"/>
            </a:avLst>
          </a:prstGeom>
          <a:solidFill>
            <a:srgbClr val="4472C4">
              <a:alpha val="9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172200" y="2857500"/>
            <a:ext cx="27305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知识沉淀</a:t>
            </a:r>
            <a:endParaRPr lang="en-US" sz="1100"/>
          </a:p>
        </p:txBody>
      </p:sp>
      <p:sp>
        <p:nvSpPr>
          <p:cNvPr id="17" name="AutoShape 17"/>
          <p:cNvSpPr/>
          <p:nvPr/>
        </p:nvSpPr>
        <p:spPr>
          <a:xfrm>
            <a:off x="6235700" y="3365500"/>
            <a:ext cx="260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0F2F5"/>
                </a:solidFill>
                <a:latin typeface="微软雅黑" panose="020B0503020204020204" charset="-122"/>
                <a:ea typeface="微软雅黑" panose="020B0503020204020204" charset="-122"/>
                <a:cs typeface="微软雅黑" panose="020B0503020204020204" charset="-122"/>
                <a:sym typeface="微软雅黑" panose="020B0503020204020204" charset="-122"/>
              </a:rPr>
              <a:t>自动沉淀相似工况、字段映射规则与行业默认值，将专家隐性经验转化为企业显性知识资产。新员工可直接复用成熟工艺逻辑，缩短学习周期，加速技术能力的规模化复制。</a:t>
            </a:r>
            <a:endParaRPr lang="en-US" sz="1100"/>
          </a:p>
        </p:txBody>
      </p:sp>
      <p:sp>
        <p:nvSpPr>
          <p:cNvPr id="18" name="AutoShape 18"/>
          <p:cNvSpPr/>
          <p:nvPr/>
        </p:nvSpPr>
        <p:spPr>
          <a:xfrm>
            <a:off x="9004300" y="2794000"/>
            <a:ext cx="2730500" cy="1968500"/>
          </a:xfrm>
          <a:prstGeom prst="roundRect">
            <a:avLst>
              <a:gd name="adj" fmla="val 0"/>
            </a:avLst>
          </a:prstGeom>
          <a:solidFill>
            <a:srgbClr val="2F5597">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9004300" y="2857500"/>
            <a:ext cx="27305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灵活治理</a:t>
            </a:r>
            <a:endParaRPr lang="en-US" sz="1100"/>
          </a:p>
        </p:txBody>
      </p:sp>
      <p:sp>
        <p:nvSpPr>
          <p:cNvPr id="20" name="AutoShape 20"/>
          <p:cNvSpPr/>
          <p:nvPr/>
        </p:nvSpPr>
        <p:spPr>
          <a:xfrm>
            <a:off x="9067800" y="3365500"/>
            <a:ext cx="260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0F2F5"/>
                </a:solidFill>
                <a:latin typeface="微软雅黑" panose="020B0503020204020204" charset="-122"/>
                <a:ea typeface="微软雅黑" panose="020B0503020204020204" charset="-122"/>
                <a:cs typeface="微软雅黑" panose="020B0503020204020204" charset="-122"/>
                <a:sym typeface="微软雅黑" panose="020B0503020204020204" charset="-122"/>
              </a:rPr>
              <a:t>采用配置化架构管理模型、检索策略、Prompt与工艺模板。无需深度代码开发即可快速适配业务变化，支持规则动态调整，让系统具备随业务发展敏捷迭代的生命力。</a:t>
            </a:r>
            <a:endParaRPr lang="en-US" sz="1100"/>
          </a:p>
        </p:txBody>
      </p:sp>
      <p:sp>
        <p:nvSpPr>
          <p:cNvPr id="21" name="AutoShape 21"/>
          <p:cNvSpPr/>
          <p:nvPr/>
        </p:nvSpPr>
        <p:spPr>
          <a:xfrm>
            <a:off x="508000" y="4889500"/>
            <a:ext cx="11239500" cy="1460500"/>
          </a:xfrm>
          <a:prstGeom prst="roundRect">
            <a:avLst>
              <a:gd name="adj" fmla="val 0"/>
            </a:avLst>
          </a:prstGeom>
          <a:solidFill>
            <a:srgbClr val="FFFFFF">
              <a:alpha val="92000"/>
            </a:srgbClr>
          </a:solidFill>
          <a:ln w="12700" cap="flat" cmpd="sng">
            <a:solidFill>
              <a:srgbClr val="4472C4">
                <a:alpha val="4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35000" y="4978400"/>
            <a:ext cx="10985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329">
                    <a:alpha val="94902"/>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传统工艺生成模式高度依赖工程师个人经验，易受主观判断与沟通效率制约。本系统通过“人机协同+证据增强”的双重引擎，成功将经验驱动升级为数据与规则双轮驱动。这一变革既保留了行业专家的宝贵洞察，又通过标准化、自动化的流程实现了工艺产出的高效、合规与可追溯，为制造端的工艺创新与生产提效提供了坚实可靠的数字化底座。</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4282"/>
                </a:solidFill>
                <a:latin typeface="Noto Sans SC" panose="020B0200000000000000" charset="-122"/>
                <a:ea typeface="Noto Sans SC" panose="020B0200000000000000" charset="-122"/>
                <a:cs typeface="Noto Sans SC" panose="020B0200000000000000" charset="-122"/>
                <a:sym typeface="Noto Sans SC" panose="020B0200000000000000" charset="-122"/>
              </a:rPr>
              <a:t>10 后续规划</a:t>
            </a:r>
            <a:endParaRPr lang="en-US" sz="1100"/>
          </a:p>
        </p:txBody>
      </p:sp>
      <p:sp>
        <p:nvSpPr>
          <p:cNvPr id="3" name="AutoShape 3"/>
          <p:cNvSpPr/>
          <p:nvPr/>
        </p:nvSpPr>
        <p:spPr>
          <a:xfrm>
            <a:off x="508000" y="1524000"/>
            <a:ext cx="3632200" cy="2921000"/>
          </a:xfrm>
          <a:prstGeom prst="roundRect">
            <a:avLst>
              <a:gd name="adj" fmla="val 0"/>
            </a:avLst>
          </a:prstGeom>
          <a:solidFill>
            <a:srgbClr val="E1EB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524000"/>
            <a:ext cx="3632200" cy="50800"/>
          </a:xfrm>
          <a:prstGeom prst="roundRect">
            <a:avLst>
              <a:gd name="adj" fmla="val 0"/>
            </a:avLst>
          </a:prstGeom>
          <a:solidFill>
            <a:srgbClr val="005AAC">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98500" y="1714500"/>
            <a:ext cx="330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282"/>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数据层增强</a:t>
            </a:r>
            <a:endParaRPr lang="en-US" sz="1100"/>
          </a:p>
        </p:txBody>
      </p:sp>
      <p:sp>
        <p:nvSpPr>
          <p:cNvPr id="6" name="AutoShape 6"/>
          <p:cNvSpPr/>
          <p:nvPr/>
        </p:nvSpPr>
        <p:spPr>
          <a:xfrm>
            <a:off x="698500" y="2286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深度接入企业WPS与PQR核心工艺库，构建标准化材料与焊材知识库体系；同时沉淀全量搜索证据链与人工修订历史记录，为工艺生成筑牢数据根基。</a:t>
            </a:r>
            <a:endParaRPr lang="en-US" sz="1100"/>
          </a:p>
        </p:txBody>
      </p:sp>
      <p:sp>
        <p:nvSpPr>
          <p:cNvPr id="7" name="AutoShape 7"/>
          <p:cNvSpPr/>
          <p:nvPr/>
        </p:nvSpPr>
        <p:spPr>
          <a:xfrm>
            <a:off x="698500" y="3556000"/>
            <a:ext cx="3302000" cy="698500"/>
          </a:xfrm>
          <a:prstGeom prst="roundRect">
            <a:avLst>
              <a:gd name="adj" fmla="val 0"/>
            </a:avLst>
          </a:prstGeom>
          <a:solidFill>
            <a:srgbClr val="005AAC">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25500" y="36322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0428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核心目标：数据资产化与可追溯化</a:t>
            </a:r>
            <a:endParaRPr lang="en-US" sz="1100"/>
          </a:p>
        </p:txBody>
      </p:sp>
      <p:sp>
        <p:nvSpPr>
          <p:cNvPr id="9" name="AutoShape 9"/>
          <p:cNvSpPr/>
          <p:nvPr/>
        </p:nvSpPr>
        <p:spPr>
          <a:xfrm>
            <a:off x="4343400" y="1524000"/>
            <a:ext cx="3632200" cy="2921000"/>
          </a:xfrm>
          <a:prstGeom prst="roundRect">
            <a:avLst>
              <a:gd name="adj" fmla="val 0"/>
            </a:avLst>
          </a:prstGeom>
          <a:solidFill>
            <a:srgbClr val="E1EB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343400" y="1524000"/>
            <a:ext cx="3632200" cy="50800"/>
          </a:xfrm>
          <a:prstGeom prst="roundRect">
            <a:avLst>
              <a:gd name="adj" fmla="val 0"/>
            </a:avLst>
          </a:prstGeom>
          <a:solidFill>
            <a:srgbClr val="005AA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533900" y="1714500"/>
            <a:ext cx="330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282"/>
                </a:solidFill>
                <a:latin typeface="Noto Sans SC" panose="020B0200000000000000" charset="-122"/>
                <a:ea typeface="Noto Sans SC" panose="020B0200000000000000" charset="-122"/>
                <a:cs typeface="Noto Sans SC" panose="020B0200000000000000" charset="-122"/>
                <a:sym typeface="Noto Sans SC" panose="020B0200000000000000" charset="-122"/>
              </a:rPr>
              <a:t>能力层增强</a:t>
            </a:r>
            <a:endParaRPr lang="en-US" sz="1100"/>
          </a:p>
        </p:txBody>
      </p:sp>
      <p:sp>
        <p:nvSpPr>
          <p:cNvPr id="12" name="AutoShape 12"/>
          <p:cNvSpPr/>
          <p:nvPr/>
        </p:nvSpPr>
        <p:spPr>
          <a:xfrm>
            <a:off x="4533900" y="2286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新增引用来源全链路追踪与字段置信度智能评分，提升结果可信度；支持多工艺模板自适应匹配，并配置异常工艺参数自动告警机制，强化系统智能决策能力。</a:t>
            </a:r>
            <a:endParaRPr lang="en-US" sz="1100"/>
          </a:p>
        </p:txBody>
      </p:sp>
      <p:sp>
        <p:nvSpPr>
          <p:cNvPr id="13" name="AutoShape 13"/>
          <p:cNvSpPr/>
          <p:nvPr/>
        </p:nvSpPr>
        <p:spPr>
          <a:xfrm>
            <a:off x="4533900" y="3556000"/>
            <a:ext cx="3302000" cy="698500"/>
          </a:xfrm>
          <a:prstGeom prst="roundRect">
            <a:avLst>
              <a:gd name="adj" fmla="val 0"/>
            </a:avLst>
          </a:prstGeom>
          <a:solidFill>
            <a:srgbClr val="005AAC">
              <a:alpha val="8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60900" y="36322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0428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核心目标：智能化与风险主动防控</a:t>
            </a:r>
            <a:endParaRPr lang="en-US" sz="1100"/>
          </a:p>
        </p:txBody>
      </p:sp>
      <p:sp>
        <p:nvSpPr>
          <p:cNvPr id="15" name="AutoShape 15"/>
          <p:cNvSpPr/>
          <p:nvPr/>
        </p:nvSpPr>
        <p:spPr>
          <a:xfrm>
            <a:off x="8178800" y="1524000"/>
            <a:ext cx="3632200" cy="2921000"/>
          </a:xfrm>
          <a:prstGeom prst="roundRect">
            <a:avLst>
              <a:gd name="adj" fmla="val 0"/>
            </a:avLst>
          </a:prstGeom>
          <a:solidFill>
            <a:srgbClr val="E1EB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178800" y="1524000"/>
            <a:ext cx="3632200" cy="50800"/>
          </a:xfrm>
          <a:prstGeom prst="roundRect">
            <a:avLst>
              <a:gd name="adj" fmla="val 0"/>
            </a:avLst>
          </a:prstGeom>
          <a:solidFill>
            <a:srgbClr val="005AA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369300" y="1714500"/>
            <a:ext cx="330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282"/>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产品层增强</a:t>
            </a:r>
            <a:endParaRPr lang="en-US" sz="1100"/>
          </a:p>
        </p:txBody>
      </p:sp>
      <p:sp>
        <p:nvSpPr>
          <p:cNvPr id="18" name="AutoShape 18"/>
          <p:cNvSpPr/>
          <p:nvPr/>
        </p:nvSpPr>
        <p:spPr>
          <a:xfrm>
            <a:off x="8369300" y="2286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开发Web端可视化操作工作台，上线流程化审批与版本管理功能；完善权限控制与审计日志模块，并与企业现有质量管理系统无缝集成，实现业务闭环。</a:t>
            </a:r>
            <a:endParaRPr lang="en-US" sz="1100"/>
          </a:p>
        </p:txBody>
      </p:sp>
      <p:sp>
        <p:nvSpPr>
          <p:cNvPr id="19" name="AutoShape 19"/>
          <p:cNvSpPr/>
          <p:nvPr/>
        </p:nvSpPr>
        <p:spPr>
          <a:xfrm>
            <a:off x="8369300" y="3556000"/>
            <a:ext cx="3302000" cy="698500"/>
          </a:xfrm>
          <a:prstGeom prst="roundRect">
            <a:avLst>
              <a:gd name="adj" fmla="val 0"/>
            </a:avLst>
          </a:prstGeom>
          <a:solidFill>
            <a:srgbClr val="005AAC">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496300" y="36322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0428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核心目标：企业级应用与体验升级</a:t>
            </a:r>
            <a:endParaRPr lang="en-US" sz="1100"/>
          </a:p>
        </p:txBody>
      </p:sp>
      <p:sp>
        <p:nvSpPr>
          <p:cNvPr id="21" name="AutoShape 21"/>
          <p:cNvSpPr/>
          <p:nvPr/>
        </p:nvSpPr>
        <p:spPr>
          <a:xfrm>
            <a:off x="508000" y="4699000"/>
            <a:ext cx="11303000" cy="1651000"/>
          </a:xfrm>
          <a:prstGeom prst="roundRect">
            <a:avLst>
              <a:gd name="adj" fmla="val 0"/>
            </a:avLst>
          </a:prstGeom>
          <a:solidFill>
            <a:srgbClr val="00428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2000" y="4889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核心定位</a:t>
            </a:r>
            <a:endParaRPr lang="en-US" sz="1100"/>
          </a:p>
        </p:txBody>
      </p:sp>
      <p:cxnSp>
        <p:nvCxnSpPr>
          <p:cNvPr id="23" name="Connector 23"/>
          <p:cNvCxnSpPr/>
          <p:nvPr/>
        </p:nvCxnSpPr>
        <p:spPr>
          <a:xfrm rot="5360487">
            <a:off x="1797050" y="5473736"/>
            <a:ext cx="11049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24" name="AutoShape 24"/>
          <p:cNvSpPr/>
          <p:nvPr/>
        </p:nvSpPr>
        <p:spPr>
          <a:xfrm>
            <a:off x="2540000" y="4851400"/>
            <a:ext cx="863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让焊接工艺文件生成更快、更稳、更可解释</a:t>
            </a:r>
            <a:endParaRPr lang="en-US" sz="1100"/>
          </a:p>
        </p:txBody>
      </p:sp>
      <p:sp>
        <p:nvSpPr>
          <p:cNvPr id="25" name="AutoShape 25"/>
          <p:cNvSpPr/>
          <p:nvPr/>
        </p:nvSpPr>
        <p:spPr>
          <a:xfrm>
            <a:off x="2540000" y="5461000"/>
            <a:ext cx="9017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全链路的技术升级与产品功能迭代，打破数据孤岛、提升算法透明度、规范业务流程，最终构建一套智能化、可追溯且贴合企业实际生产需求的焊接工艺数字化解决方案，为高质量制造提供强有力的技术支撑。</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EEE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4230" t="15007" r="3461" b="9256"/>
          <a:stretch>
            <a:fillRect/>
          </a:stretch>
        </p:blipFill>
        <p:spPr>
          <a:xfrm>
            <a:off x="1524"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EEEEEE">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2578100"/>
            <a:ext cx="11722100" cy="2921000"/>
          </a:xfrm>
          <a:prstGeom prst="roundRect">
            <a:avLst>
              <a:gd name="adj" fmla="val 0"/>
            </a:avLst>
          </a:prstGeom>
          <a:gradFill rotWithShape="0">
            <a:gsLst>
              <a:gs pos="0">
                <a:srgbClr val="232999">
                  <a:alpha val="100000"/>
                </a:srgbClr>
              </a:gs>
              <a:gs pos="100000">
                <a:srgbClr val="1C217C">
                  <a:alpha val="100000"/>
                </a:srgbClr>
              </a:gs>
            </a:gsLst>
            <a:lin ang="2700000"/>
          </a:gra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277485" y="304800"/>
            <a:ext cx="5334000" cy="584200"/>
          </a:xfrm>
          <a:prstGeom prst="rect">
            <a:avLst/>
          </a:prstGeom>
          <a:noFill/>
          <a:ln w="12700" cap="flat" cmpd="sng">
            <a:noFill/>
            <a:prstDash val="solid"/>
            <a:round/>
          </a:ln>
        </p:spPr>
        <p:txBody>
          <a:bodyPr vert="horz" wrap="none" lIns="88900" tIns="50800" rIns="88900" bIns="50800" rtlCol="0" anchor="ctr" anchorCtr="0"/>
          <a:lstStyle/>
          <a:p>
            <a:pPr marL="0" indent="0" algn="l">
              <a:lnSpc>
                <a:spcPct val="100000"/>
              </a:lnSpc>
              <a:defRPr/>
            </a:pPr>
            <a:r>
              <a:rPr lang="en-US" sz="3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预焊接工艺规程 (pWPS) 示例</a:t>
            </a:r>
            <a:endParaRPr lang="en-US" sz="1100"/>
          </a:p>
        </p:txBody>
      </p:sp>
      <p:sp>
        <p:nvSpPr>
          <p:cNvPr id="7" name="AutoShape 7"/>
          <p:cNvSpPr/>
          <p:nvPr/>
        </p:nvSpPr>
        <p:spPr>
          <a:xfrm rot="5400000">
            <a:off x="6286500" y="1981200"/>
            <a:ext cx="355600" cy="266700"/>
          </a:xfrm>
          <a:prstGeom prst="triangle">
            <a:avLst>
              <a:gd name="adj" fmla="val 50000"/>
            </a:avLst>
          </a:prstGeom>
          <a:solidFill>
            <a:srgbClr val="D9B08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485900" y="469900"/>
            <a:ext cx="356967" cy="393851"/>
          </a:xfrm>
          <a:custGeom>
            <a:avLst/>
            <a:gdLst/>
            <a:ahLst/>
            <a:cxnLst/>
            <a:rect l="l" t="t" r="r" b="b"/>
            <a:pathLst>
              <a:path w="356967" h="393851">
                <a:moveTo>
                  <a:pt x="298086" y="219219"/>
                </a:moveTo>
                <a:cubicBezTo>
                  <a:pt x="298086" y="222935"/>
                  <a:pt x="298086" y="226651"/>
                  <a:pt x="298086" y="230365"/>
                </a:cubicBezTo>
                <a:cubicBezTo>
                  <a:pt x="301765" y="226651"/>
                  <a:pt x="301765" y="226651"/>
                  <a:pt x="305445" y="226651"/>
                </a:cubicBezTo>
                <a:cubicBezTo>
                  <a:pt x="305445" y="222935"/>
                  <a:pt x="301765" y="219219"/>
                  <a:pt x="301765" y="215504"/>
                </a:cubicBezTo>
                <a:cubicBezTo>
                  <a:pt x="298086" y="219219"/>
                  <a:pt x="298086" y="219219"/>
                  <a:pt x="298086" y="219219"/>
                </a:cubicBezTo>
                <a:close/>
                <a:moveTo>
                  <a:pt x="180323" y="141192"/>
                </a:moveTo>
                <a:cubicBezTo>
                  <a:pt x="176643" y="137476"/>
                  <a:pt x="165603" y="141192"/>
                  <a:pt x="165603" y="144907"/>
                </a:cubicBezTo>
                <a:cubicBezTo>
                  <a:pt x="165603" y="152339"/>
                  <a:pt x="161922" y="152339"/>
                  <a:pt x="165603" y="156054"/>
                </a:cubicBezTo>
                <a:cubicBezTo>
                  <a:pt x="161922" y="156054"/>
                  <a:pt x="161922" y="156054"/>
                  <a:pt x="161922" y="156054"/>
                </a:cubicBezTo>
                <a:cubicBezTo>
                  <a:pt x="165603" y="163486"/>
                  <a:pt x="158243" y="174633"/>
                  <a:pt x="161922" y="178347"/>
                </a:cubicBezTo>
                <a:cubicBezTo>
                  <a:pt x="165603" y="170917"/>
                  <a:pt x="172963" y="159770"/>
                  <a:pt x="180323" y="152339"/>
                </a:cubicBezTo>
                <a:cubicBezTo>
                  <a:pt x="180323" y="152339"/>
                  <a:pt x="176643" y="152339"/>
                  <a:pt x="176643" y="148623"/>
                </a:cubicBezTo>
                <a:cubicBezTo>
                  <a:pt x="180323" y="148623"/>
                  <a:pt x="184003" y="144907"/>
                  <a:pt x="184003" y="141192"/>
                </a:cubicBezTo>
                <a:cubicBezTo>
                  <a:pt x="184003" y="141192"/>
                  <a:pt x="180323" y="137476"/>
                  <a:pt x="180323" y="137476"/>
                </a:cubicBezTo>
                <a:cubicBezTo>
                  <a:pt x="180323" y="137476"/>
                  <a:pt x="180323" y="137476"/>
                  <a:pt x="180323" y="141192"/>
                </a:cubicBezTo>
                <a:close/>
                <a:moveTo>
                  <a:pt x="0" y="278668"/>
                </a:moveTo>
                <a:cubicBezTo>
                  <a:pt x="0" y="278668"/>
                  <a:pt x="0" y="278668"/>
                  <a:pt x="0" y="278668"/>
                </a:cubicBezTo>
                <a:cubicBezTo>
                  <a:pt x="0" y="278668"/>
                  <a:pt x="0" y="274952"/>
                  <a:pt x="0" y="274952"/>
                </a:cubicBezTo>
                <a:cubicBezTo>
                  <a:pt x="3680" y="271236"/>
                  <a:pt x="3680" y="267522"/>
                  <a:pt x="7360" y="267522"/>
                </a:cubicBezTo>
                <a:cubicBezTo>
                  <a:pt x="11040" y="267522"/>
                  <a:pt x="14721" y="267522"/>
                  <a:pt x="18400" y="267522"/>
                </a:cubicBezTo>
                <a:cubicBezTo>
                  <a:pt x="22080" y="267522"/>
                  <a:pt x="25761" y="263806"/>
                  <a:pt x="29440" y="260090"/>
                </a:cubicBezTo>
                <a:cubicBezTo>
                  <a:pt x="33120" y="260090"/>
                  <a:pt x="36801" y="256375"/>
                  <a:pt x="40481" y="256375"/>
                </a:cubicBezTo>
                <a:cubicBezTo>
                  <a:pt x="51521" y="252659"/>
                  <a:pt x="58881" y="245228"/>
                  <a:pt x="66241" y="241512"/>
                </a:cubicBezTo>
                <a:cubicBezTo>
                  <a:pt x="69921" y="230365"/>
                  <a:pt x="66241" y="222935"/>
                  <a:pt x="58881" y="219219"/>
                </a:cubicBezTo>
                <a:cubicBezTo>
                  <a:pt x="58881" y="211788"/>
                  <a:pt x="58881" y="208072"/>
                  <a:pt x="55201" y="204357"/>
                </a:cubicBezTo>
                <a:cubicBezTo>
                  <a:pt x="51521" y="204357"/>
                  <a:pt x="47841" y="204357"/>
                  <a:pt x="47841" y="204357"/>
                </a:cubicBezTo>
                <a:cubicBezTo>
                  <a:pt x="44160" y="200641"/>
                  <a:pt x="44160" y="196925"/>
                  <a:pt x="40481" y="196925"/>
                </a:cubicBezTo>
                <a:cubicBezTo>
                  <a:pt x="44160" y="193210"/>
                  <a:pt x="51521" y="193210"/>
                  <a:pt x="51521" y="185778"/>
                </a:cubicBezTo>
                <a:cubicBezTo>
                  <a:pt x="58881" y="185778"/>
                  <a:pt x="58881" y="174633"/>
                  <a:pt x="66241" y="174633"/>
                </a:cubicBezTo>
                <a:cubicBezTo>
                  <a:pt x="69921" y="174633"/>
                  <a:pt x="73602" y="174633"/>
                  <a:pt x="77281" y="178347"/>
                </a:cubicBezTo>
                <a:cubicBezTo>
                  <a:pt x="77281" y="174633"/>
                  <a:pt x="80961" y="178347"/>
                  <a:pt x="84642" y="174633"/>
                </a:cubicBezTo>
                <a:cubicBezTo>
                  <a:pt x="84642" y="178347"/>
                  <a:pt x="84642" y="178347"/>
                  <a:pt x="80961" y="178347"/>
                </a:cubicBezTo>
                <a:cubicBezTo>
                  <a:pt x="88321" y="178347"/>
                  <a:pt x="92001" y="182063"/>
                  <a:pt x="99362" y="185778"/>
                </a:cubicBezTo>
                <a:cubicBezTo>
                  <a:pt x="103041" y="189494"/>
                  <a:pt x="106722" y="189494"/>
                  <a:pt x="110402" y="196925"/>
                </a:cubicBezTo>
                <a:cubicBezTo>
                  <a:pt x="110402" y="200641"/>
                  <a:pt x="110402" y="208072"/>
                  <a:pt x="114082" y="211788"/>
                </a:cubicBezTo>
                <a:cubicBezTo>
                  <a:pt x="114082" y="211788"/>
                  <a:pt x="114082" y="211788"/>
                  <a:pt x="110402" y="211788"/>
                </a:cubicBezTo>
                <a:cubicBezTo>
                  <a:pt x="114082" y="219219"/>
                  <a:pt x="121442" y="226651"/>
                  <a:pt x="128802" y="230365"/>
                </a:cubicBezTo>
                <a:cubicBezTo>
                  <a:pt x="128802" y="234081"/>
                  <a:pt x="132483" y="245228"/>
                  <a:pt x="128802" y="248944"/>
                </a:cubicBezTo>
                <a:cubicBezTo>
                  <a:pt x="125122" y="252659"/>
                  <a:pt x="121442" y="252659"/>
                  <a:pt x="121442" y="252659"/>
                </a:cubicBezTo>
                <a:cubicBezTo>
                  <a:pt x="114082" y="260090"/>
                  <a:pt x="110402" y="278668"/>
                  <a:pt x="117762" y="286099"/>
                </a:cubicBezTo>
                <a:cubicBezTo>
                  <a:pt x="121442" y="286099"/>
                  <a:pt x="121442" y="282383"/>
                  <a:pt x="125122" y="278668"/>
                </a:cubicBezTo>
                <a:cubicBezTo>
                  <a:pt x="125122" y="274952"/>
                  <a:pt x="125122" y="271236"/>
                  <a:pt x="128802" y="267522"/>
                </a:cubicBezTo>
                <a:cubicBezTo>
                  <a:pt x="128802" y="263806"/>
                  <a:pt x="128802" y="252659"/>
                  <a:pt x="132483" y="248944"/>
                </a:cubicBezTo>
                <a:cubicBezTo>
                  <a:pt x="136162" y="245228"/>
                  <a:pt x="143523" y="245228"/>
                  <a:pt x="147202" y="241512"/>
                </a:cubicBezTo>
                <a:cubicBezTo>
                  <a:pt x="147202" y="237797"/>
                  <a:pt x="147202" y="237797"/>
                  <a:pt x="147202" y="234081"/>
                </a:cubicBezTo>
                <a:cubicBezTo>
                  <a:pt x="147202" y="230365"/>
                  <a:pt x="150882" y="226651"/>
                  <a:pt x="154563" y="226651"/>
                </a:cubicBezTo>
                <a:cubicBezTo>
                  <a:pt x="154563" y="219219"/>
                  <a:pt x="147202" y="215504"/>
                  <a:pt x="147202" y="211788"/>
                </a:cubicBezTo>
                <a:cubicBezTo>
                  <a:pt x="143523" y="211788"/>
                  <a:pt x="139842" y="211788"/>
                  <a:pt x="136162" y="211788"/>
                </a:cubicBezTo>
                <a:cubicBezTo>
                  <a:pt x="136162" y="211788"/>
                  <a:pt x="132483" y="208072"/>
                  <a:pt x="132483" y="204357"/>
                </a:cubicBezTo>
                <a:cubicBezTo>
                  <a:pt x="128802" y="200641"/>
                  <a:pt x="125122" y="200641"/>
                  <a:pt x="121442" y="200641"/>
                </a:cubicBezTo>
                <a:cubicBezTo>
                  <a:pt x="121442" y="196925"/>
                  <a:pt x="121442" y="196925"/>
                  <a:pt x="121442" y="193210"/>
                </a:cubicBezTo>
                <a:cubicBezTo>
                  <a:pt x="121442" y="193210"/>
                  <a:pt x="117762" y="193210"/>
                  <a:pt x="117762" y="193210"/>
                </a:cubicBezTo>
                <a:cubicBezTo>
                  <a:pt x="117762" y="193210"/>
                  <a:pt x="117762" y="189494"/>
                  <a:pt x="117762" y="189494"/>
                </a:cubicBezTo>
                <a:cubicBezTo>
                  <a:pt x="114082" y="185778"/>
                  <a:pt x="110402" y="178347"/>
                  <a:pt x="106722" y="174633"/>
                </a:cubicBezTo>
                <a:cubicBezTo>
                  <a:pt x="106722" y="170917"/>
                  <a:pt x="103041" y="170917"/>
                  <a:pt x="99362" y="170917"/>
                </a:cubicBezTo>
                <a:cubicBezTo>
                  <a:pt x="99362" y="170917"/>
                  <a:pt x="95682" y="167201"/>
                  <a:pt x="95682" y="167201"/>
                </a:cubicBezTo>
                <a:cubicBezTo>
                  <a:pt x="92001" y="163486"/>
                  <a:pt x="88321" y="163486"/>
                  <a:pt x="88321" y="159770"/>
                </a:cubicBezTo>
                <a:cubicBezTo>
                  <a:pt x="84642" y="156054"/>
                  <a:pt x="84642" y="152339"/>
                  <a:pt x="80961" y="148623"/>
                </a:cubicBezTo>
                <a:cubicBezTo>
                  <a:pt x="77281" y="148623"/>
                  <a:pt x="77281" y="148623"/>
                  <a:pt x="73602" y="148623"/>
                </a:cubicBezTo>
                <a:cubicBezTo>
                  <a:pt x="69921" y="141192"/>
                  <a:pt x="69921" y="130045"/>
                  <a:pt x="73602" y="122613"/>
                </a:cubicBezTo>
                <a:cubicBezTo>
                  <a:pt x="77281" y="122613"/>
                  <a:pt x="80961" y="118899"/>
                  <a:pt x="88321" y="118899"/>
                </a:cubicBezTo>
                <a:cubicBezTo>
                  <a:pt x="92001" y="115183"/>
                  <a:pt x="95682" y="111467"/>
                  <a:pt x="99362" y="111467"/>
                </a:cubicBezTo>
                <a:cubicBezTo>
                  <a:pt x="103041" y="107752"/>
                  <a:pt x="103041" y="111467"/>
                  <a:pt x="106722" y="111467"/>
                </a:cubicBezTo>
                <a:cubicBezTo>
                  <a:pt x="110402" y="107752"/>
                  <a:pt x="114082" y="100321"/>
                  <a:pt x="117762" y="96605"/>
                </a:cubicBezTo>
                <a:cubicBezTo>
                  <a:pt x="121442" y="81742"/>
                  <a:pt x="110402" y="78028"/>
                  <a:pt x="106722" y="66881"/>
                </a:cubicBezTo>
                <a:cubicBezTo>
                  <a:pt x="110402" y="63165"/>
                  <a:pt x="110402" y="55734"/>
                  <a:pt x="117762" y="55734"/>
                </a:cubicBezTo>
                <a:cubicBezTo>
                  <a:pt x="121442" y="55734"/>
                  <a:pt x="117762" y="55734"/>
                  <a:pt x="121442" y="59449"/>
                </a:cubicBezTo>
                <a:cubicBezTo>
                  <a:pt x="128802" y="59449"/>
                  <a:pt x="132483" y="63165"/>
                  <a:pt x="139842" y="63165"/>
                </a:cubicBezTo>
                <a:cubicBezTo>
                  <a:pt x="143523" y="70595"/>
                  <a:pt x="143523" y="81742"/>
                  <a:pt x="147202" y="85458"/>
                </a:cubicBezTo>
                <a:cubicBezTo>
                  <a:pt x="169283" y="89174"/>
                  <a:pt x="191364" y="81742"/>
                  <a:pt x="206083" y="78028"/>
                </a:cubicBezTo>
                <a:cubicBezTo>
                  <a:pt x="206083" y="66881"/>
                  <a:pt x="213444" y="63165"/>
                  <a:pt x="213444" y="55734"/>
                </a:cubicBezTo>
                <a:cubicBezTo>
                  <a:pt x="213444" y="52018"/>
                  <a:pt x="213444" y="48302"/>
                  <a:pt x="209763" y="40871"/>
                </a:cubicBezTo>
                <a:cubicBezTo>
                  <a:pt x="209763" y="40871"/>
                  <a:pt x="209763" y="40871"/>
                  <a:pt x="209763" y="37155"/>
                </a:cubicBezTo>
                <a:cubicBezTo>
                  <a:pt x="209763" y="33440"/>
                  <a:pt x="202404" y="29724"/>
                  <a:pt x="198723" y="26010"/>
                </a:cubicBezTo>
                <a:cubicBezTo>
                  <a:pt x="198723" y="22294"/>
                  <a:pt x="198723" y="18578"/>
                  <a:pt x="202404" y="14863"/>
                </a:cubicBezTo>
                <a:cubicBezTo>
                  <a:pt x="206083" y="11147"/>
                  <a:pt x="206083" y="7431"/>
                  <a:pt x="209763" y="7431"/>
                </a:cubicBezTo>
                <a:cubicBezTo>
                  <a:pt x="213444" y="3716"/>
                  <a:pt x="224484" y="0"/>
                  <a:pt x="228164" y="0"/>
                </a:cubicBezTo>
                <a:cubicBezTo>
                  <a:pt x="242884" y="0"/>
                  <a:pt x="250245" y="11147"/>
                  <a:pt x="253924" y="22294"/>
                </a:cubicBezTo>
                <a:cubicBezTo>
                  <a:pt x="261285" y="26010"/>
                  <a:pt x="268644" y="33440"/>
                  <a:pt x="268644" y="44587"/>
                </a:cubicBezTo>
                <a:cubicBezTo>
                  <a:pt x="268644" y="48302"/>
                  <a:pt x="264964" y="52018"/>
                  <a:pt x="261285" y="59449"/>
                </a:cubicBezTo>
                <a:cubicBezTo>
                  <a:pt x="261285" y="59449"/>
                  <a:pt x="261285" y="59449"/>
                  <a:pt x="261285" y="59449"/>
                </a:cubicBezTo>
                <a:cubicBezTo>
                  <a:pt x="261285" y="63165"/>
                  <a:pt x="257604" y="63165"/>
                  <a:pt x="261285" y="66881"/>
                </a:cubicBezTo>
                <a:cubicBezTo>
                  <a:pt x="261285" y="74312"/>
                  <a:pt x="272325" y="66881"/>
                  <a:pt x="279684" y="66881"/>
                </a:cubicBezTo>
                <a:cubicBezTo>
                  <a:pt x="279684" y="70595"/>
                  <a:pt x="279684" y="70595"/>
                  <a:pt x="279684" y="74312"/>
                </a:cubicBezTo>
                <a:cubicBezTo>
                  <a:pt x="279684" y="74312"/>
                  <a:pt x="279684" y="70595"/>
                  <a:pt x="279684" y="74312"/>
                </a:cubicBezTo>
                <a:cubicBezTo>
                  <a:pt x="287045" y="81742"/>
                  <a:pt x="298086" y="89174"/>
                  <a:pt x="290725" y="104036"/>
                </a:cubicBezTo>
                <a:cubicBezTo>
                  <a:pt x="290725" y="104036"/>
                  <a:pt x="290725" y="104036"/>
                  <a:pt x="290725" y="107752"/>
                </a:cubicBezTo>
                <a:cubicBezTo>
                  <a:pt x="287045" y="107752"/>
                  <a:pt x="287045" y="111467"/>
                  <a:pt x="283365" y="111467"/>
                </a:cubicBezTo>
                <a:cubicBezTo>
                  <a:pt x="272325" y="115183"/>
                  <a:pt x="257604" y="111467"/>
                  <a:pt x="246564" y="115183"/>
                </a:cubicBezTo>
                <a:cubicBezTo>
                  <a:pt x="242884" y="118899"/>
                  <a:pt x="239204" y="122613"/>
                  <a:pt x="231844" y="126329"/>
                </a:cubicBezTo>
                <a:cubicBezTo>
                  <a:pt x="231844" y="126329"/>
                  <a:pt x="228164" y="130045"/>
                  <a:pt x="228164" y="130045"/>
                </a:cubicBezTo>
                <a:cubicBezTo>
                  <a:pt x="224484" y="133760"/>
                  <a:pt x="224484" y="133760"/>
                  <a:pt x="224484" y="137476"/>
                </a:cubicBezTo>
                <a:cubicBezTo>
                  <a:pt x="220803" y="141192"/>
                  <a:pt x="213444" y="144907"/>
                  <a:pt x="209763" y="148623"/>
                </a:cubicBezTo>
                <a:cubicBezTo>
                  <a:pt x="206083" y="152339"/>
                  <a:pt x="206083" y="156054"/>
                  <a:pt x="202404" y="156054"/>
                </a:cubicBezTo>
                <a:cubicBezTo>
                  <a:pt x="202404" y="159770"/>
                  <a:pt x="198723" y="163486"/>
                  <a:pt x="198723" y="167201"/>
                </a:cubicBezTo>
                <a:cubicBezTo>
                  <a:pt x="202404" y="167201"/>
                  <a:pt x="202404" y="163486"/>
                  <a:pt x="202404" y="163486"/>
                </a:cubicBezTo>
                <a:cubicBezTo>
                  <a:pt x="213444" y="159770"/>
                  <a:pt x="228164" y="170917"/>
                  <a:pt x="231844" y="178347"/>
                </a:cubicBezTo>
                <a:cubicBezTo>
                  <a:pt x="231844" y="182063"/>
                  <a:pt x="231844" y="189494"/>
                  <a:pt x="231844" y="193210"/>
                </a:cubicBezTo>
                <a:cubicBezTo>
                  <a:pt x="228164" y="193210"/>
                  <a:pt x="224484" y="193210"/>
                  <a:pt x="224484" y="193210"/>
                </a:cubicBezTo>
                <a:cubicBezTo>
                  <a:pt x="220803" y="196925"/>
                  <a:pt x="220803" y="200641"/>
                  <a:pt x="217124" y="204357"/>
                </a:cubicBezTo>
                <a:cubicBezTo>
                  <a:pt x="209763" y="208072"/>
                  <a:pt x="206083" y="211788"/>
                  <a:pt x="202404" y="219219"/>
                </a:cubicBezTo>
                <a:cubicBezTo>
                  <a:pt x="217124" y="215504"/>
                  <a:pt x="228164" y="211788"/>
                  <a:pt x="231844" y="200641"/>
                </a:cubicBezTo>
                <a:cubicBezTo>
                  <a:pt x="235524" y="200641"/>
                  <a:pt x="239204" y="200641"/>
                  <a:pt x="239204" y="200641"/>
                </a:cubicBezTo>
                <a:cubicBezTo>
                  <a:pt x="246564" y="215504"/>
                  <a:pt x="261285" y="215504"/>
                  <a:pt x="261285" y="230365"/>
                </a:cubicBezTo>
                <a:cubicBezTo>
                  <a:pt x="261285" y="245228"/>
                  <a:pt x="250245" y="248944"/>
                  <a:pt x="246564" y="260090"/>
                </a:cubicBezTo>
                <a:cubicBezTo>
                  <a:pt x="246564" y="260090"/>
                  <a:pt x="242884" y="260090"/>
                  <a:pt x="242884" y="260090"/>
                </a:cubicBezTo>
                <a:cubicBezTo>
                  <a:pt x="235524" y="267522"/>
                  <a:pt x="228164" y="274952"/>
                  <a:pt x="224484" y="286099"/>
                </a:cubicBezTo>
                <a:cubicBezTo>
                  <a:pt x="228164" y="289815"/>
                  <a:pt x="231844" y="282383"/>
                  <a:pt x="235524" y="282383"/>
                </a:cubicBezTo>
                <a:cubicBezTo>
                  <a:pt x="242884" y="278668"/>
                  <a:pt x="246564" y="271236"/>
                  <a:pt x="253924" y="263806"/>
                </a:cubicBezTo>
                <a:cubicBezTo>
                  <a:pt x="253924" y="260090"/>
                  <a:pt x="261285" y="252659"/>
                  <a:pt x="261285" y="248944"/>
                </a:cubicBezTo>
                <a:cubicBezTo>
                  <a:pt x="264964" y="245228"/>
                  <a:pt x="264964" y="237797"/>
                  <a:pt x="264964" y="230365"/>
                </a:cubicBezTo>
                <a:cubicBezTo>
                  <a:pt x="264964" y="222935"/>
                  <a:pt x="264964" y="215504"/>
                  <a:pt x="264964" y="208072"/>
                </a:cubicBezTo>
                <a:cubicBezTo>
                  <a:pt x="268644" y="204357"/>
                  <a:pt x="268644" y="200641"/>
                  <a:pt x="268644" y="196925"/>
                </a:cubicBezTo>
                <a:cubicBezTo>
                  <a:pt x="268644" y="196925"/>
                  <a:pt x="268644" y="193210"/>
                  <a:pt x="268644" y="189494"/>
                </a:cubicBezTo>
                <a:cubicBezTo>
                  <a:pt x="268644" y="185778"/>
                  <a:pt x="272325" y="178347"/>
                  <a:pt x="272325" y="174633"/>
                </a:cubicBezTo>
                <a:cubicBezTo>
                  <a:pt x="268644" y="170917"/>
                  <a:pt x="264964" y="163486"/>
                  <a:pt x="264964" y="159770"/>
                </a:cubicBezTo>
                <a:cubicBezTo>
                  <a:pt x="268644" y="156054"/>
                  <a:pt x="268644" y="156054"/>
                  <a:pt x="272325" y="148623"/>
                </a:cubicBezTo>
                <a:cubicBezTo>
                  <a:pt x="276004" y="148623"/>
                  <a:pt x="283365" y="144907"/>
                  <a:pt x="290725" y="148623"/>
                </a:cubicBezTo>
                <a:cubicBezTo>
                  <a:pt x="294405" y="148623"/>
                  <a:pt x="298086" y="152339"/>
                  <a:pt x="301765" y="152339"/>
                </a:cubicBezTo>
                <a:cubicBezTo>
                  <a:pt x="301765" y="159770"/>
                  <a:pt x="309126" y="163486"/>
                  <a:pt x="312805" y="170917"/>
                </a:cubicBezTo>
                <a:cubicBezTo>
                  <a:pt x="309126" y="178347"/>
                  <a:pt x="305445" y="182063"/>
                  <a:pt x="309126" y="189494"/>
                </a:cubicBezTo>
                <a:cubicBezTo>
                  <a:pt x="309126" y="196925"/>
                  <a:pt x="316485" y="196925"/>
                  <a:pt x="320166" y="200641"/>
                </a:cubicBezTo>
                <a:cubicBezTo>
                  <a:pt x="327525" y="204357"/>
                  <a:pt x="331206" y="211788"/>
                  <a:pt x="334885" y="215504"/>
                </a:cubicBezTo>
                <a:cubicBezTo>
                  <a:pt x="342246" y="222935"/>
                  <a:pt x="345926" y="226651"/>
                  <a:pt x="345926" y="237797"/>
                </a:cubicBezTo>
                <a:cubicBezTo>
                  <a:pt x="345926" y="237797"/>
                  <a:pt x="345926" y="237797"/>
                  <a:pt x="342246" y="237797"/>
                </a:cubicBezTo>
                <a:cubicBezTo>
                  <a:pt x="342246" y="237797"/>
                  <a:pt x="342246" y="241512"/>
                  <a:pt x="342246" y="241512"/>
                </a:cubicBezTo>
                <a:cubicBezTo>
                  <a:pt x="342246" y="241512"/>
                  <a:pt x="342246" y="241512"/>
                  <a:pt x="342246" y="241512"/>
                </a:cubicBezTo>
                <a:cubicBezTo>
                  <a:pt x="338565" y="248944"/>
                  <a:pt x="338565" y="248944"/>
                  <a:pt x="334885" y="252659"/>
                </a:cubicBezTo>
                <a:cubicBezTo>
                  <a:pt x="331206" y="256375"/>
                  <a:pt x="327525" y="260090"/>
                  <a:pt x="323845" y="260090"/>
                </a:cubicBezTo>
                <a:cubicBezTo>
                  <a:pt x="316485" y="263806"/>
                  <a:pt x="312805" y="263806"/>
                  <a:pt x="309126" y="267522"/>
                </a:cubicBezTo>
                <a:cubicBezTo>
                  <a:pt x="298086" y="271236"/>
                  <a:pt x="294405" y="282383"/>
                  <a:pt x="283365" y="289815"/>
                </a:cubicBezTo>
                <a:cubicBezTo>
                  <a:pt x="283365" y="289815"/>
                  <a:pt x="283365" y="289815"/>
                  <a:pt x="279684" y="289815"/>
                </a:cubicBezTo>
                <a:cubicBezTo>
                  <a:pt x="276004" y="289815"/>
                  <a:pt x="261285" y="315824"/>
                  <a:pt x="272325" y="323256"/>
                </a:cubicBezTo>
                <a:cubicBezTo>
                  <a:pt x="279684" y="323256"/>
                  <a:pt x="287045" y="319540"/>
                  <a:pt x="294405" y="315824"/>
                </a:cubicBezTo>
                <a:cubicBezTo>
                  <a:pt x="298086" y="315824"/>
                  <a:pt x="301765" y="312109"/>
                  <a:pt x="305445" y="308393"/>
                </a:cubicBezTo>
                <a:cubicBezTo>
                  <a:pt x="309126" y="308393"/>
                  <a:pt x="316485" y="308393"/>
                  <a:pt x="320166" y="308393"/>
                </a:cubicBezTo>
                <a:cubicBezTo>
                  <a:pt x="323845" y="308393"/>
                  <a:pt x="331206" y="308393"/>
                  <a:pt x="334885" y="308393"/>
                </a:cubicBezTo>
                <a:cubicBezTo>
                  <a:pt x="338565" y="308393"/>
                  <a:pt x="338565" y="312109"/>
                  <a:pt x="338565" y="312109"/>
                </a:cubicBezTo>
                <a:cubicBezTo>
                  <a:pt x="338565" y="312109"/>
                  <a:pt x="342246" y="312109"/>
                  <a:pt x="342246" y="315824"/>
                </a:cubicBezTo>
                <a:cubicBezTo>
                  <a:pt x="349606" y="315824"/>
                  <a:pt x="356967" y="334401"/>
                  <a:pt x="353286" y="341833"/>
                </a:cubicBezTo>
                <a:cubicBezTo>
                  <a:pt x="353286" y="349264"/>
                  <a:pt x="345926" y="356695"/>
                  <a:pt x="338565" y="352980"/>
                </a:cubicBezTo>
                <a:cubicBezTo>
                  <a:pt x="338565" y="352980"/>
                  <a:pt x="338565" y="356695"/>
                  <a:pt x="334885" y="356695"/>
                </a:cubicBezTo>
                <a:cubicBezTo>
                  <a:pt x="334885" y="356695"/>
                  <a:pt x="331206" y="356695"/>
                  <a:pt x="327525" y="356695"/>
                </a:cubicBezTo>
                <a:cubicBezTo>
                  <a:pt x="323845" y="356695"/>
                  <a:pt x="323845" y="360411"/>
                  <a:pt x="323845" y="360411"/>
                </a:cubicBezTo>
                <a:cubicBezTo>
                  <a:pt x="320166" y="360411"/>
                  <a:pt x="316485" y="360411"/>
                  <a:pt x="312805" y="364127"/>
                </a:cubicBezTo>
                <a:cubicBezTo>
                  <a:pt x="309126" y="364127"/>
                  <a:pt x="305445" y="364127"/>
                  <a:pt x="301765" y="364127"/>
                </a:cubicBezTo>
                <a:cubicBezTo>
                  <a:pt x="298086" y="364127"/>
                  <a:pt x="294405" y="364127"/>
                  <a:pt x="287045" y="364127"/>
                </a:cubicBezTo>
                <a:cubicBezTo>
                  <a:pt x="287045" y="364127"/>
                  <a:pt x="279684" y="371558"/>
                  <a:pt x="276004" y="367842"/>
                </a:cubicBezTo>
                <a:cubicBezTo>
                  <a:pt x="272325" y="371558"/>
                  <a:pt x="268644" y="375274"/>
                  <a:pt x="264964" y="375274"/>
                </a:cubicBezTo>
                <a:cubicBezTo>
                  <a:pt x="257604" y="378988"/>
                  <a:pt x="246564" y="378988"/>
                  <a:pt x="235524" y="382704"/>
                </a:cubicBezTo>
                <a:cubicBezTo>
                  <a:pt x="228164" y="386420"/>
                  <a:pt x="220803" y="393851"/>
                  <a:pt x="209763" y="390135"/>
                </a:cubicBezTo>
                <a:cubicBezTo>
                  <a:pt x="209763" y="386420"/>
                  <a:pt x="213444" y="386420"/>
                  <a:pt x="217124" y="382704"/>
                </a:cubicBezTo>
                <a:cubicBezTo>
                  <a:pt x="220803" y="378988"/>
                  <a:pt x="224484" y="375274"/>
                  <a:pt x="231844" y="371558"/>
                </a:cubicBezTo>
                <a:cubicBezTo>
                  <a:pt x="231844" y="371558"/>
                  <a:pt x="235524" y="371558"/>
                  <a:pt x="239204" y="367842"/>
                </a:cubicBezTo>
                <a:cubicBezTo>
                  <a:pt x="231844" y="360411"/>
                  <a:pt x="224484" y="352980"/>
                  <a:pt x="228164" y="345548"/>
                </a:cubicBezTo>
                <a:cubicBezTo>
                  <a:pt x="228164" y="338117"/>
                  <a:pt x="231844" y="334401"/>
                  <a:pt x="231844" y="326970"/>
                </a:cubicBezTo>
                <a:cubicBezTo>
                  <a:pt x="235524" y="323256"/>
                  <a:pt x="235524" y="319540"/>
                  <a:pt x="235524" y="315824"/>
                </a:cubicBezTo>
                <a:cubicBezTo>
                  <a:pt x="231844" y="308393"/>
                  <a:pt x="228164" y="312109"/>
                  <a:pt x="220803" y="308393"/>
                </a:cubicBezTo>
                <a:cubicBezTo>
                  <a:pt x="217124" y="308393"/>
                  <a:pt x="220803" y="300962"/>
                  <a:pt x="213444" y="304677"/>
                </a:cubicBezTo>
                <a:cubicBezTo>
                  <a:pt x="217124" y="300962"/>
                  <a:pt x="213444" y="300962"/>
                  <a:pt x="213444" y="300962"/>
                </a:cubicBezTo>
                <a:cubicBezTo>
                  <a:pt x="206083" y="300962"/>
                  <a:pt x="213444" y="315824"/>
                  <a:pt x="209763" y="319540"/>
                </a:cubicBezTo>
                <a:cubicBezTo>
                  <a:pt x="209763" y="323256"/>
                  <a:pt x="209763" y="323256"/>
                  <a:pt x="209763" y="323256"/>
                </a:cubicBezTo>
                <a:cubicBezTo>
                  <a:pt x="209763" y="323256"/>
                  <a:pt x="209763" y="330686"/>
                  <a:pt x="213444" y="330686"/>
                </a:cubicBezTo>
                <a:cubicBezTo>
                  <a:pt x="213444" y="334401"/>
                  <a:pt x="209763" y="330686"/>
                  <a:pt x="209763" y="334401"/>
                </a:cubicBezTo>
                <a:cubicBezTo>
                  <a:pt x="217124" y="349264"/>
                  <a:pt x="195043" y="356695"/>
                  <a:pt x="184003" y="349264"/>
                </a:cubicBezTo>
                <a:cubicBezTo>
                  <a:pt x="180323" y="341833"/>
                  <a:pt x="169283" y="341833"/>
                  <a:pt x="161922" y="334401"/>
                </a:cubicBezTo>
                <a:cubicBezTo>
                  <a:pt x="161922" y="326970"/>
                  <a:pt x="161922" y="323256"/>
                  <a:pt x="165603" y="315824"/>
                </a:cubicBezTo>
                <a:cubicBezTo>
                  <a:pt x="165603" y="304677"/>
                  <a:pt x="169283" y="300962"/>
                  <a:pt x="176643" y="293530"/>
                </a:cubicBezTo>
                <a:cubicBezTo>
                  <a:pt x="176643" y="286099"/>
                  <a:pt x="184003" y="282383"/>
                  <a:pt x="187683" y="274952"/>
                </a:cubicBezTo>
                <a:cubicBezTo>
                  <a:pt x="191364" y="274952"/>
                  <a:pt x="191364" y="278668"/>
                  <a:pt x="195043" y="274952"/>
                </a:cubicBezTo>
                <a:cubicBezTo>
                  <a:pt x="198723" y="271236"/>
                  <a:pt x="202404" y="267522"/>
                  <a:pt x="202404" y="260090"/>
                </a:cubicBezTo>
                <a:cubicBezTo>
                  <a:pt x="198723" y="260090"/>
                  <a:pt x="191364" y="263806"/>
                  <a:pt x="187683" y="267522"/>
                </a:cubicBezTo>
                <a:cubicBezTo>
                  <a:pt x="180323" y="271236"/>
                  <a:pt x="172963" y="274952"/>
                  <a:pt x="165603" y="282383"/>
                </a:cubicBezTo>
                <a:cubicBezTo>
                  <a:pt x="161922" y="282383"/>
                  <a:pt x="158243" y="289815"/>
                  <a:pt x="158243" y="293530"/>
                </a:cubicBezTo>
                <a:cubicBezTo>
                  <a:pt x="158243" y="293530"/>
                  <a:pt x="158243" y="297246"/>
                  <a:pt x="158243" y="297246"/>
                </a:cubicBezTo>
                <a:cubicBezTo>
                  <a:pt x="158243" y="300962"/>
                  <a:pt x="154563" y="304677"/>
                  <a:pt x="154563" y="308393"/>
                </a:cubicBezTo>
                <a:cubicBezTo>
                  <a:pt x="158243" y="315824"/>
                  <a:pt x="158243" y="323256"/>
                  <a:pt x="154563" y="330686"/>
                </a:cubicBezTo>
                <a:cubicBezTo>
                  <a:pt x="154563" y="330686"/>
                  <a:pt x="154563" y="330686"/>
                  <a:pt x="150882" y="330686"/>
                </a:cubicBezTo>
                <a:cubicBezTo>
                  <a:pt x="147202" y="334401"/>
                  <a:pt x="143523" y="349264"/>
                  <a:pt x="136162" y="349264"/>
                </a:cubicBezTo>
                <a:cubicBezTo>
                  <a:pt x="125122" y="349264"/>
                  <a:pt x="125122" y="334401"/>
                  <a:pt x="117762" y="330686"/>
                </a:cubicBezTo>
                <a:cubicBezTo>
                  <a:pt x="110402" y="338117"/>
                  <a:pt x="106722" y="341833"/>
                  <a:pt x="99362" y="345548"/>
                </a:cubicBezTo>
                <a:cubicBezTo>
                  <a:pt x="103041" y="349264"/>
                  <a:pt x="95682" y="352980"/>
                  <a:pt x="99362" y="352980"/>
                </a:cubicBezTo>
                <a:cubicBezTo>
                  <a:pt x="95682" y="356695"/>
                  <a:pt x="95682" y="360411"/>
                  <a:pt x="95682" y="364127"/>
                </a:cubicBezTo>
                <a:cubicBezTo>
                  <a:pt x="92001" y="367842"/>
                  <a:pt x="84642" y="371558"/>
                  <a:pt x="80961" y="378988"/>
                </a:cubicBezTo>
                <a:cubicBezTo>
                  <a:pt x="80961" y="378988"/>
                  <a:pt x="80961" y="378988"/>
                  <a:pt x="80961" y="378988"/>
                </a:cubicBezTo>
                <a:cubicBezTo>
                  <a:pt x="80961" y="378988"/>
                  <a:pt x="80961" y="378988"/>
                  <a:pt x="77281" y="378988"/>
                </a:cubicBezTo>
                <a:cubicBezTo>
                  <a:pt x="77281" y="382704"/>
                  <a:pt x="77281" y="382704"/>
                  <a:pt x="73602" y="382704"/>
                </a:cubicBezTo>
                <a:cubicBezTo>
                  <a:pt x="73602" y="382704"/>
                  <a:pt x="73602" y="386420"/>
                  <a:pt x="73602" y="386420"/>
                </a:cubicBezTo>
                <a:cubicBezTo>
                  <a:pt x="66241" y="386420"/>
                  <a:pt x="62561" y="390135"/>
                  <a:pt x="55201" y="390135"/>
                </a:cubicBezTo>
                <a:cubicBezTo>
                  <a:pt x="51521" y="386420"/>
                  <a:pt x="51521" y="386420"/>
                  <a:pt x="51521" y="386420"/>
                </a:cubicBezTo>
                <a:cubicBezTo>
                  <a:pt x="51521" y="386420"/>
                  <a:pt x="51521" y="382704"/>
                  <a:pt x="47841" y="382704"/>
                </a:cubicBezTo>
                <a:cubicBezTo>
                  <a:pt x="47841" y="378988"/>
                  <a:pt x="44160" y="375274"/>
                  <a:pt x="40481" y="371558"/>
                </a:cubicBezTo>
                <a:cubicBezTo>
                  <a:pt x="40481" y="367842"/>
                  <a:pt x="40481" y="364127"/>
                  <a:pt x="36801" y="360411"/>
                </a:cubicBezTo>
                <a:cubicBezTo>
                  <a:pt x="40481" y="349264"/>
                  <a:pt x="47841" y="349264"/>
                  <a:pt x="51521" y="341833"/>
                </a:cubicBezTo>
                <a:cubicBezTo>
                  <a:pt x="58881" y="338117"/>
                  <a:pt x="62561" y="326970"/>
                  <a:pt x="66241" y="319540"/>
                </a:cubicBezTo>
                <a:cubicBezTo>
                  <a:pt x="66241" y="308393"/>
                  <a:pt x="69921" y="300962"/>
                  <a:pt x="69921" y="289815"/>
                </a:cubicBezTo>
                <a:cubicBezTo>
                  <a:pt x="62561" y="289815"/>
                  <a:pt x="51521" y="297246"/>
                  <a:pt x="44160" y="300962"/>
                </a:cubicBezTo>
                <a:cubicBezTo>
                  <a:pt x="36801" y="300962"/>
                  <a:pt x="33120" y="297246"/>
                  <a:pt x="25761" y="297246"/>
                </a:cubicBezTo>
                <a:cubicBezTo>
                  <a:pt x="22080" y="297246"/>
                  <a:pt x="22080" y="293530"/>
                  <a:pt x="18400" y="293530"/>
                </a:cubicBezTo>
                <a:cubicBezTo>
                  <a:pt x="18400" y="293530"/>
                  <a:pt x="14721" y="293530"/>
                  <a:pt x="14721" y="293530"/>
                </a:cubicBezTo>
                <a:cubicBezTo>
                  <a:pt x="7360" y="289815"/>
                  <a:pt x="3680" y="282383"/>
                  <a:pt x="0" y="278668"/>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638300" y="863600"/>
            <a:ext cx="213805" cy="51888"/>
          </a:xfrm>
          <a:custGeom>
            <a:avLst/>
            <a:gdLst/>
            <a:ahLst/>
            <a:cxnLst/>
            <a:rect l="l" t="t" r="r" b="b"/>
            <a:pathLst>
              <a:path w="213805" h="51888">
                <a:moveTo>
                  <a:pt x="202747" y="3706"/>
                </a:moveTo>
                <a:cubicBezTo>
                  <a:pt x="210119" y="11119"/>
                  <a:pt x="213804" y="18532"/>
                  <a:pt x="213804" y="33357"/>
                </a:cubicBezTo>
                <a:cubicBezTo>
                  <a:pt x="206432" y="37062"/>
                  <a:pt x="202747" y="44475"/>
                  <a:pt x="195373" y="44475"/>
                </a:cubicBezTo>
                <a:cubicBezTo>
                  <a:pt x="191687" y="44475"/>
                  <a:pt x="184315" y="40770"/>
                  <a:pt x="176941" y="37062"/>
                </a:cubicBezTo>
                <a:cubicBezTo>
                  <a:pt x="173256" y="37062"/>
                  <a:pt x="165884" y="29651"/>
                  <a:pt x="162197" y="29651"/>
                </a:cubicBezTo>
                <a:cubicBezTo>
                  <a:pt x="158510" y="29651"/>
                  <a:pt x="154824" y="29651"/>
                  <a:pt x="147452" y="25944"/>
                </a:cubicBezTo>
                <a:cubicBezTo>
                  <a:pt x="143765" y="25944"/>
                  <a:pt x="140080" y="25944"/>
                  <a:pt x="136393" y="25944"/>
                </a:cubicBezTo>
                <a:cubicBezTo>
                  <a:pt x="125334" y="22238"/>
                  <a:pt x="114275" y="22238"/>
                  <a:pt x="110589" y="14825"/>
                </a:cubicBezTo>
                <a:cubicBezTo>
                  <a:pt x="99530" y="18532"/>
                  <a:pt x="92158" y="22238"/>
                  <a:pt x="88471" y="29651"/>
                </a:cubicBezTo>
                <a:cubicBezTo>
                  <a:pt x="77412" y="33357"/>
                  <a:pt x="73726" y="40770"/>
                  <a:pt x="66354" y="44475"/>
                </a:cubicBezTo>
                <a:cubicBezTo>
                  <a:pt x="66354" y="48181"/>
                  <a:pt x="62667" y="51888"/>
                  <a:pt x="62667" y="51888"/>
                </a:cubicBezTo>
                <a:cubicBezTo>
                  <a:pt x="58980" y="51888"/>
                  <a:pt x="55295" y="51888"/>
                  <a:pt x="51608" y="51888"/>
                </a:cubicBezTo>
                <a:cubicBezTo>
                  <a:pt x="47922" y="51888"/>
                  <a:pt x="40550" y="51888"/>
                  <a:pt x="33176" y="51888"/>
                </a:cubicBezTo>
                <a:cubicBezTo>
                  <a:pt x="25804" y="48181"/>
                  <a:pt x="18432" y="40770"/>
                  <a:pt x="14745" y="33357"/>
                </a:cubicBezTo>
                <a:cubicBezTo>
                  <a:pt x="11059" y="33357"/>
                  <a:pt x="11059" y="29651"/>
                  <a:pt x="7372" y="25944"/>
                </a:cubicBezTo>
                <a:cubicBezTo>
                  <a:pt x="3687" y="22238"/>
                  <a:pt x="0" y="14825"/>
                  <a:pt x="0" y="11119"/>
                </a:cubicBezTo>
                <a:cubicBezTo>
                  <a:pt x="0" y="11119"/>
                  <a:pt x="7372" y="7413"/>
                  <a:pt x="7372" y="7413"/>
                </a:cubicBezTo>
                <a:cubicBezTo>
                  <a:pt x="14745" y="7413"/>
                  <a:pt x="18432" y="11119"/>
                  <a:pt x="22118" y="11119"/>
                </a:cubicBezTo>
                <a:cubicBezTo>
                  <a:pt x="25804" y="7413"/>
                  <a:pt x="33176" y="11119"/>
                  <a:pt x="40550" y="11119"/>
                </a:cubicBezTo>
                <a:cubicBezTo>
                  <a:pt x="40550" y="11119"/>
                  <a:pt x="40550" y="11119"/>
                  <a:pt x="40550" y="7413"/>
                </a:cubicBezTo>
                <a:cubicBezTo>
                  <a:pt x="47922" y="11119"/>
                  <a:pt x="58980" y="7413"/>
                  <a:pt x="62667" y="11119"/>
                </a:cubicBezTo>
                <a:cubicBezTo>
                  <a:pt x="77412" y="11119"/>
                  <a:pt x="88471" y="11119"/>
                  <a:pt x="103217" y="11119"/>
                </a:cubicBezTo>
                <a:cubicBezTo>
                  <a:pt x="106902" y="11119"/>
                  <a:pt x="106902" y="11119"/>
                  <a:pt x="106902" y="11119"/>
                </a:cubicBezTo>
                <a:cubicBezTo>
                  <a:pt x="106902" y="11119"/>
                  <a:pt x="114275" y="7413"/>
                  <a:pt x="114275" y="11119"/>
                </a:cubicBezTo>
                <a:cubicBezTo>
                  <a:pt x="121648" y="11119"/>
                  <a:pt x="125334" y="11119"/>
                  <a:pt x="129021" y="11119"/>
                </a:cubicBezTo>
                <a:cubicBezTo>
                  <a:pt x="132706" y="11119"/>
                  <a:pt x="140080" y="7413"/>
                  <a:pt x="147452" y="7413"/>
                </a:cubicBezTo>
                <a:cubicBezTo>
                  <a:pt x="151138" y="7413"/>
                  <a:pt x="154824" y="7413"/>
                  <a:pt x="158510" y="3706"/>
                </a:cubicBezTo>
                <a:cubicBezTo>
                  <a:pt x="162197" y="3706"/>
                  <a:pt x="165884" y="0"/>
                  <a:pt x="165884" y="0"/>
                </a:cubicBezTo>
                <a:cubicBezTo>
                  <a:pt x="169569" y="0"/>
                  <a:pt x="173256" y="0"/>
                  <a:pt x="173256" y="0"/>
                </a:cubicBezTo>
                <a:cubicBezTo>
                  <a:pt x="176941" y="0"/>
                  <a:pt x="176941" y="0"/>
                  <a:pt x="180628" y="0"/>
                </a:cubicBezTo>
                <a:cubicBezTo>
                  <a:pt x="188001" y="0"/>
                  <a:pt x="195373" y="3706"/>
                  <a:pt x="202747" y="3706"/>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536700" y="876300"/>
            <a:ext cx="76895" cy="48137"/>
          </a:xfrm>
          <a:custGeom>
            <a:avLst/>
            <a:gdLst/>
            <a:ahLst/>
            <a:cxnLst/>
            <a:rect l="l" t="t" r="r" b="b"/>
            <a:pathLst>
              <a:path w="76895" h="48137">
                <a:moveTo>
                  <a:pt x="69572" y="3703"/>
                </a:moveTo>
                <a:cubicBezTo>
                  <a:pt x="73233" y="3703"/>
                  <a:pt x="73233" y="3703"/>
                  <a:pt x="73233" y="3703"/>
                </a:cubicBezTo>
                <a:cubicBezTo>
                  <a:pt x="76895" y="3703"/>
                  <a:pt x="76895" y="3703"/>
                  <a:pt x="76895" y="3703"/>
                </a:cubicBezTo>
                <a:cubicBezTo>
                  <a:pt x="73233" y="7405"/>
                  <a:pt x="73233" y="11109"/>
                  <a:pt x="69572" y="14812"/>
                </a:cubicBezTo>
                <a:cubicBezTo>
                  <a:pt x="76895" y="22217"/>
                  <a:pt x="65910" y="25919"/>
                  <a:pt x="69572" y="37028"/>
                </a:cubicBezTo>
                <a:cubicBezTo>
                  <a:pt x="65910" y="37028"/>
                  <a:pt x="65910" y="37028"/>
                  <a:pt x="65910" y="37028"/>
                </a:cubicBezTo>
                <a:cubicBezTo>
                  <a:pt x="62248" y="37028"/>
                  <a:pt x="65910" y="37028"/>
                  <a:pt x="65910" y="40731"/>
                </a:cubicBezTo>
                <a:cubicBezTo>
                  <a:pt x="58586" y="44435"/>
                  <a:pt x="51264" y="48137"/>
                  <a:pt x="43939" y="48137"/>
                </a:cubicBezTo>
                <a:cubicBezTo>
                  <a:pt x="36617" y="48137"/>
                  <a:pt x="29294" y="44435"/>
                  <a:pt x="25631" y="40731"/>
                </a:cubicBezTo>
                <a:cubicBezTo>
                  <a:pt x="18308" y="40731"/>
                  <a:pt x="18308" y="37028"/>
                  <a:pt x="14647" y="37028"/>
                </a:cubicBezTo>
                <a:cubicBezTo>
                  <a:pt x="14647" y="37028"/>
                  <a:pt x="14647" y="37028"/>
                  <a:pt x="14647" y="37028"/>
                </a:cubicBezTo>
                <a:cubicBezTo>
                  <a:pt x="10986" y="33326"/>
                  <a:pt x="7323" y="33326"/>
                  <a:pt x="3661" y="29623"/>
                </a:cubicBezTo>
                <a:cubicBezTo>
                  <a:pt x="3661" y="29623"/>
                  <a:pt x="0" y="25919"/>
                  <a:pt x="0" y="25919"/>
                </a:cubicBezTo>
                <a:cubicBezTo>
                  <a:pt x="0" y="18514"/>
                  <a:pt x="3661" y="14812"/>
                  <a:pt x="7323" y="14812"/>
                </a:cubicBezTo>
                <a:cubicBezTo>
                  <a:pt x="7323" y="14812"/>
                  <a:pt x="10986" y="14812"/>
                  <a:pt x="10986" y="14812"/>
                </a:cubicBezTo>
                <a:cubicBezTo>
                  <a:pt x="14647" y="14812"/>
                  <a:pt x="14647" y="14812"/>
                  <a:pt x="18308" y="11109"/>
                </a:cubicBezTo>
                <a:cubicBezTo>
                  <a:pt x="18308" y="14812"/>
                  <a:pt x="18308" y="14812"/>
                  <a:pt x="18308" y="14812"/>
                </a:cubicBezTo>
                <a:cubicBezTo>
                  <a:pt x="21970" y="14812"/>
                  <a:pt x="25631" y="14812"/>
                  <a:pt x="25631" y="11109"/>
                </a:cubicBezTo>
                <a:cubicBezTo>
                  <a:pt x="29294" y="11109"/>
                  <a:pt x="29294" y="11109"/>
                  <a:pt x="32955" y="11109"/>
                </a:cubicBezTo>
                <a:cubicBezTo>
                  <a:pt x="36617" y="11109"/>
                  <a:pt x="36617" y="11109"/>
                  <a:pt x="40278" y="7405"/>
                </a:cubicBezTo>
                <a:cubicBezTo>
                  <a:pt x="43939" y="7405"/>
                  <a:pt x="47602" y="11109"/>
                  <a:pt x="51264" y="11109"/>
                </a:cubicBezTo>
                <a:cubicBezTo>
                  <a:pt x="54925" y="7405"/>
                  <a:pt x="58586" y="3703"/>
                  <a:pt x="62248" y="7405"/>
                </a:cubicBezTo>
                <a:cubicBezTo>
                  <a:pt x="62248" y="3703"/>
                  <a:pt x="62248" y="7405"/>
                  <a:pt x="62248" y="7405"/>
                </a:cubicBezTo>
                <a:cubicBezTo>
                  <a:pt x="62248" y="7405"/>
                  <a:pt x="69572" y="0"/>
                  <a:pt x="69572" y="3703"/>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993900" y="660400"/>
            <a:ext cx="253815" cy="204427"/>
          </a:xfrm>
          <a:custGeom>
            <a:avLst/>
            <a:gdLst/>
            <a:ahLst/>
            <a:cxnLst/>
            <a:rect l="l" t="t" r="r" b="b"/>
            <a:pathLst>
              <a:path w="253815" h="204427">
                <a:moveTo>
                  <a:pt x="246457" y="130090"/>
                </a:moveTo>
                <a:cubicBezTo>
                  <a:pt x="242780" y="130090"/>
                  <a:pt x="228065" y="126373"/>
                  <a:pt x="224387" y="126373"/>
                </a:cubicBezTo>
                <a:cubicBezTo>
                  <a:pt x="217030" y="122657"/>
                  <a:pt x="213351" y="122657"/>
                  <a:pt x="213351" y="122657"/>
                </a:cubicBezTo>
                <a:cubicBezTo>
                  <a:pt x="209673" y="122657"/>
                  <a:pt x="205995" y="122657"/>
                  <a:pt x="205995" y="122657"/>
                </a:cubicBezTo>
                <a:cubicBezTo>
                  <a:pt x="205995" y="122657"/>
                  <a:pt x="202316" y="122657"/>
                  <a:pt x="202316" y="122657"/>
                </a:cubicBezTo>
                <a:cubicBezTo>
                  <a:pt x="202316" y="122657"/>
                  <a:pt x="202316" y="122657"/>
                  <a:pt x="202316" y="122657"/>
                </a:cubicBezTo>
                <a:cubicBezTo>
                  <a:pt x="202316" y="122657"/>
                  <a:pt x="198638" y="122657"/>
                  <a:pt x="198638" y="122657"/>
                </a:cubicBezTo>
                <a:cubicBezTo>
                  <a:pt x="191281" y="118939"/>
                  <a:pt x="187602" y="107789"/>
                  <a:pt x="187602" y="104071"/>
                </a:cubicBezTo>
                <a:cubicBezTo>
                  <a:pt x="187602" y="100355"/>
                  <a:pt x="187602" y="96638"/>
                  <a:pt x="187602" y="92921"/>
                </a:cubicBezTo>
                <a:cubicBezTo>
                  <a:pt x="191281" y="89205"/>
                  <a:pt x="191281" y="85488"/>
                  <a:pt x="191281" y="81770"/>
                </a:cubicBezTo>
                <a:cubicBezTo>
                  <a:pt x="191281" y="81770"/>
                  <a:pt x="191281" y="78054"/>
                  <a:pt x="191281" y="78054"/>
                </a:cubicBezTo>
                <a:cubicBezTo>
                  <a:pt x="191281" y="74337"/>
                  <a:pt x="191281" y="70620"/>
                  <a:pt x="191281" y="66904"/>
                </a:cubicBezTo>
                <a:cubicBezTo>
                  <a:pt x="191281" y="63186"/>
                  <a:pt x="187602" y="59470"/>
                  <a:pt x="183924" y="55753"/>
                </a:cubicBezTo>
                <a:cubicBezTo>
                  <a:pt x="183924" y="55753"/>
                  <a:pt x="183924" y="52036"/>
                  <a:pt x="180246" y="52036"/>
                </a:cubicBezTo>
                <a:cubicBezTo>
                  <a:pt x="180246" y="48320"/>
                  <a:pt x="176567" y="44602"/>
                  <a:pt x="172889" y="40885"/>
                </a:cubicBezTo>
                <a:cubicBezTo>
                  <a:pt x="172889" y="40885"/>
                  <a:pt x="169210" y="37169"/>
                  <a:pt x="169210" y="37169"/>
                </a:cubicBezTo>
                <a:cubicBezTo>
                  <a:pt x="165532" y="33452"/>
                  <a:pt x="161853" y="26018"/>
                  <a:pt x="161853" y="22301"/>
                </a:cubicBezTo>
                <a:cubicBezTo>
                  <a:pt x="158175" y="22301"/>
                  <a:pt x="158175" y="18584"/>
                  <a:pt x="154496" y="14868"/>
                </a:cubicBezTo>
                <a:cubicBezTo>
                  <a:pt x="158175" y="18584"/>
                  <a:pt x="154496" y="14868"/>
                  <a:pt x="154496" y="14868"/>
                </a:cubicBezTo>
                <a:cubicBezTo>
                  <a:pt x="154496" y="14868"/>
                  <a:pt x="154496" y="14868"/>
                  <a:pt x="154496" y="14868"/>
                </a:cubicBezTo>
                <a:cubicBezTo>
                  <a:pt x="150818" y="11151"/>
                  <a:pt x="147140" y="7433"/>
                  <a:pt x="139783" y="3717"/>
                </a:cubicBezTo>
                <a:cubicBezTo>
                  <a:pt x="136103" y="3717"/>
                  <a:pt x="136103" y="0"/>
                  <a:pt x="132425" y="0"/>
                </a:cubicBezTo>
                <a:cubicBezTo>
                  <a:pt x="132425" y="0"/>
                  <a:pt x="132425" y="3717"/>
                  <a:pt x="132425" y="3717"/>
                </a:cubicBezTo>
                <a:cubicBezTo>
                  <a:pt x="128746" y="3717"/>
                  <a:pt x="128746" y="3717"/>
                  <a:pt x="125068" y="7433"/>
                </a:cubicBezTo>
                <a:cubicBezTo>
                  <a:pt x="117711" y="11151"/>
                  <a:pt x="114033" y="22301"/>
                  <a:pt x="110354" y="33452"/>
                </a:cubicBezTo>
                <a:cubicBezTo>
                  <a:pt x="106676" y="37169"/>
                  <a:pt x="110354" y="63186"/>
                  <a:pt x="110354" y="78054"/>
                </a:cubicBezTo>
                <a:cubicBezTo>
                  <a:pt x="110354" y="81770"/>
                  <a:pt x="110354" y="85488"/>
                  <a:pt x="110354" y="85488"/>
                </a:cubicBezTo>
                <a:cubicBezTo>
                  <a:pt x="110354" y="89205"/>
                  <a:pt x="110354" y="92921"/>
                  <a:pt x="110354" y="92921"/>
                </a:cubicBezTo>
                <a:cubicBezTo>
                  <a:pt x="110354" y="96638"/>
                  <a:pt x="110354" y="96638"/>
                  <a:pt x="110354" y="100355"/>
                </a:cubicBezTo>
                <a:cubicBezTo>
                  <a:pt x="110354" y="107789"/>
                  <a:pt x="110354" y="107789"/>
                  <a:pt x="110354" y="111506"/>
                </a:cubicBezTo>
                <a:cubicBezTo>
                  <a:pt x="110354" y="115222"/>
                  <a:pt x="110354" y="115222"/>
                  <a:pt x="106676" y="115222"/>
                </a:cubicBezTo>
                <a:cubicBezTo>
                  <a:pt x="106676" y="115222"/>
                  <a:pt x="106676" y="118939"/>
                  <a:pt x="106676" y="118939"/>
                </a:cubicBezTo>
                <a:cubicBezTo>
                  <a:pt x="106676" y="118939"/>
                  <a:pt x="106676" y="122657"/>
                  <a:pt x="102997" y="122657"/>
                </a:cubicBezTo>
                <a:cubicBezTo>
                  <a:pt x="102997" y="126373"/>
                  <a:pt x="99319" y="126373"/>
                  <a:pt x="95640" y="126373"/>
                </a:cubicBezTo>
                <a:cubicBezTo>
                  <a:pt x="91962" y="126373"/>
                  <a:pt x="91962" y="126373"/>
                  <a:pt x="88284" y="126373"/>
                </a:cubicBezTo>
                <a:cubicBezTo>
                  <a:pt x="84605" y="126373"/>
                  <a:pt x="84605" y="126373"/>
                  <a:pt x="84605" y="126373"/>
                </a:cubicBezTo>
                <a:cubicBezTo>
                  <a:pt x="80927" y="122657"/>
                  <a:pt x="80927" y="122657"/>
                  <a:pt x="80927" y="122657"/>
                </a:cubicBezTo>
                <a:cubicBezTo>
                  <a:pt x="80927" y="118939"/>
                  <a:pt x="73570" y="107789"/>
                  <a:pt x="66213" y="85488"/>
                </a:cubicBezTo>
                <a:cubicBezTo>
                  <a:pt x="66213" y="81770"/>
                  <a:pt x="66213" y="81770"/>
                  <a:pt x="66213" y="81770"/>
                </a:cubicBezTo>
                <a:cubicBezTo>
                  <a:pt x="66213" y="78054"/>
                  <a:pt x="62534" y="74337"/>
                  <a:pt x="58856" y="70620"/>
                </a:cubicBezTo>
                <a:cubicBezTo>
                  <a:pt x="55178" y="66904"/>
                  <a:pt x="55178" y="66904"/>
                  <a:pt x="55178" y="66904"/>
                </a:cubicBezTo>
                <a:cubicBezTo>
                  <a:pt x="55178" y="66904"/>
                  <a:pt x="55178" y="66904"/>
                  <a:pt x="51498" y="66904"/>
                </a:cubicBezTo>
                <a:cubicBezTo>
                  <a:pt x="47821" y="66904"/>
                  <a:pt x="44141" y="74337"/>
                  <a:pt x="40463" y="81770"/>
                </a:cubicBezTo>
                <a:cubicBezTo>
                  <a:pt x="40463" y="81770"/>
                  <a:pt x="40463" y="85488"/>
                  <a:pt x="36784" y="89205"/>
                </a:cubicBezTo>
                <a:cubicBezTo>
                  <a:pt x="33106" y="96638"/>
                  <a:pt x="29428" y="100355"/>
                  <a:pt x="29428" y="107789"/>
                </a:cubicBezTo>
                <a:cubicBezTo>
                  <a:pt x="22071" y="115222"/>
                  <a:pt x="22071" y="118939"/>
                  <a:pt x="18392" y="126373"/>
                </a:cubicBezTo>
                <a:cubicBezTo>
                  <a:pt x="14714" y="130090"/>
                  <a:pt x="11035" y="130090"/>
                  <a:pt x="11035" y="137523"/>
                </a:cubicBezTo>
                <a:cubicBezTo>
                  <a:pt x="7357" y="137523"/>
                  <a:pt x="7357" y="137523"/>
                  <a:pt x="7357" y="141241"/>
                </a:cubicBezTo>
                <a:cubicBezTo>
                  <a:pt x="3678" y="141241"/>
                  <a:pt x="3678" y="141241"/>
                  <a:pt x="3678" y="141241"/>
                </a:cubicBezTo>
                <a:cubicBezTo>
                  <a:pt x="3678" y="141241"/>
                  <a:pt x="0" y="144958"/>
                  <a:pt x="0" y="144958"/>
                </a:cubicBezTo>
                <a:cubicBezTo>
                  <a:pt x="0" y="148674"/>
                  <a:pt x="0" y="152391"/>
                  <a:pt x="3678" y="156108"/>
                </a:cubicBezTo>
                <a:cubicBezTo>
                  <a:pt x="3678" y="156108"/>
                  <a:pt x="3678" y="159824"/>
                  <a:pt x="7357" y="159824"/>
                </a:cubicBezTo>
                <a:cubicBezTo>
                  <a:pt x="7357" y="163542"/>
                  <a:pt x="7357" y="163542"/>
                  <a:pt x="11035" y="167259"/>
                </a:cubicBezTo>
                <a:cubicBezTo>
                  <a:pt x="14714" y="174692"/>
                  <a:pt x="18392" y="178410"/>
                  <a:pt x="25749" y="182126"/>
                </a:cubicBezTo>
                <a:cubicBezTo>
                  <a:pt x="25749" y="185843"/>
                  <a:pt x="29428" y="189560"/>
                  <a:pt x="33106" y="189560"/>
                </a:cubicBezTo>
                <a:cubicBezTo>
                  <a:pt x="36784" y="193276"/>
                  <a:pt x="40463" y="193276"/>
                  <a:pt x="40463" y="196994"/>
                </a:cubicBezTo>
                <a:cubicBezTo>
                  <a:pt x="44141" y="196994"/>
                  <a:pt x="44141" y="196994"/>
                  <a:pt x="47821" y="196994"/>
                </a:cubicBezTo>
                <a:cubicBezTo>
                  <a:pt x="47821" y="200710"/>
                  <a:pt x="47821" y="200710"/>
                  <a:pt x="51498" y="200710"/>
                </a:cubicBezTo>
                <a:cubicBezTo>
                  <a:pt x="51498" y="200710"/>
                  <a:pt x="51498" y="204427"/>
                  <a:pt x="51498" y="204427"/>
                </a:cubicBezTo>
                <a:cubicBezTo>
                  <a:pt x="55178" y="204427"/>
                  <a:pt x="55178" y="204427"/>
                  <a:pt x="55178" y="204427"/>
                </a:cubicBezTo>
                <a:cubicBezTo>
                  <a:pt x="58856" y="204427"/>
                  <a:pt x="62534" y="204427"/>
                  <a:pt x="62534" y="204427"/>
                </a:cubicBezTo>
                <a:cubicBezTo>
                  <a:pt x="66213" y="200710"/>
                  <a:pt x="66213" y="200710"/>
                  <a:pt x="66213" y="200710"/>
                </a:cubicBezTo>
                <a:cubicBezTo>
                  <a:pt x="66213" y="196994"/>
                  <a:pt x="66213" y="196994"/>
                  <a:pt x="66213" y="196994"/>
                </a:cubicBezTo>
                <a:cubicBezTo>
                  <a:pt x="66213" y="193276"/>
                  <a:pt x="69891" y="193276"/>
                  <a:pt x="69891" y="189560"/>
                </a:cubicBezTo>
                <a:cubicBezTo>
                  <a:pt x="69891" y="189560"/>
                  <a:pt x="69891" y="185843"/>
                  <a:pt x="69891" y="185843"/>
                </a:cubicBezTo>
                <a:cubicBezTo>
                  <a:pt x="73570" y="178410"/>
                  <a:pt x="73570" y="174692"/>
                  <a:pt x="77248" y="174692"/>
                </a:cubicBezTo>
                <a:cubicBezTo>
                  <a:pt x="77248" y="170975"/>
                  <a:pt x="80927" y="170975"/>
                  <a:pt x="84605" y="167259"/>
                </a:cubicBezTo>
                <a:cubicBezTo>
                  <a:pt x="84605" y="167259"/>
                  <a:pt x="84605" y="167259"/>
                  <a:pt x="84605" y="167259"/>
                </a:cubicBezTo>
                <a:cubicBezTo>
                  <a:pt x="88284" y="167259"/>
                  <a:pt x="91962" y="167259"/>
                  <a:pt x="91962" y="163542"/>
                </a:cubicBezTo>
                <a:cubicBezTo>
                  <a:pt x="102997" y="163542"/>
                  <a:pt x="110354" y="163542"/>
                  <a:pt x="121390" y="159824"/>
                </a:cubicBezTo>
                <a:cubicBezTo>
                  <a:pt x="128746" y="159824"/>
                  <a:pt x="143460" y="159824"/>
                  <a:pt x="147140" y="159824"/>
                </a:cubicBezTo>
                <a:cubicBezTo>
                  <a:pt x="150818" y="159824"/>
                  <a:pt x="154496" y="159824"/>
                  <a:pt x="161853" y="159824"/>
                </a:cubicBezTo>
                <a:cubicBezTo>
                  <a:pt x="165532" y="159824"/>
                  <a:pt x="169210" y="159824"/>
                  <a:pt x="172889" y="159824"/>
                </a:cubicBezTo>
                <a:cubicBezTo>
                  <a:pt x="176567" y="159824"/>
                  <a:pt x="183924" y="159824"/>
                  <a:pt x="187602" y="159824"/>
                </a:cubicBezTo>
                <a:cubicBezTo>
                  <a:pt x="187602" y="159824"/>
                  <a:pt x="187602" y="159824"/>
                  <a:pt x="187602" y="159824"/>
                </a:cubicBezTo>
                <a:cubicBezTo>
                  <a:pt x="194959" y="159824"/>
                  <a:pt x="209673" y="163542"/>
                  <a:pt x="220708" y="163542"/>
                </a:cubicBezTo>
                <a:cubicBezTo>
                  <a:pt x="231745" y="163542"/>
                  <a:pt x="246457" y="159824"/>
                  <a:pt x="250137" y="159824"/>
                </a:cubicBezTo>
                <a:cubicBezTo>
                  <a:pt x="250137" y="159824"/>
                  <a:pt x="250137" y="156108"/>
                  <a:pt x="250137" y="156108"/>
                </a:cubicBezTo>
                <a:cubicBezTo>
                  <a:pt x="250137" y="152391"/>
                  <a:pt x="250137" y="152391"/>
                  <a:pt x="250137" y="152391"/>
                </a:cubicBezTo>
                <a:cubicBezTo>
                  <a:pt x="250137" y="144958"/>
                  <a:pt x="253815" y="137523"/>
                  <a:pt x="250137" y="133807"/>
                </a:cubicBezTo>
                <a:cubicBezTo>
                  <a:pt x="246457" y="133807"/>
                  <a:pt x="246457" y="130090"/>
                  <a:pt x="246457" y="130090"/>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2260600" y="698500"/>
            <a:ext cx="62516" cy="130659"/>
          </a:xfrm>
          <a:custGeom>
            <a:avLst/>
            <a:gdLst/>
            <a:ahLst/>
            <a:cxnLst/>
            <a:rect l="l" t="t" r="r" b="b"/>
            <a:pathLst>
              <a:path w="62516" h="130659">
                <a:moveTo>
                  <a:pt x="58839" y="44798"/>
                </a:moveTo>
                <a:cubicBezTo>
                  <a:pt x="58839" y="41064"/>
                  <a:pt x="58839" y="41064"/>
                  <a:pt x="55161" y="37332"/>
                </a:cubicBezTo>
                <a:cubicBezTo>
                  <a:pt x="55161" y="33598"/>
                  <a:pt x="55161" y="33598"/>
                  <a:pt x="55161" y="33598"/>
                </a:cubicBezTo>
                <a:cubicBezTo>
                  <a:pt x="55161" y="33598"/>
                  <a:pt x="51483" y="33598"/>
                  <a:pt x="51483" y="29865"/>
                </a:cubicBezTo>
                <a:cubicBezTo>
                  <a:pt x="51483" y="29865"/>
                  <a:pt x="47807" y="26132"/>
                  <a:pt x="47807" y="22399"/>
                </a:cubicBezTo>
                <a:cubicBezTo>
                  <a:pt x="44129" y="14933"/>
                  <a:pt x="40452" y="11199"/>
                  <a:pt x="29420" y="7466"/>
                </a:cubicBezTo>
                <a:cubicBezTo>
                  <a:pt x="25742" y="3733"/>
                  <a:pt x="25742" y="3733"/>
                  <a:pt x="25742" y="3733"/>
                </a:cubicBezTo>
                <a:cubicBezTo>
                  <a:pt x="25742" y="3733"/>
                  <a:pt x="22065" y="3733"/>
                  <a:pt x="22065" y="3733"/>
                </a:cubicBezTo>
                <a:cubicBezTo>
                  <a:pt x="18387" y="0"/>
                  <a:pt x="18387" y="0"/>
                  <a:pt x="18387" y="0"/>
                </a:cubicBezTo>
                <a:cubicBezTo>
                  <a:pt x="14709" y="0"/>
                  <a:pt x="14709" y="0"/>
                  <a:pt x="14709" y="0"/>
                </a:cubicBezTo>
                <a:cubicBezTo>
                  <a:pt x="11032" y="0"/>
                  <a:pt x="7355" y="3733"/>
                  <a:pt x="3678" y="11199"/>
                </a:cubicBezTo>
                <a:cubicBezTo>
                  <a:pt x="3678" y="14933"/>
                  <a:pt x="3678" y="18665"/>
                  <a:pt x="7355" y="26132"/>
                </a:cubicBezTo>
                <a:cubicBezTo>
                  <a:pt x="7355" y="26132"/>
                  <a:pt x="7355" y="29865"/>
                  <a:pt x="7355" y="33598"/>
                </a:cubicBezTo>
                <a:cubicBezTo>
                  <a:pt x="7355" y="33598"/>
                  <a:pt x="7355" y="33598"/>
                  <a:pt x="7355" y="37332"/>
                </a:cubicBezTo>
                <a:cubicBezTo>
                  <a:pt x="7355" y="37332"/>
                  <a:pt x="7355" y="37332"/>
                  <a:pt x="7355" y="41064"/>
                </a:cubicBezTo>
                <a:cubicBezTo>
                  <a:pt x="11032" y="44798"/>
                  <a:pt x="11032" y="48531"/>
                  <a:pt x="7355" y="59729"/>
                </a:cubicBezTo>
                <a:cubicBezTo>
                  <a:pt x="7355" y="59729"/>
                  <a:pt x="7355" y="63463"/>
                  <a:pt x="7355" y="67196"/>
                </a:cubicBezTo>
                <a:cubicBezTo>
                  <a:pt x="7355" y="70930"/>
                  <a:pt x="3678" y="78396"/>
                  <a:pt x="0" y="89595"/>
                </a:cubicBezTo>
                <a:cubicBezTo>
                  <a:pt x="0" y="93328"/>
                  <a:pt x="0" y="97061"/>
                  <a:pt x="0" y="97061"/>
                </a:cubicBezTo>
                <a:cubicBezTo>
                  <a:pt x="0" y="104527"/>
                  <a:pt x="0" y="111994"/>
                  <a:pt x="3678" y="115726"/>
                </a:cubicBezTo>
                <a:cubicBezTo>
                  <a:pt x="7355" y="115726"/>
                  <a:pt x="29420" y="130659"/>
                  <a:pt x="36774" y="130659"/>
                </a:cubicBezTo>
                <a:cubicBezTo>
                  <a:pt x="36774" y="130659"/>
                  <a:pt x="36774" y="130659"/>
                  <a:pt x="36774" y="130659"/>
                </a:cubicBezTo>
                <a:cubicBezTo>
                  <a:pt x="44129" y="126926"/>
                  <a:pt x="47807" y="126926"/>
                  <a:pt x="47807" y="119460"/>
                </a:cubicBezTo>
                <a:cubicBezTo>
                  <a:pt x="47807" y="119460"/>
                  <a:pt x="47807" y="119460"/>
                  <a:pt x="47807" y="119460"/>
                </a:cubicBezTo>
                <a:cubicBezTo>
                  <a:pt x="51483" y="115726"/>
                  <a:pt x="51483" y="115726"/>
                  <a:pt x="55161" y="111994"/>
                </a:cubicBezTo>
                <a:cubicBezTo>
                  <a:pt x="55161" y="108260"/>
                  <a:pt x="55161" y="104527"/>
                  <a:pt x="58839" y="100794"/>
                </a:cubicBezTo>
                <a:cubicBezTo>
                  <a:pt x="58839" y="97061"/>
                  <a:pt x="62516" y="93328"/>
                  <a:pt x="62516" y="89595"/>
                </a:cubicBezTo>
                <a:cubicBezTo>
                  <a:pt x="62516" y="78396"/>
                  <a:pt x="58839" y="59729"/>
                  <a:pt x="58839" y="55997"/>
                </a:cubicBezTo>
                <a:cubicBezTo>
                  <a:pt x="58839" y="52263"/>
                  <a:pt x="58839" y="48531"/>
                  <a:pt x="58839" y="44798"/>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2870200" y="673100"/>
            <a:ext cx="66267" cy="111277"/>
          </a:xfrm>
          <a:custGeom>
            <a:avLst/>
            <a:gdLst/>
            <a:ahLst/>
            <a:cxnLst/>
            <a:rect l="l" t="t" r="r" b="b"/>
            <a:pathLst>
              <a:path w="66267" h="111277">
                <a:moveTo>
                  <a:pt x="29453" y="0"/>
                </a:moveTo>
                <a:cubicBezTo>
                  <a:pt x="36815" y="3710"/>
                  <a:pt x="51540" y="3710"/>
                  <a:pt x="55222" y="11128"/>
                </a:cubicBezTo>
                <a:cubicBezTo>
                  <a:pt x="55222" y="14837"/>
                  <a:pt x="55222" y="18546"/>
                  <a:pt x="58904" y="22255"/>
                </a:cubicBezTo>
                <a:cubicBezTo>
                  <a:pt x="58904" y="29674"/>
                  <a:pt x="66267" y="44511"/>
                  <a:pt x="62586" y="59348"/>
                </a:cubicBezTo>
                <a:cubicBezTo>
                  <a:pt x="58904" y="63058"/>
                  <a:pt x="55222" y="70476"/>
                  <a:pt x="55222" y="74186"/>
                </a:cubicBezTo>
                <a:cubicBezTo>
                  <a:pt x="51540" y="77894"/>
                  <a:pt x="44178" y="81604"/>
                  <a:pt x="44178" y="89022"/>
                </a:cubicBezTo>
                <a:cubicBezTo>
                  <a:pt x="36815" y="92732"/>
                  <a:pt x="36815" y="103859"/>
                  <a:pt x="29453" y="107569"/>
                </a:cubicBezTo>
                <a:cubicBezTo>
                  <a:pt x="22089" y="111277"/>
                  <a:pt x="7363" y="103859"/>
                  <a:pt x="7363" y="96441"/>
                </a:cubicBezTo>
                <a:cubicBezTo>
                  <a:pt x="3682" y="96441"/>
                  <a:pt x="7363" y="92732"/>
                  <a:pt x="3682" y="89022"/>
                </a:cubicBezTo>
                <a:cubicBezTo>
                  <a:pt x="3682" y="85314"/>
                  <a:pt x="0" y="81604"/>
                  <a:pt x="0" y="77894"/>
                </a:cubicBezTo>
                <a:cubicBezTo>
                  <a:pt x="0" y="74186"/>
                  <a:pt x="3682" y="66766"/>
                  <a:pt x="3682" y="59348"/>
                </a:cubicBezTo>
                <a:cubicBezTo>
                  <a:pt x="7363" y="51930"/>
                  <a:pt x="11044" y="44511"/>
                  <a:pt x="11044" y="40803"/>
                </a:cubicBezTo>
                <a:cubicBezTo>
                  <a:pt x="11044" y="29674"/>
                  <a:pt x="7363" y="14837"/>
                  <a:pt x="11044" y="7418"/>
                </a:cubicBezTo>
                <a:cubicBezTo>
                  <a:pt x="14726" y="3710"/>
                  <a:pt x="25771" y="3710"/>
                  <a:pt x="29453" y="0"/>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2933700" y="457200"/>
            <a:ext cx="294450" cy="475747"/>
          </a:xfrm>
          <a:custGeom>
            <a:avLst/>
            <a:gdLst/>
            <a:ahLst/>
            <a:cxnLst/>
            <a:rect l="l" t="t" r="r" b="b"/>
            <a:pathLst>
              <a:path w="294450" h="475747">
                <a:moveTo>
                  <a:pt x="84654" y="434862"/>
                </a:moveTo>
                <a:cubicBezTo>
                  <a:pt x="88335" y="438579"/>
                  <a:pt x="95696" y="442297"/>
                  <a:pt x="99378" y="442297"/>
                </a:cubicBezTo>
                <a:cubicBezTo>
                  <a:pt x="106738" y="442297"/>
                  <a:pt x="114099" y="438579"/>
                  <a:pt x="121460" y="438579"/>
                </a:cubicBezTo>
                <a:cubicBezTo>
                  <a:pt x="128822" y="431146"/>
                  <a:pt x="132503" y="423713"/>
                  <a:pt x="136183" y="416278"/>
                </a:cubicBezTo>
                <a:cubicBezTo>
                  <a:pt x="136183" y="412562"/>
                  <a:pt x="139864" y="412562"/>
                  <a:pt x="139864" y="412562"/>
                </a:cubicBezTo>
                <a:cubicBezTo>
                  <a:pt x="139864" y="408845"/>
                  <a:pt x="136183" y="401411"/>
                  <a:pt x="132503" y="401411"/>
                </a:cubicBezTo>
                <a:cubicBezTo>
                  <a:pt x="128822" y="401411"/>
                  <a:pt x="125141" y="405129"/>
                  <a:pt x="121460" y="405129"/>
                </a:cubicBezTo>
                <a:cubicBezTo>
                  <a:pt x="117780" y="405129"/>
                  <a:pt x="114099" y="405129"/>
                  <a:pt x="110419" y="405129"/>
                </a:cubicBezTo>
                <a:cubicBezTo>
                  <a:pt x="110419" y="405129"/>
                  <a:pt x="106738" y="408845"/>
                  <a:pt x="106738" y="408845"/>
                </a:cubicBezTo>
                <a:cubicBezTo>
                  <a:pt x="103058" y="408845"/>
                  <a:pt x="99378" y="408845"/>
                  <a:pt x="95696" y="408845"/>
                </a:cubicBezTo>
                <a:cubicBezTo>
                  <a:pt x="88335" y="412562"/>
                  <a:pt x="84654" y="416278"/>
                  <a:pt x="80974" y="419995"/>
                </a:cubicBezTo>
                <a:cubicBezTo>
                  <a:pt x="80974" y="427429"/>
                  <a:pt x="80974" y="431146"/>
                  <a:pt x="84654" y="434862"/>
                </a:cubicBezTo>
                <a:close/>
                <a:moveTo>
                  <a:pt x="150905" y="144954"/>
                </a:moveTo>
                <a:cubicBezTo>
                  <a:pt x="143544" y="163538"/>
                  <a:pt x="136183" y="178405"/>
                  <a:pt x="139864" y="196988"/>
                </a:cubicBezTo>
                <a:cubicBezTo>
                  <a:pt x="150905" y="196988"/>
                  <a:pt x="158267" y="193272"/>
                  <a:pt x="169309" y="193272"/>
                </a:cubicBezTo>
                <a:cubicBezTo>
                  <a:pt x="169309" y="189555"/>
                  <a:pt x="169309" y="189555"/>
                  <a:pt x="169309" y="185839"/>
                </a:cubicBezTo>
                <a:cubicBezTo>
                  <a:pt x="165628" y="182122"/>
                  <a:pt x="161948" y="182122"/>
                  <a:pt x="154586" y="182122"/>
                </a:cubicBezTo>
                <a:cubicBezTo>
                  <a:pt x="154586" y="174688"/>
                  <a:pt x="150905" y="167255"/>
                  <a:pt x="150905" y="163538"/>
                </a:cubicBezTo>
                <a:cubicBezTo>
                  <a:pt x="154586" y="156105"/>
                  <a:pt x="165628" y="148671"/>
                  <a:pt x="161948" y="141238"/>
                </a:cubicBezTo>
                <a:cubicBezTo>
                  <a:pt x="158267" y="133803"/>
                  <a:pt x="150905" y="141238"/>
                  <a:pt x="150905" y="144954"/>
                </a:cubicBezTo>
                <a:close/>
                <a:moveTo>
                  <a:pt x="176670" y="148671"/>
                </a:moveTo>
                <a:cubicBezTo>
                  <a:pt x="176670" y="148671"/>
                  <a:pt x="180350" y="152387"/>
                  <a:pt x="180350" y="152387"/>
                </a:cubicBezTo>
                <a:cubicBezTo>
                  <a:pt x="180350" y="152387"/>
                  <a:pt x="180350" y="152387"/>
                  <a:pt x="180350" y="152387"/>
                </a:cubicBezTo>
                <a:cubicBezTo>
                  <a:pt x="187712" y="148671"/>
                  <a:pt x="184031" y="141238"/>
                  <a:pt x="187712" y="133803"/>
                </a:cubicBezTo>
                <a:cubicBezTo>
                  <a:pt x="184031" y="137521"/>
                  <a:pt x="184031" y="144954"/>
                  <a:pt x="176670" y="148671"/>
                </a:cubicBezTo>
                <a:close/>
                <a:moveTo>
                  <a:pt x="165628" y="18584"/>
                </a:moveTo>
                <a:cubicBezTo>
                  <a:pt x="169309" y="18584"/>
                  <a:pt x="172989" y="26017"/>
                  <a:pt x="180350" y="26017"/>
                </a:cubicBezTo>
                <a:cubicBezTo>
                  <a:pt x="180350" y="29735"/>
                  <a:pt x="184031" y="33451"/>
                  <a:pt x="187712" y="37168"/>
                </a:cubicBezTo>
                <a:cubicBezTo>
                  <a:pt x="184031" y="44601"/>
                  <a:pt x="176670" y="40885"/>
                  <a:pt x="169309" y="44601"/>
                </a:cubicBezTo>
                <a:cubicBezTo>
                  <a:pt x="165628" y="44601"/>
                  <a:pt x="165628" y="48318"/>
                  <a:pt x="165628" y="48318"/>
                </a:cubicBezTo>
                <a:cubicBezTo>
                  <a:pt x="154586" y="52034"/>
                  <a:pt x="143544" y="55752"/>
                  <a:pt x="136183" y="59468"/>
                </a:cubicBezTo>
                <a:cubicBezTo>
                  <a:pt x="132503" y="63185"/>
                  <a:pt x="132503" y="63185"/>
                  <a:pt x="132503" y="70618"/>
                </a:cubicBezTo>
                <a:cubicBezTo>
                  <a:pt x="128822" y="74336"/>
                  <a:pt x="128822" y="74336"/>
                  <a:pt x="128822" y="78052"/>
                </a:cubicBezTo>
                <a:cubicBezTo>
                  <a:pt x="128822" y="85486"/>
                  <a:pt x="121460" y="96636"/>
                  <a:pt x="128822" y="100353"/>
                </a:cubicBezTo>
                <a:cubicBezTo>
                  <a:pt x="136183" y="100353"/>
                  <a:pt x="139864" y="104070"/>
                  <a:pt x="143544" y="104070"/>
                </a:cubicBezTo>
                <a:cubicBezTo>
                  <a:pt x="143544" y="104070"/>
                  <a:pt x="143544" y="104070"/>
                  <a:pt x="147225" y="104070"/>
                </a:cubicBezTo>
                <a:cubicBezTo>
                  <a:pt x="150905" y="107786"/>
                  <a:pt x="150905" y="118937"/>
                  <a:pt x="154586" y="115219"/>
                </a:cubicBezTo>
                <a:cubicBezTo>
                  <a:pt x="161948" y="115219"/>
                  <a:pt x="165628" y="111503"/>
                  <a:pt x="169309" y="111503"/>
                </a:cubicBezTo>
                <a:cubicBezTo>
                  <a:pt x="180350" y="111503"/>
                  <a:pt x="184031" y="118937"/>
                  <a:pt x="187712" y="126370"/>
                </a:cubicBezTo>
                <a:cubicBezTo>
                  <a:pt x="191393" y="111503"/>
                  <a:pt x="187712" y="96636"/>
                  <a:pt x="191393" y="85486"/>
                </a:cubicBezTo>
                <a:cubicBezTo>
                  <a:pt x="191393" y="81769"/>
                  <a:pt x="191393" y="81769"/>
                  <a:pt x="187712" y="81769"/>
                </a:cubicBezTo>
                <a:cubicBezTo>
                  <a:pt x="184031" y="81769"/>
                  <a:pt x="180350" y="85486"/>
                  <a:pt x="180350" y="89202"/>
                </a:cubicBezTo>
                <a:cubicBezTo>
                  <a:pt x="176670" y="96636"/>
                  <a:pt x="172989" y="96636"/>
                  <a:pt x="169309" y="100353"/>
                </a:cubicBezTo>
                <a:cubicBezTo>
                  <a:pt x="158267" y="100353"/>
                  <a:pt x="150905" y="100353"/>
                  <a:pt x="147225" y="96636"/>
                </a:cubicBezTo>
                <a:cubicBezTo>
                  <a:pt x="139864" y="96636"/>
                  <a:pt x="132503" y="89202"/>
                  <a:pt x="139864" y="81769"/>
                </a:cubicBezTo>
                <a:cubicBezTo>
                  <a:pt x="143544" y="78052"/>
                  <a:pt x="147225" y="74336"/>
                  <a:pt x="150905" y="66902"/>
                </a:cubicBezTo>
                <a:cubicBezTo>
                  <a:pt x="165628" y="59468"/>
                  <a:pt x="180350" y="52034"/>
                  <a:pt x="198754" y="55752"/>
                </a:cubicBezTo>
                <a:cubicBezTo>
                  <a:pt x="202434" y="55752"/>
                  <a:pt x="206115" y="59468"/>
                  <a:pt x="209795" y="59468"/>
                </a:cubicBezTo>
                <a:cubicBezTo>
                  <a:pt x="217157" y="63185"/>
                  <a:pt x="220838" y="74336"/>
                  <a:pt x="224518" y="81769"/>
                </a:cubicBezTo>
                <a:cubicBezTo>
                  <a:pt x="228199" y="85486"/>
                  <a:pt x="231879" y="85486"/>
                  <a:pt x="231879" y="89202"/>
                </a:cubicBezTo>
                <a:cubicBezTo>
                  <a:pt x="235560" y="96636"/>
                  <a:pt x="228199" y="100353"/>
                  <a:pt x="228199" y="104070"/>
                </a:cubicBezTo>
                <a:cubicBezTo>
                  <a:pt x="224518" y="111503"/>
                  <a:pt x="220838" y="118937"/>
                  <a:pt x="217157" y="126370"/>
                </a:cubicBezTo>
                <a:cubicBezTo>
                  <a:pt x="213477" y="137521"/>
                  <a:pt x="213477" y="152387"/>
                  <a:pt x="213477" y="163538"/>
                </a:cubicBezTo>
                <a:cubicBezTo>
                  <a:pt x="209795" y="167255"/>
                  <a:pt x="209795" y="170971"/>
                  <a:pt x="206115" y="174688"/>
                </a:cubicBezTo>
                <a:cubicBezTo>
                  <a:pt x="206115" y="178405"/>
                  <a:pt x="206115" y="182122"/>
                  <a:pt x="206115" y="185839"/>
                </a:cubicBezTo>
                <a:cubicBezTo>
                  <a:pt x="202434" y="189555"/>
                  <a:pt x="202434" y="189555"/>
                  <a:pt x="202434" y="189555"/>
                </a:cubicBezTo>
                <a:cubicBezTo>
                  <a:pt x="202434" y="196988"/>
                  <a:pt x="213477" y="193272"/>
                  <a:pt x="220838" y="193272"/>
                </a:cubicBezTo>
                <a:cubicBezTo>
                  <a:pt x="228199" y="189555"/>
                  <a:pt x="235560" y="182122"/>
                  <a:pt x="242922" y="185839"/>
                </a:cubicBezTo>
                <a:cubicBezTo>
                  <a:pt x="253963" y="185839"/>
                  <a:pt x="265005" y="193272"/>
                  <a:pt x="272367" y="200706"/>
                </a:cubicBezTo>
                <a:cubicBezTo>
                  <a:pt x="279728" y="204423"/>
                  <a:pt x="283408" y="204423"/>
                  <a:pt x="290769" y="208139"/>
                </a:cubicBezTo>
                <a:cubicBezTo>
                  <a:pt x="283408" y="215572"/>
                  <a:pt x="294450" y="219290"/>
                  <a:pt x="287089" y="226723"/>
                </a:cubicBezTo>
                <a:cubicBezTo>
                  <a:pt x="287089" y="226723"/>
                  <a:pt x="287089" y="226723"/>
                  <a:pt x="283408" y="226723"/>
                </a:cubicBezTo>
                <a:cubicBezTo>
                  <a:pt x="276047" y="234156"/>
                  <a:pt x="268685" y="241591"/>
                  <a:pt x="257644" y="249024"/>
                </a:cubicBezTo>
                <a:cubicBezTo>
                  <a:pt x="239240" y="260175"/>
                  <a:pt x="209795" y="267608"/>
                  <a:pt x="191393" y="278757"/>
                </a:cubicBezTo>
                <a:cubicBezTo>
                  <a:pt x="187712" y="278757"/>
                  <a:pt x="187712" y="278757"/>
                  <a:pt x="187712" y="278757"/>
                </a:cubicBezTo>
                <a:cubicBezTo>
                  <a:pt x="191393" y="286192"/>
                  <a:pt x="198754" y="293625"/>
                  <a:pt x="191393" y="301059"/>
                </a:cubicBezTo>
                <a:cubicBezTo>
                  <a:pt x="184031" y="304776"/>
                  <a:pt x="176670" y="308492"/>
                  <a:pt x="169309" y="315925"/>
                </a:cubicBezTo>
                <a:cubicBezTo>
                  <a:pt x="165628" y="315925"/>
                  <a:pt x="161948" y="323360"/>
                  <a:pt x="161948" y="327076"/>
                </a:cubicBezTo>
                <a:cubicBezTo>
                  <a:pt x="158267" y="330793"/>
                  <a:pt x="154586" y="341944"/>
                  <a:pt x="154586" y="341944"/>
                </a:cubicBezTo>
                <a:cubicBezTo>
                  <a:pt x="154586" y="349377"/>
                  <a:pt x="165628" y="356810"/>
                  <a:pt x="172989" y="360528"/>
                </a:cubicBezTo>
                <a:cubicBezTo>
                  <a:pt x="176670" y="360528"/>
                  <a:pt x="180350" y="367961"/>
                  <a:pt x="184031" y="367961"/>
                </a:cubicBezTo>
                <a:cubicBezTo>
                  <a:pt x="191393" y="367961"/>
                  <a:pt x="206115" y="367961"/>
                  <a:pt x="217157" y="367961"/>
                </a:cubicBezTo>
                <a:cubicBezTo>
                  <a:pt x="228199" y="367961"/>
                  <a:pt x="242922" y="364244"/>
                  <a:pt x="246602" y="371677"/>
                </a:cubicBezTo>
                <a:cubicBezTo>
                  <a:pt x="250283" y="375394"/>
                  <a:pt x="253963" y="382828"/>
                  <a:pt x="257644" y="386545"/>
                </a:cubicBezTo>
                <a:cubicBezTo>
                  <a:pt x="257644" y="393978"/>
                  <a:pt x="272367" y="405129"/>
                  <a:pt x="265005" y="412562"/>
                </a:cubicBezTo>
                <a:cubicBezTo>
                  <a:pt x="261324" y="416278"/>
                  <a:pt x="257644" y="419995"/>
                  <a:pt x="250283" y="419995"/>
                </a:cubicBezTo>
                <a:cubicBezTo>
                  <a:pt x="246602" y="419995"/>
                  <a:pt x="246602" y="416278"/>
                  <a:pt x="242922" y="412562"/>
                </a:cubicBezTo>
                <a:cubicBezTo>
                  <a:pt x="239240" y="412562"/>
                  <a:pt x="239240" y="408845"/>
                  <a:pt x="231879" y="408845"/>
                </a:cubicBezTo>
                <a:cubicBezTo>
                  <a:pt x="231879" y="408845"/>
                  <a:pt x="228199" y="408845"/>
                  <a:pt x="224518" y="408845"/>
                </a:cubicBezTo>
                <a:cubicBezTo>
                  <a:pt x="217157" y="405129"/>
                  <a:pt x="206115" y="408845"/>
                  <a:pt x="195073" y="408845"/>
                </a:cubicBezTo>
                <a:cubicBezTo>
                  <a:pt x="191393" y="408845"/>
                  <a:pt x="187712" y="408845"/>
                  <a:pt x="184031" y="412562"/>
                </a:cubicBezTo>
                <a:cubicBezTo>
                  <a:pt x="180350" y="419995"/>
                  <a:pt x="172989" y="438579"/>
                  <a:pt x="172989" y="438579"/>
                </a:cubicBezTo>
                <a:cubicBezTo>
                  <a:pt x="161948" y="453446"/>
                  <a:pt x="147225" y="457163"/>
                  <a:pt x="132503" y="464596"/>
                </a:cubicBezTo>
                <a:cubicBezTo>
                  <a:pt x="132503" y="468314"/>
                  <a:pt x="106738" y="475747"/>
                  <a:pt x="103058" y="472030"/>
                </a:cubicBezTo>
                <a:cubicBezTo>
                  <a:pt x="99378" y="472030"/>
                  <a:pt x="95696" y="468314"/>
                  <a:pt x="92015" y="468314"/>
                </a:cubicBezTo>
                <a:cubicBezTo>
                  <a:pt x="92015" y="468314"/>
                  <a:pt x="80974" y="464596"/>
                  <a:pt x="80974" y="464596"/>
                </a:cubicBezTo>
                <a:cubicBezTo>
                  <a:pt x="77293" y="460880"/>
                  <a:pt x="77293" y="460880"/>
                  <a:pt x="73613" y="457163"/>
                </a:cubicBezTo>
                <a:cubicBezTo>
                  <a:pt x="69931" y="457163"/>
                  <a:pt x="69931" y="453446"/>
                  <a:pt x="66251" y="453446"/>
                </a:cubicBezTo>
                <a:cubicBezTo>
                  <a:pt x="62570" y="434862"/>
                  <a:pt x="66251" y="427429"/>
                  <a:pt x="66251" y="412562"/>
                </a:cubicBezTo>
                <a:cubicBezTo>
                  <a:pt x="66251" y="408845"/>
                  <a:pt x="66251" y="401411"/>
                  <a:pt x="69931" y="401411"/>
                </a:cubicBezTo>
                <a:cubicBezTo>
                  <a:pt x="69931" y="397694"/>
                  <a:pt x="73613" y="397694"/>
                  <a:pt x="77293" y="393978"/>
                </a:cubicBezTo>
                <a:cubicBezTo>
                  <a:pt x="80974" y="393978"/>
                  <a:pt x="80974" y="393978"/>
                  <a:pt x="80974" y="390261"/>
                </a:cubicBezTo>
                <a:cubicBezTo>
                  <a:pt x="84654" y="390261"/>
                  <a:pt x="88335" y="390261"/>
                  <a:pt x="92015" y="390261"/>
                </a:cubicBezTo>
                <a:cubicBezTo>
                  <a:pt x="99378" y="386545"/>
                  <a:pt x="103058" y="382828"/>
                  <a:pt x="110419" y="382828"/>
                </a:cubicBezTo>
                <a:cubicBezTo>
                  <a:pt x="114099" y="379112"/>
                  <a:pt x="125141" y="375394"/>
                  <a:pt x="125141" y="371677"/>
                </a:cubicBezTo>
                <a:cubicBezTo>
                  <a:pt x="125141" y="367961"/>
                  <a:pt x="117780" y="367961"/>
                  <a:pt x="117780" y="364244"/>
                </a:cubicBezTo>
                <a:cubicBezTo>
                  <a:pt x="117780" y="360528"/>
                  <a:pt x="117780" y="360528"/>
                  <a:pt x="117780" y="356810"/>
                </a:cubicBezTo>
                <a:cubicBezTo>
                  <a:pt x="114099" y="353093"/>
                  <a:pt x="106738" y="349377"/>
                  <a:pt x="110419" y="345660"/>
                </a:cubicBezTo>
                <a:cubicBezTo>
                  <a:pt x="110419" y="341944"/>
                  <a:pt x="114099" y="338226"/>
                  <a:pt x="117780" y="338226"/>
                </a:cubicBezTo>
                <a:cubicBezTo>
                  <a:pt x="125141" y="330793"/>
                  <a:pt x="125141" y="319642"/>
                  <a:pt x="128822" y="312209"/>
                </a:cubicBezTo>
                <a:cubicBezTo>
                  <a:pt x="125141" y="301059"/>
                  <a:pt x="110419" y="308492"/>
                  <a:pt x="106738" y="312209"/>
                </a:cubicBezTo>
                <a:cubicBezTo>
                  <a:pt x="99378" y="315925"/>
                  <a:pt x="99378" y="315925"/>
                  <a:pt x="92015" y="319642"/>
                </a:cubicBezTo>
                <a:cubicBezTo>
                  <a:pt x="88335" y="323360"/>
                  <a:pt x="84654" y="327076"/>
                  <a:pt x="80974" y="330793"/>
                </a:cubicBezTo>
                <a:cubicBezTo>
                  <a:pt x="73613" y="334509"/>
                  <a:pt x="69931" y="338226"/>
                  <a:pt x="66251" y="330793"/>
                </a:cubicBezTo>
                <a:cubicBezTo>
                  <a:pt x="66251" y="323360"/>
                  <a:pt x="62570" y="315925"/>
                  <a:pt x="62570" y="312209"/>
                </a:cubicBezTo>
                <a:cubicBezTo>
                  <a:pt x="66251" y="301059"/>
                  <a:pt x="73613" y="301059"/>
                  <a:pt x="80974" y="293625"/>
                </a:cubicBezTo>
                <a:cubicBezTo>
                  <a:pt x="92015" y="282475"/>
                  <a:pt x="103058" y="278757"/>
                  <a:pt x="114099" y="275041"/>
                </a:cubicBezTo>
                <a:cubicBezTo>
                  <a:pt x="117780" y="271324"/>
                  <a:pt x="125141" y="267608"/>
                  <a:pt x="132503" y="271324"/>
                </a:cubicBezTo>
                <a:cubicBezTo>
                  <a:pt x="139864" y="271324"/>
                  <a:pt x="143544" y="267608"/>
                  <a:pt x="150905" y="267608"/>
                </a:cubicBezTo>
                <a:cubicBezTo>
                  <a:pt x="154586" y="267608"/>
                  <a:pt x="158267" y="267608"/>
                  <a:pt x="161948" y="267608"/>
                </a:cubicBezTo>
                <a:cubicBezTo>
                  <a:pt x="161948" y="267608"/>
                  <a:pt x="165628" y="263891"/>
                  <a:pt x="165628" y="263891"/>
                </a:cubicBezTo>
                <a:cubicBezTo>
                  <a:pt x="169309" y="263891"/>
                  <a:pt x="169309" y="263891"/>
                  <a:pt x="172989" y="263891"/>
                </a:cubicBezTo>
                <a:cubicBezTo>
                  <a:pt x="176670" y="260175"/>
                  <a:pt x="180350" y="256457"/>
                  <a:pt x="184031" y="252740"/>
                </a:cubicBezTo>
                <a:cubicBezTo>
                  <a:pt x="191393" y="249024"/>
                  <a:pt x="198754" y="245307"/>
                  <a:pt x="202434" y="241591"/>
                </a:cubicBezTo>
                <a:cubicBezTo>
                  <a:pt x="209795" y="237874"/>
                  <a:pt x="220838" y="234156"/>
                  <a:pt x="209795" y="226723"/>
                </a:cubicBezTo>
                <a:cubicBezTo>
                  <a:pt x="195073" y="223007"/>
                  <a:pt x="165628" y="226723"/>
                  <a:pt x="154586" y="226723"/>
                </a:cubicBezTo>
                <a:cubicBezTo>
                  <a:pt x="150905" y="226723"/>
                  <a:pt x="143544" y="230440"/>
                  <a:pt x="136183" y="230440"/>
                </a:cubicBezTo>
                <a:cubicBezTo>
                  <a:pt x="132503" y="230440"/>
                  <a:pt x="128822" y="234156"/>
                  <a:pt x="125141" y="234156"/>
                </a:cubicBezTo>
                <a:cubicBezTo>
                  <a:pt x="121460" y="234156"/>
                  <a:pt x="99378" y="234156"/>
                  <a:pt x="92015" y="237874"/>
                </a:cubicBezTo>
                <a:cubicBezTo>
                  <a:pt x="88335" y="237874"/>
                  <a:pt x="73613" y="245307"/>
                  <a:pt x="73613" y="245307"/>
                </a:cubicBezTo>
                <a:cubicBezTo>
                  <a:pt x="69931" y="245307"/>
                  <a:pt x="58890" y="249024"/>
                  <a:pt x="58890" y="249024"/>
                </a:cubicBezTo>
                <a:cubicBezTo>
                  <a:pt x="51529" y="252740"/>
                  <a:pt x="44168" y="260175"/>
                  <a:pt x="40486" y="260175"/>
                </a:cubicBezTo>
                <a:cubicBezTo>
                  <a:pt x="29445" y="260175"/>
                  <a:pt x="25764" y="256457"/>
                  <a:pt x="18404" y="252740"/>
                </a:cubicBezTo>
                <a:cubicBezTo>
                  <a:pt x="14723" y="249024"/>
                  <a:pt x="14723" y="245307"/>
                  <a:pt x="7361" y="245307"/>
                </a:cubicBezTo>
                <a:cubicBezTo>
                  <a:pt x="7361" y="245307"/>
                  <a:pt x="3680" y="241591"/>
                  <a:pt x="3680" y="241591"/>
                </a:cubicBezTo>
                <a:cubicBezTo>
                  <a:pt x="0" y="230440"/>
                  <a:pt x="14723" y="230440"/>
                  <a:pt x="25764" y="226723"/>
                </a:cubicBezTo>
                <a:cubicBezTo>
                  <a:pt x="25764" y="208139"/>
                  <a:pt x="22084" y="200706"/>
                  <a:pt x="18404" y="178405"/>
                </a:cubicBezTo>
                <a:cubicBezTo>
                  <a:pt x="14723" y="174688"/>
                  <a:pt x="14723" y="170971"/>
                  <a:pt x="11041" y="163538"/>
                </a:cubicBezTo>
                <a:cubicBezTo>
                  <a:pt x="7361" y="159822"/>
                  <a:pt x="7361" y="159822"/>
                  <a:pt x="3680" y="156105"/>
                </a:cubicBezTo>
                <a:cubicBezTo>
                  <a:pt x="3680" y="156105"/>
                  <a:pt x="3680" y="152387"/>
                  <a:pt x="3680" y="152387"/>
                </a:cubicBezTo>
                <a:cubicBezTo>
                  <a:pt x="3680" y="148671"/>
                  <a:pt x="3680" y="144954"/>
                  <a:pt x="3680" y="141238"/>
                </a:cubicBezTo>
                <a:cubicBezTo>
                  <a:pt x="3680" y="141238"/>
                  <a:pt x="3680" y="137521"/>
                  <a:pt x="3680" y="133803"/>
                </a:cubicBezTo>
                <a:cubicBezTo>
                  <a:pt x="0" y="130087"/>
                  <a:pt x="0" y="126370"/>
                  <a:pt x="0" y="122654"/>
                </a:cubicBezTo>
                <a:cubicBezTo>
                  <a:pt x="3680" y="118937"/>
                  <a:pt x="3680" y="118937"/>
                  <a:pt x="7361" y="118937"/>
                </a:cubicBezTo>
                <a:cubicBezTo>
                  <a:pt x="7361" y="115219"/>
                  <a:pt x="7361" y="111503"/>
                  <a:pt x="11041" y="111503"/>
                </a:cubicBezTo>
                <a:cubicBezTo>
                  <a:pt x="14723" y="107786"/>
                  <a:pt x="14723" y="107786"/>
                  <a:pt x="18404" y="107786"/>
                </a:cubicBezTo>
                <a:cubicBezTo>
                  <a:pt x="25764" y="111503"/>
                  <a:pt x="36806" y="118937"/>
                  <a:pt x="40486" y="126370"/>
                </a:cubicBezTo>
                <a:cubicBezTo>
                  <a:pt x="36806" y="130087"/>
                  <a:pt x="40486" y="137521"/>
                  <a:pt x="40486" y="144954"/>
                </a:cubicBezTo>
                <a:cubicBezTo>
                  <a:pt x="40486" y="148671"/>
                  <a:pt x="40486" y="152387"/>
                  <a:pt x="40486" y="156105"/>
                </a:cubicBezTo>
                <a:cubicBezTo>
                  <a:pt x="40486" y="156105"/>
                  <a:pt x="40486" y="159822"/>
                  <a:pt x="40486" y="159822"/>
                </a:cubicBezTo>
                <a:cubicBezTo>
                  <a:pt x="40486" y="167255"/>
                  <a:pt x="40486" y="170971"/>
                  <a:pt x="44168" y="174688"/>
                </a:cubicBezTo>
                <a:cubicBezTo>
                  <a:pt x="44168" y="178405"/>
                  <a:pt x="47849" y="182122"/>
                  <a:pt x="47849" y="185839"/>
                </a:cubicBezTo>
                <a:cubicBezTo>
                  <a:pt x="47849" y="185839"/>
                  <a:pt x="47849" y="189555"/>
                  <a:pt x="47849" y="189555"/>
                </a:cubicBezTo>
                <a:cubicBezTo>
                  <a:pt x="47849" y="193272"/>
                  <a:pt x="47849" y="196988"/>
                  <a:pt x="47849" y="200706"/>
                </a:cubicBezTo>
                <a:cubicBezTo>
                  <a:pt x="47849" y="204423"/>
                  <a:pt x="47849" y="211856"/>
                  <a:pt x="51529" y="219290"/>
                </a:cubicBezTo>
                <a:cubicBezTo>
                  <a:pt x="55209" y="219290"/>
                  <a:pt x="58890" y="215572"/>
                  <a:pt x="62570" y="215572"/>
                </a:cubicBezTo>
                <a:cubicBezTo>
                  <a:pt x="62570" y="200706"/>
                  <a:pt x="55209" y="185839"/>
                  <a:pt x="55209" y="174688"/>
                </a:cubicBezTo>
                <a:cubicBezTo>
                  <a:pt x="55209" y="163538"/>
                  <a:pt x="55209" y="156105"/>
                  <a:pt x="51529" y="148671"/>
                </a:cubicBezTo>
                <a:cubicBezTo>
                  <a:pt x="51529" y="137521"/>
                  <a:pt x="47849" y="126370"/>
                  <a:pt x="47849" y="115219"/>
                </a:cubicBezTo>
                <a:cubicBezTo>
                  <a:pt x="47849" y="115219"/>
                  <a:pt x="44168" y="115219"/>
                  <a:pt x="40486" y="115219"/>
                </a:cubicBezTo>
                <a:cubicBezTo>
                  <a:pt x="40486" y="111503"/>
                  <a:pt x="44168" y="104070"/>
                  <a:pt x="47849" y="96636"/>
                </a:cubicBezTo>
                <a:cubicBezTo>
                  <a:pt x="47849" y="92920"/>
                  <a:pt x="44168" y="89202"/>
                  <a:pt x="47849" y="85486"/>
                </a:cubicBezTo>
                <a:cubicBezTo>
                  <a:pt x="51529" y="78052"/>
                  <a:pt x="58890" y="74336"/>
                  <a:pt x="62570" y="78052"/>
                </a:cubicBezTo>
                <a:cubicBezTo>
                  <a:pt x="73613" y="81769"/>
                  <a:pt x="80974" y="100353"/>
                  <a:pt x="80974" y="111503"/>
                </a:cubicBezTo>
                <a:cubicBezTo>
                  <a:pt x="80974" y="111503"/>
                  <a:pt x="80974" y="111503"/>
                  <a:pt x="77293" y="115219"/>
                </a:cubicBezTo>
                <a:cubicBezTo>
                  <a:pt x="80974" y="144954"/>
                  <a:pt x="77293" y="178405"/>
                  <a:pt x="88335" y="204423"/>
                </a:cubicBezTo>
                <a:cubicBezTo>
                  <a:pt x="88335" y="204423"/>
                  <a:pt x="88335" y="200706"/>
                  <a:pt x="88335" y="196988"/>
                </a:cubicBezTo>
                <a:cubicBezTo>
                  <a:pt x="92015" y="193272"/>
                  <a:pt x="88335" y="182122"/>
                  <a:pt x="88335" y="174688"/>
                </a:cubicBezTo>
                <a:cubicBezTo>
                  <a:pt x="92015" y="174688"/>
                  <a:pt x="92015" y="170971"/>
                  <a:pt x="92015" y="167255"/>
                </a:cubicBezTo>
                <a:cubicBezTo>
                  <a:pt x="92015" y="167255"/>
                  <a:pt x="88335" y="167255"/>
                  <a:pt x="88335" y="163538"/>
                </a:cubicBezTo>
                <a:cubicBezTo>
                  <a:pt x="88335" y="159822"/>
                  <a:pt x="88335" y="156105"/>
                  <a:pt x="88335" y="152387"/>
                </a:cubicBezTo>
                <a:cubicBezTo>
                  <a:pt x="88335" y="144954"/>
                  <a:pt x="88335" y="137521"/>
                  <a:pt x="88335" y="133803"/>
                </a:cubicBezTo>
                <a:cubicBezTo>
                  <a:pt x="92015" y="130087"/>
                  <a:pt x="99378" y="126370"/>
                  <a:pt x="103058" y="126370"/>
                </a:cubicBezTo>
                <a:cubicBezTo>
                  <a:pt x="103058" y="126370"/>
                  <a:pt x="106738" y="130087"/>
                  <a:pt x="106738" y="133803"/>
                </a:cubicBezTo>
                <a:cubicBezTo>
                  <a:pt x="110419" y="133803"/>
                  <a:pt x="110419" y="133803"/>
                  <a:pt x="110419" y="133803"/>
                </a:cubicBezTo>
                <a:cubicBezTo>
                  <a:pt x="114099" y="133803"/>
                  <a:pt x="114099" y="137521"/>
                  <a:pt x="117780" y="137521"/>
                </a:cubicBezTo>
                <a:cubicBezTo>
                  <a:pt x="121460" y="144954"/>
                  <a:pt x="114099" y="148671"/>
                  <a:pt x="110419" y="152387"/>
                </a:cubicBezTo>
                <a:cubicBezTo>
                  <a:pt x="110419" y="159822"/>
                  <a:pt x="110419" y="167255"/>
                  <a:pt x="110419" y="174688"/>
                </a:cubicBezTo>
                <a:cubicBezTo>
                  <a:pt x="106738" y="178405"/>
                  <a:pt x="110419" y="178405"/>
                  <a:pt x="110419" y="182122"/>
                </a:cubicBezTo>
                <a:cubicBezTo>
                  <a:pt x="106738" y="189555"/>
                  <a:pt x="110419" y="196988"/>
                  <a:pt x="110419" y="200706"/>
                </a:cubicBezTo>
                <a:cubicBezTo>
                  <a:pt x="110419" y="200706"/>
                  <a:pt x="110419" y="196988"/>
                  <a:pt x="110419" y="196988"/>
                </a:cubicBezTo>
                <a:cubicBezTo>
                  <a:pt x="114099" y="193272"/>
                  <a:pt x="114099" y="189555"/>
                  <a:pt x="114099" y="182122"/>
                </a:cubicBezTo>
                <a:cubicBezTo>
                  <a:pt x="117780" y="178405"/>
                  <a:pt x="117780" y="174688"/>
                  <a:pt x="117780" y="170971"/>
                </a:cubicBezTo>
                <a:cubicBezTo>
                  <a:pt x="117780" y="156105"/>
                  <a:pt x="128822" y="144954"/>
                  <a:pt x="125141" y="133803"/>
                </a:cubicBezTo>
                <a:cubicBezTo>
                  <a:pt x="125141" y="126370"/>
                  <a:pt x="114099" y="118937"/>
                  <a:pt x="103058" y="122654"/>
                </a:cubicBezTo>
                <a:cubicBezTo>
                  <a:pt x="99378" y="122654"/>
                  <a:pt x="99378" y="111503"/>
                  <a:pt x="92015" y="111503"/>
                </a:cubicBezTo>
                <a:cubicBezTo>
                  <a:pt x="88335" y="104070"/>
                  <a:pt x="88335" y="100353"/>
                  <a:pt x="95696" y="96636"/>
                </a:cubicBezTo>
                <a:cubicBezTo>
                  <a:pt x="99378" y="89202"/>
                  <a:pt x="99378" y="78052"/>
                  <a:pt x="99378" y="63185"/>
                </a:cubicBezTo>
                <a:cubicBezTo>
                  <a:pt x="99378" y="59468"/>
                  <a:pt x="95696" y="55752"/>
                  <a:pt x="95696" y="52034"/>
                </a:cubicBezTo>
                <a:cubicBezTo>
                  <a:pt x="95696" y="44601"/>
                  <a:pt x="99378" y="37168"/>
                  <a:pt x="99378" y="33451"/>
                </a:cubicBezTo>
                <a:cubicBezTo>
                  <a:pt x="99378" y="26017"/>
                  <a:pt x="95696" y="22301"/>
                  <a:pt x="92015" y="18584"/>
                </a:cubicBezTo>
                <a:cubicBezTo>
                  <a:pt x="92015" y="11151"/>
                  <a:pt x="95696" y="3717"/>
                  <a:pt x="103058" y="0"/>
                </a:cubicBezTo>
                <a:cubicBezTo>
                  <a:pt x="114099" y="3717"/>
                  <a:pt x="121460" y="11151"/>
                  <a:pt x="132503" y="14867"/>
                </a:cubicBezTo>
                <a:cubicBezTo>
                  <a:pt x="136183" y="18584"/>
                  <a:pt x="136183" y="22301"/>
                  <a:pt x="136183" y="22301"/>
                </a:cubicBezTo>
                <a:cubicBezTo>
                  <a:pt x="147225" y="22301"/>
                  <a:pt x="158267" y="18584"/>
                  <a:pt x="165628" y="18584"/>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2463800" y="584200"/>
            <a:ext cx="312580" cy="282572"/>
          </a:xfrm>
          <a:custGeom>
            <a:avLst/>
            <a:gdLst/>
            <a:ahLst/>
            <a:cxnLst/>
            <a:rect l="l" t="t" r="r" b="b"/>
            <a:pathLst>
              <a:path w="312580" h="282572">
                <a:moveTo>
                  <a:pt x="301548" y="275135"/>
                </a:moveTo>
                <a:cubicBezTo>
                  <a:pt x="294193" y="275135"/>
                  <a:pt x="286838" y="275135"/>
                  <a:pt x="275806" y="275135"/>
                </a:cubicBezTo>
                <a:cubicBezTo>
                  <a:pt x="268451" y="275135"/>
                  <a:pt x="242710" y="275135"/>
                  <a:pt x="235354" y="275135"/>
                </a:cubicBezTo>
                <a:cubicBezTo>
                  <a:pt x="231677" y="275135"/>
                  <a:pt x="231677" y="275135"/>
                  <a:pt x="227999" y="275135"/>
                </a:cubicBezTo>
                <a:cubicBezTo>
                  <a:pt x="224323" y="278854"/>
                  <a:pt x="202258" y="278854"/>
                  <a:pt x="194903" y="278854"/>
                </a:cubicBezTo>
                <a:cubicBezTo>
                  <a:pt x="191225" y="275135"/>
                  <a:pt x="172838" y="275135"/>
                  <a:pt x="172838" y="271418"/>
                </a:cubicBezTo>
                <a:cubicBezTo>
                  <a:pt x="172838" y="271418"/>
                  <a:pt x="172838" y="271418"/>
                  <a:pt x="172838" y="267699"/>
                </a:cubicBezTo>
                <a:cubicBezTo>
                  <a:pt x="187549" y="263982"/>
                  <a:pt x="198580" y="252828"/>
                  <a:pt x="213290" y="245392"/>
                </a:cubicBezTo>
                <a:cubicBezTo>
                  <a:pt x="216967" y="237955"/>
                  <a:pt x="220645" y="237955"/>
                  <a:pt x="213290" y="230519"/>
                </a:cubicBezTo>
                <a:cubicBezTo>
                  <a:pt x="205936" y="226802"/>
                  <a:pt x="198580" y="223083"/>
                  <a:pt x="183871" y="223083"/>
                </a:cubicBezTo>
                <a:cubicBezTo>
                  <a:pt x="180193" y="223083"/>
                  <a:pt x="172838" y="223083"/>
                  <a:pt x="169161" y="223083"/>
                </a:cubicBezTo>
                <a:cubicBezTo>
                  <a:pt x="165484" y="223083"/>
                  <a:pt x="161806" y="223083"/>
                  <a:pt x="150774" y="223083"/>
                </a:cubicBezTo>
                <a:cubicBezTo>
                  <a:pt x="147096" y="223083"/>
                  <a:pt x="143419" y="219365"/>
                  <a:pt x="136064" y="219365"/>
                </a:cubicBezTo>
                <a:cubicBezTo>
                  <a:pt x="136064" y="219365"/>
                  <a:pt x="132387" y="219365"/>
                  <a:pt x="132387" y="219365"/>
                </a:cubicBezTo>
                <a:cubicBezTo>
                  <a:pt x="128709" y="219365"/>
                  <a:pt x="125032" y="215647"/>
                  <a:pt x="121355" y="215647"/>
                </a:cubicBezTo>
                <a:cubicBezTo>
                  <a:pt x="117677" y="215647"/>
                  <a:pt x="110322" y="208211"/>
                  <a:pt x="106644" y="208211"/>
                </a:cubicBezTo>
                <a:cubicBezTo>
                  <a:pt x="99290" y="219365"/>
                  <a:pt x="91935" y="234238"/>
                  <a:pt x="80903" y="245392"/>
                </a:cubicBezTo>
                <a:cubicBezTo>
                  <a:pt x="58839" y="260264"/>
                  <a:pt x="55161" y="275135"/>
                  <a:pt x="29420" y="278854"/>
                </a:cubicBezTo>
                <a:cubicBezTo>
                  <a:pt x="29420" y="282572"/>
                  <a:pt x="25742" y="282572"/>
                  <a:pt x="22065" y="282572"/>
                </a:cubicBezTo>
                <a:cubicBezTo>
                  <a:pt x="14709" y="282572"/>
                  <a:pt x="11032" y="278854"/>
                  <a:pt x="3678" y="278854"/>
                </a:cubicBezTo>
                <a:cubicBezTo>
                  <a:pt x="0" y="260264"/>
                  <a:pt x="0" y="230519"/>
                  <a:pt x="0" y="230519"/>
                </a:cubicBezTo>
                <a:cubicBezTo>
                  <a:pt x="0" y="230519"/>
                  <a:pt x="14709" y="219365"/>
                  <a:pt x="25742" y="215647"/>
                </a:cubicBezTo>
                <a:cubicBezTo>
                  <a:pt x="29420" y="211929"/>
                  <a:pt x="29420" y="211929"/>
                  <a:pt x="33096" y="215647"/>
                </a:cubicBezTo>
                <a:cubicBezTo>
                  <a:pt x="33096" y="215647"/>
                  <a:pt x="29420" y="223083"/>
                  <a:pt x="33096" y="223083"/>
                </a:cubicBezTo>
                <a:cubicBezTo>
                  <a:pt x="40452" y="226802"/>
                  <a:pt x="40452" y="219365"/>
                  <a:pt x="44129" y="215647"/>
                </a:cubicBezTo>
                <a:cubicBezTo>
                  <a:pt x="55161" y="204493"/>
                  <a:pt x="58839" y="193338"/>
                  <a:pt x="66194" y="182184"/>
                </a:cubicBezTo>
                <a:cubicBezTo>
                  <a:pt x="69870" y="178467"/>
                  <a:pt x="73548" y="171031"/>
                  <a:pt x="77226" y="167312"/>
                </a:cubicBezTo>
                <a:cubicBezTo>
                  <a:pt x="80903" y="156158"/>
                  <a:pt x="84581" y="148722"/>
                  <a:pt x="91935" y="137568"/>
                </a:cubicBezTo>
                <a:cubicBezTo>
                  <a:pt x="95613" y="130132"/>
                  <a:pt x="99290" y="122696"/>
                  <a:pt x="102968" y="115260"/>
                </a:cubicBezTo>
                <a:cubicBezTo>
                  <a:pt x="106644" y="115260"/>
                  <a:pt x="106644" y="115260"/>
                  <a:pt x="106644" y="111542"/>
                </a:cubicBezTo>
                <a:cubicBezTo>
                  <a:pt x="110322" y="107823"/>
                  <a:pt x="114000" y="100387"/>
                  <a:pt x="106644" y="104106"/>
                </a:cubicBezTo>
                <a:cubicBezTo>
                  <a:pt x="99290" y="104106"/>
                  <a:pt x="95613" y="104106"/>
                  <a:pt x="88257" y="104106"/>
                </a:cubicBezTo>
                <a:cubicBezTo>
                  <a:pt x="84581" y="104106"/>
                  <a:pt x="80903" y="104106"/>
                  <a:pt x="77226" y="104106"/>
                </a:cubicBezTo>
                <a:cubicBezTo>
                  <a:pt x="69870" y="104106"/>
                  <a:pt x="55161" y="107823"/>
                  <a:pt x="47807" y="104106"/>
                </a:cubicBezTo>
                <a:cubicBezTo>
                  <a:pt x="40452" y="104106"/>
                  <a:pt x="40452" y="92951"/>
                  <a:pt x="40452" y="85515"/>
                </a:cubicBezTo>
                <a:cubicBezTo>
                  <a:pt x="36774" y="81797"/>
                  <a:pt x="40452" y="70642"/>
                  <a:pt x="44129" y="70642"/>
                </a:cubicBezTo>
                <a:cubicBezTo>
                  <a:pt x="47807" y="70642"/>
                  <a:pt x="51483" y="70642"/>
                  <a:pt x="55161" y="70642"/>
                </a:cubicBezTo>
                <a:cubicBezTo>
                  <a:pt x="58839" y="66925"/>
                  <a:pt x="66194" y="70642"/>
                  <a:pt x="69870" y="66925"/>
                </a:cubicBezTo>
                <a:cubicBezTo>
                  <a:pt x="73548" y="66925"/>
                  <a:pt x="80903" y="70642"/>
                  <a:pt x="88257" y="66925"/>
                </a:cubicBezTo>
                <a:cubicBezTo>
                  <a:pt x="95613" y="66925"/>
                  <a:pt x="99290" y="66925"/>
                  <a:pt x="110322" y="63207"/>
                </a:cubicBezTo>
                <a:cubicBezTo>
                  <a:pt x="114000" y="63207"/>
                  <a:pt x="121355" y="63207"/>
                  <a:pt x="128709" y="63207"/>
                </a:cubicBezTo>
                <a:cubicBezTo>
                  <a:pt x="128709" y="59489"/>
                  <a:pt x="139742" y="44616"/>
                  <a:pt x="143419" y="37181"/>
                </a:cubicBezTo>
                <a:cubicBezTo>
                  <a:pt x="147096" y="33462"/>
                  <a:pt x="147096" y="29745"/>
                  <a:pt x="150774" y="26026"/>
                </a:cubicBezTo>
                <a:cubicBezTo>
                  <a:pt x="154451" y="22309"/>
                  <a:pt x="154451" y="18590"/>
                  <a:pt x="158129" y="14872"/>
                </a:cubicBezTo>
                <a:cubicBezTo>
                  <a:pt x="158129" y="11154"/>
                  <a:pt x="161806" y="7436"/>
                  <a:pt x="165484" y="0"/>
                </a:cubicBezTo>
                <a:cubicBezTo>
                  <a:pt x="169161" y="0"/>
                  <a:pt x="176516" y="0"/>
                  <a:pt x="183871" y="0"/>
                </a:cubicBezTo>
                <a:cubicBezTo>
                  <a:pt x="187549" y="0"/>
                  <a:pt x="191225" y="0"/>
                  <a:pt x="194903" y="0"/>
                </a:cubicBezTo>
                <a:cubicBezTo>
                  <a:pt x="202258" y="3719"/>
                  <a:pt x="209612" y="7436"/>
                  <a:pt x="213290" y="14872"/>
                </a:cubicBezTo>
                <a:cubicBezTo>
                  <a:pt x="216967" y="18590"/>
                  <a:pt x="213290" y="26026"/>
                  <a:pt x="209612" y="29745"/>
                </a:cubicBezTo>
                <a:cubicBezTo>
                  <a:pt x="205936" y="29745"/>
                  <a:pt x="202258" y="33462"/>
                  <a:pt x="202258" y="37181"/>
                </a:cubicBezTo>
                <a:cubicBezTo>
                  <a:pt x="202258" y="37181"/>
                  <a:pt x="191225" y="48335"/>
                  <a:pt x="191225" y="48335"/>
                </a:cubicBezTo>
                <a:cubicBezTo>
                  <a:pt x="191225" y="55771"/>
                  <a:pt x="198580" y="52052"/>
                  <a:pt x="202258" y="52052"/>
                </a:cubicBezTo>
                <a:cubicBezTo>
                  <a:pt x="205936" y="48335"/>
                  <a:pt x="209612" y="37181"/>
                  <a:pt x="216967" y="37181"/>
                </a:cubicBezTo>
                <a:cubicBezTo>
                  <a:pt x="220645" y="37181"/>
                  <a:pt x="227999" y="40899"/>
                  <a:pt x="227999" y="44616"/>
                </a:cubicBezTo>
                <a:cubicBezTo>
                  <a:pt x="231677" y="55771"/>
                  <a:pt x="261097" y="55771"/>
                  <a:pt x="264773" y="55771"/>
                </a:cubicBezTo>
                <a:cubicBezTo>
                  <a:pt x="268451" y="59489"/>
                  <a:pt x="272128" y="63207"/>
                  <a:pt x="272128" y="66925"/>
                </a:cubicBezTo>
                <a:cubicBezTo>
                  <a:pt x="272128" y="70642"/>
                  <a:pt x="264773" y="78080"/>
                  <a:pt x="264773" y="81797"/>
                </a:cubicBezTo>
                <a:cubicBezTo>
                  <a:pt x="264773" y="85515"/>
                  <a:pt x="253741" y="85515"/>
                  <a:pt x="242710" y="85515"/>
                </a:cubicBezTo>
                <a:cubicBezTo>
                  <a:pt x="242710" y="85515"/>
                  <a:pt x="239032" y="85515"/>
                  <a:pt x="239032" y="85515"/>
                </a:cubicBezTo>
                <a:cubicBezTo>
                  <a:pt x="235354" y="85515"/>
                  <a:pt x="231677" y="85515"/>
                  <a:pt x="227999" y="85515"/>
                </a:cubicBezTo>
                <a:cubicBezTo>
                  <a:pt x="216967" y="89233"/>
                  <a:pt x="191225" y="89233"/>
                  <a:pt x="187549" y="89233"/>
                </a:cubicBezTo>
                <a:cubicBezTo>
                  <a:pt x="183871" y="89233"/>
                  <a:pt x="172838" y="92951"/>
                  <a:pt x="169161" y="92951"/>
                </a:cubicBezTo>
                <a:cubicBezTo>
                  <a:pt x="169161" y="92951"/>
                  <a:pt x="169161" y="92951"/>
                  <a:pt x="169161" y="96670"/>
                </a:cubicBezTo>
                <a:cubicBezTo>
                  <a:pt x="165484" y="100387"/>
                  <a:pt x="165484" y="100387"/>
                  <a:pt x="161806" y="104106"/>
                </a:cubicBezTo>
                <a:cubicBezTo>
                  <a:pt x="158129" y="111542"/>
                  <a:pt x="150774" y="122696"/>
                  <a:pt x="147096" y="133850"/>
                </a:cubicBezTo>
                <a:cubicBezTo>
                  <a:pt x="143419" y="137568"/>
                  <a:pt x="139742" y="137568"/>
                  <a:pt x="139742" y="141286"/>
                </a:cubicBezTo>
                <a:cubicBezTo>
                  <a:pt x="136064" y="141286"/>
                  <a:pt x="136064" y="145004"/>
                  <a:pt x="136064" y="148722"/>
                </a:cubicBezTo>
                <a:cubicBezTo>
                  <a:pt x="132387" y="152441"/>
                  <a:pt x="132387" y="156158"/>
                  <a:pt x="128709" y="159876"/>
                </a:cubicBezTo>
                <a:cubicBezTo>
                  <a:pt x="128709" y="163594"/>
                  <a:pt x="125032" y="163594"/>
                  <a:pt x="125032" y="171031"/>
                </a:cubicBezTo>
                <a:cubicBezTo>
                  <a:pt x="121355" y="174748"/>
                  <a:pt x="117677" y="178467"/>
                  <a:pt x="117677" y="182184"/>
                </a:cubicBezTo>
                <a:cubicBezTo>
                  <a:pt x="117677" y="185903"/>
                  <a:pt x="114000" y="185903"/>
                  <a:pt x="117677" y="189621"/>
                </a:cubicBezTo>
                <a:cubicBezTo>
                  <a:pt x="121355" y="189621"/>
                  <a:pt x="125032" y="189621"/>
                  <a:pt x="128709" y="189621"/>
                </a:cubicBezTo>
                <a:cubicBezTo>
                  <a:pt x="132387" y="189621"/>
                  <a:pt x="158129" y="193338"/>
                  <a:pt x="165484" y="193338"/>
                </a:cubicBezTo>
                <a:cubicBezTo>
                  <a:pt x="176516" y="193338"/>
                  <a:pt x="261097" y="200774"/>
                  <a:pt x="275806" y="204493"/>
                </a:cubicBezTo>
                <a:cubicBezTo>
                  <a:pt x="275806" y="204493"/>
                  <a:pt x="275806" y="208211"/>
                  <a:pt x="279484" y="208211"/>
                </a:cubicBezTo>
                <a:cubicBezTo>
                  <a:pt x="290515" y="215647"/>
                  <a:pt x="294193" y="226802"/>
                  <a:pt x="301548" y="237955"/>
                </a:cubicBezTo>
                <a:cubicBezTo>
                  <a:pt x="305225" y="241673"/>
                  <a:pt x="308902" y="241673"/>
                  <a:pt x="308902" y="245392"/>
                </a:cubicBezTo>
                <a:cubicBezTo>
                  <a:pt x="308902" y="249109"/>
                  <a:pt x="308902" y="249109"/>
                  <a:pt x="308902" y="252828"/>
                </a:cubicBezTo>
                <a:cubicBezTo>
                  <a:pt x="312580" y="263982"/>
                  <a:pt x="305225" y="275135"/>
                  <a:pt x="301548" y="275135"/>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2476500" y="863600"/>
            <a:ext cx="7502" cy="3752"/>
          </a:xfrm>
          <a:custGeom>
            <a:avLst/>
            <a:gdLst/>
            <a:ahLst/>
            <a:cxnLst/>
            <a:rect l="l" t="t" r="r" b="b"/>
            <a:pathLst>
              <a:path w="7502" h="3752">
                <a:moveTo>
                  <a:pt x="7502" y="0"/>
                </a:moveTo>
                <a:cubicBezTo>
                  <a:pt x="7502" y="3752"/>
                  <a:pt x="3752" y="3752"/>
                  <a:pt x="0" y="3752"/>
                </a:cubicBezTo>
                <a:cubicBezTo>
                  <a:pt x="7502" y="0"/>
                  <a:pt x="7502" y="0"/>
                  <a:pt x="7502" y="0"/>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511300" y="1003300"/>
            <a:ext cx="70018" cy="100651"/>
          </a:xfrm>
          <a:custGeom>
            <a:avLst/>
            <a:gdLst/>
            <a:ahLst/>
            <a:cxnLst/>
            <a:rect l="l" t="t" r="r" b="b"/>
            <a:pathLst>
              <a:path w="70018" h="100651">
                <a:moveTo>
                  <a:pt x="22506" y="100651"/>
                </a:moveTo>
                <a:lnTo>
                  <a:pt x="48137" y="100651"/>
                </a:lnTo>
                <a:lnTo>
                  <a:pt x="48137" y="55640"/>
                </a:lnTo>
                <a:lnTo>
                  <a:pt x="70018" y="0"/>
                </a:lnTo>
                <a:lnTo>
                  <a:pt x="48137" y="0"/>
                </a:lnTo>
                <a:lnTo>
                  <a:pt x="33133" y="33759"/>
                </a:lnTo>
                <a:lnTo>
                  <a:pt x="22506" y="0"/>
                </a:lnTo>
                <a:lnTo>
                  <a:pt x="0" y="0"/>
                </a:lnTo>
                <a:lnTo>
                  <a:pt x="22506" y="55640"/>
                </a:lnTo>
                <a:lnTo>
                  <a:pt x="22506" y="100651"/>
                </a:lnTo>
                <a:lnTo>
                  <a:pt x="22506"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612900" y="1003300"/>
            <a:ext cx="70018" cy="100651"/>
          </a:xfrm>
          <a:custGeom>
            <a:avLst/>
            <a:gdLst/>
            <a:ahLst/>
            <a:cxnLst/>
            <a:rect l="l" t="t" r="r" b="b"/>
            <a:pathLst>
              <a:path w="70018" h="100651">
                <a:moveTo>
                  <a:pt x="0" y="100651"/>
                </a:moveTo>
                <a:lnTo>
                  <a:pt x="21881" y="100651"/>
                </a:lnTo>
                <a:lnTo>
                  <a:pt x="25631" y="81896"/>
                </a:lnTo>
                <a:lnTo>
                  <a:pt x="44386" y="81896"/>
                </a:lnTo>
                <a:lnTo>
                  <a:pt x="47512" y="100651"/>
                </a:lnTo>
                <a:lnTo>
                  <a:pt x="70018" y="100651"/>
                </a:lnTo>
                <a:lnTo>
                  <a:pt x="47512" y="0"/>
                </a:lnTo>
                <a:lnTo>
                  <a:pt x="21881" y="0"/>
                </a:lnTo>
                <a:lnTo>
                  <a:pt x="0" y="100651"/>
                </a:lnTo>
                <a:lnTo>
                  <a:pt x="0" y="100651"/>
                </a:lnTo>
                <a:close/>
                <a:moveTo>
                  <a:pt x="29383" y="63142"/>
                </a:moveTo>
                <a:lnTo>
                  <a:pt x="33133" y="18755"/>
                </a:lnTo>
                <a:lnTo>
                  <a:pt x="40635" y="63142"/>
                </a:lnTo>
                <a:lnTo>
                  <a:pt x="29383" y="63142"/>
                </a:lnTo>
                <a:lnTo>
                  <a:pt x="29383" y="63142"/>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727200" y="1003300"/>
            <a:ext cx="62516" cy="100651"/>
          </a:xfrm>
          <a:custGeom>
            <a:avLst/>
            <a:gdLst/>
            <a:ahLst/>
            <a:cxnLst/>
            <a:rect l="l" t="t" r="r" b="b"/>
            <a:pathLst>
              <a:path w="62516" h="100651">
                <a:moveTo>
                  <a:pt x="0" y="100651"/>
                </a:moveTo>
                <a:lnTo>
                  <a:pt x="25631" y="100651"/>
                </a:lnTo>
                <a:lnTo>
                  <a:pt x="21881" y="44386"/>
                </a:lnTo>
                <a:lnTo>
                  <a:pt x="40010" y="100651"/>
                </a:lnTo>
                <a:lnTo>
                  <a:pt x="62516" y="100651"/>
                </a:lnTo>
                <a:lnTo>
                  <a:pt x="62516" y="0"/>
                </a:lnTo>
                <a:lnTo>
                  <a:pt x="40010" y="0"/>
                </a:lnTo>
                <a:lnTo>
                  <a:pt x="43762" y="59390"/>
                </a:lnTo>
                <a:lnTo>
                  <a:pt x="25631"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828800" y="1003300"/>
            <a:ext cx="59390" cy="108153"/>
          </a:xfrm>
          <a:custGeom>
            <a:avLst/>
            <a:gdLst/>
            <a:ahLst/>
            <a:cxnLst/>
            <a:rect l="l" t="t" r="r" b="b"/>
            <a:pathLst>
              <a:path w="59390" h="108153">
                <a:moveTo>
                  <a:pt x="0" y="70858"/>
                </a:moveTo>
                <a:cubicBezTo>
                  <a:pt x="0" y="70858"/>
                  <a:pt x="0" y="70858"/>
                  <a:pt x="0" y="70858"/>
                </a:cubicBezTo>
                <a:cubicBezTo>
                  <a:pt x="0" y="70858"/>
                  <a:pt x="0" y="70858"/>
                  <a:pt x="0" y="70858"/>
                </a:cubicBezTo>
                <a:cubicBezTo>
                  <a:pt x="0" y="70858"/>
                  <a:pt x="0" y="70858"/>
                  <a:pt x="0" y="70858"/>
                </a:cubicBezTo>
                <a:cubicBezTo>
                  <a:pt x="0" y="70858"/>
                  <a:pt x="0" y="70858"/>
                  <a:pt x="0" y="74588"/>
                </a:cubicBezTo>
                <a:cubicBezTo>
                  <a:pt x="0" y="74588"/>
                  <a:pt x="0" y="74588"/>
                  <a:pt x="0" y="74588"/>
                </a:cubicBezTo>
                <a:cubicBezTo>
                  <a:pt x="0" y="74588"/>
                  <a:pt x="0" y="74588"/>
                  <a:pt x="0" y="74588"/>
                </a:cubicBezTo>
                <a:cubicBezTo>
                  <a:pt x="0" y="85777"/>
                  <a:pt x="0" y="93236"/>
                  <a:pt x="3712" y="96964"/>
                </a:cubicBezTo>
                <a:cubicBezTo>
                  <a:pt x="11135" y="104423"/>
                  <a:pt x="14848" y="104423"/>
                  <a:pt x="25983" y="108153"/>
                </a:cubicBezTo>
                <a:cubicBezTo>
                  <a:pt x="29695" y="108153"/>
                  <a:pt x="29695" y="108153"/>
                  <a:pt x="29695" y="108153"/>
                </a:cubicBezTo>
                <a:cubicBezTo>
                  <a:pt x="37118" y="108153"/>
                  <a:pt x="44543" y="104423"/>
                  <a:pt x="51966" y="100694"/>
                </a:cubicBezTo>
                <a:cubicBezTo>
                  <a:pt x="55678" y="96964"/>
                  <a:pt x="59390" y="85777"/>
                  <a:pt x="59390" y="74588"/>
                </a:cubicBezTo>
                <a:cubicBezTo>
                  <a:pt x="59390" y="74588"/>
                  <a:pt x="59390" y="74588"/>
                  <a:pt x="59390" y="74588"/>
                </a:cubicBezTo>
                <a:cubicBezTo>
                  <a:pt x="59390" y="63400"/>
                  <a:pt x="55678" y="59671"/>
                  <a:pt x="51966" y="55941"/>
                </a:cubicBezTo>
                <a:cubicBezTo>
                  <a:pt x="48255" y="52212"/>
                  <a:pt x="44543" y="48482"/>
                  <a:pt x="40830" y="44754"/>
                </a:cubicBezTo>
                <a:cubicBezTo>
                  <a:pt x="40830" y="44754"/>
                  <a:pt x="37118" y="41024"/>
                  <a:pt x="37118" y="41024"/>
                </a:cubicBezTo>
                <a:cubicBezTo>
                  <a:pt x="37118" y="41024"/>
                  <a:pt x="33407" y="41024"/>
                  <a:pt x="33407" y="41024"/>
                </a:cubicBezTo>
                <a:cubicBezTo>
                  <a:pt x="29695" y="37294"/>
                  <a:pt x="25983" y="37294"/>
                  <a:pt x="25983" y="33565"/>
                </a:cubicBezTo>
                <a:cubicBezTo>
                  <a:pt x="22271" y="33565"/>
                  <a:pt x="22271" y="29835"/>
                  <a:pt x="22271" y="26106"/>
                </a:cubicBezTo>
                <a:cubicBezTo>
                  <a:pt x="22271" y="22376"/>
                  <a:pt x="22271" y="22376"/>
                  <a:pt x="22271" y="22376"/>
                </a:cubicBezTo>
                <a:cubicBezTo>
                  <a:pt x="25983" y="18647"/>
                  <a:pt x="25983" y="18647"/>
                  <a:pt x="29695" y="18647"/>
                </a:cubicBezTo>
                <a:cubicBezTo>
                  <a:pt x="29695" y="18647"/>
                  <a:pt x="29695" y="18647"/>
                  <a:pt x="29695" y="18647"/>
                </a:cubicBezTo>
                <a:cubicBezTo>
                  <a:pt x="29695" y="18647"/>
                  <a:pt x="29695" y="18647"/>
                  <a:pt x="29695" y="18647"/>
                </a:cubicBezTo>
                <a:cubicBezTo>
                  <a:pt x="29695" y="18647"/>
                  <a:pt x="29695" y="18647"/>
                  <a:pt x="29695" y="18647"/>
                </a:cubicBezTo>
                <a:cubicBezTo>
                  <a:pt x="29695" y="18647"/>
                  <a:pt x="29695" y="18647"/>
                  <a:pt x="29695" y="18647"/>
                </a:cubicBezTo>
                <a:cubicBezTo>
                  <a:pt x="33407" y="18647"/>
                  <a:pt x="33407" y="22376"/>
                  <a:pt x="37118" y="22376"/>
                </a:cubicBezTo>
                <a:cubicBezTo>
                  <a:pt x="37118" y="26106"/>
                  <a:pt x="37118" y="26106"/>
                  <a:pt x="37118" y="29835"/>
                </a:cubicBezTo>
                <a:cubicBezTo>
                  <a:pt x="37118" y="33565"/>
                  <a:pt x="37118" y="33565"/>
                  <a:pt x="37118" y="33565"/>
                </a:cubicBezTo>
                <a:cubicBezTo>
                  <a:pt x="59390" y="33565"/>
                  <a:pt x="59390" y="33565"/>
                  <a:pt x="59390" y="33565"/>
                </a:cubicBezTo>
                <a:cubicBezTo>
                  <a:pt x="59390" y="29835"/>
                  <a:pt x="59390" y="29835"/>
                  <a:pt x="59390" y="29835"/>
                </a:cubicBezTo>
                <a:cubicBezTo>
                  <a:pt x="59390" y="22376"/>
                  <a:pt x="55678" y="14917"/>
                  <a:pt x="51966" y="7459"/>
                </a:cubicBezTo>
                <a:cubicBezTo>
                  <a:pt x="44543" y="3730"/>
                  <a:pt x="37118" y="0"/>
                  <a:pt x="29695" y="0"/>
                </a:cubicBezTo>
                <a:cubicBezTo>
                  <a:pt x="22271" y="0"/>
                  <a:pt x="14848" y="3730"/>
                  <a:pt x="7423" y="7459"/>
                </a:cubicBezTo>
                <a:cubicBezTo>
                  <a:pt x="3712" y="11189"/>
                  <a:pt x="0" y="18647"/>
                  <a:pt x="0" y="22376"/>
                </a:cubicBezTo>
                <a:cubicBezTo>
                  <a:pt x="0" y="26106"/>
                  <a:pt x="0" y="26106"/>
                  <a:pt x="0" y="26106"/>
                </a:cubicBezTo>
                <a:cubicBezTo>
                  <a:pt x="0" y="26106"/>
                  <a:pt x="0" y="26106"/>
                  <a:pt x="0" y="26106"/>
                </a:cubicBezTo>
                <a:cubicBezTo>
                  <a:pt x="0" y="26106"/>
                  <a:pt x="0" y="26106"/>
                  <a:pt x="0" y="26106"/>
                </a:cubicBezTo>
                <a:cubicBezTo>
                  <a:pt x="0" y="26106"/>
                  <a:pt x="0" y="26106"/>
                  <a:pt x="0" y="26106"/>
                </a:cubicBezTo>
                <a:cubicBezTo>
                  <a:pt x="0" y="29835"/>
                  <a:pt x="0" y="29835"/>
                  <a:pt x="0" y="29835"/>
                </a:cubicBezTo>
                <a:cubicBezTo>
                  <a:pt x="0" y="29835"/>
                  <a:pt x="0" y="29835"/>
                  <a:pt x="0" y="29835"/>
                </a:cubicBezTo>
                <a:cubicBezTo>
                  <a:pt x="0" y="37294"/>
                  <a:pt x="0" y="41024"/>
                  <a:pt x="3712" y="48482"/>
                </a:cubicBezTo>
                <a:cubicBezTo>
                  <a:pt x="11135" y="52212"/>
                  <a:pt x="14848" y="55941"/>
                  <a:pt x="18560" y="59671"/>
                </a:cubicBezTo>
                <a:cubicBezTo>
                  <a:pt x="18560" y="59671"/>
                  <a:pt x="22271" y="59671"/>
                  <a:pt x="22271" y="63400"/>
                </a:cubicBezTo>
                <a:cubicBezTo>
                  <a:pt x="25983" y="63400"/>
                  <a:pt x="25983" y="63400"/>
                  <a:pt x="25983" y="63400"/>
                </a:cubicBezTo>
                <a:cubicBezTo>
                  <a:pt x="29695" y="67130"/>
                  <a:pt x="33407" y="67130"/>
                  <a:pt x="33407" y="70858"/>
                </a:cubicBezTo>
                <a:cubicBezTo>
                  <a:pt x="37118" y="74588"/>
                  <a:pt x="37118" y="74588"/>
                  <a:pt x="37118" y="78317"/>
                </a:cubicBezTo>
                <a:cubicBezTo>
                  <a:pt x="37118" y="82047"/>
                  <a:pt x="37118" y="82047"/>
                  <a:pt x="37118" y="85777"/>
                </a:cubicBezTo>
                <a:cubicBezTo>
                  <a:pt x="33407" y="85777"/>
                  <a:pt x="33407" y="85777"/>
                  <a:pt x="29695" y="89506"/>
                </a:cubicBezTo>
                <a:cubicBezTo>
                  <a:pt x="29695" y="89506"/>
                  <a:pt x="29695" y="89506"/>
                  <a:pt x="29695" y="89506"/>
                </a:cubicBezTo>
                <a:cubicBezTo>
                  <a:pt x="29695" y="89506"/>
                  <a:pt x="29695" y="89506"/>
                  <a:pt x="29695" y="89506"/>
                </a:cubicBezTo>
                <a:cubicBezTo>
                  <a:pt x="29695" y="89506"/>
                  <a:pt x="29695" y="89506"/>
                  <a:pt x="29695" y="89506"/>
                </a:cubicBezTo>
                <a:cubicBezTo>
                  <a:pt x="29695" y="89506"/>
                  <a:pt x="29695" y="89506"/>
                  <a:pt x="29695" y="89506"/>
                </a:cubicBezTo>
                <a:cubicBezTo>
                  <a:pt x="25983" y="89506"/>
                  <a:pt x="25983" y="85777"/>
                  <a:pt x="22271" y="85777"/>
                </a:cubicBezTo>
                <a:cubicBezTo>
                  <a:pt x="22271" y="82047"/>
                  <a:pt x="18560" y="78317"/>
                  <a:pt x="18560" y="74588"/>
                </a:cubicBezTo>
                <a:cubicBezTo>
                  <a:pt x="18560" y="74588"/>
                  <a:pt x="18560" y="74588"/>
                  <a:pt x="18560" y="74588"/>
                </a:cubicBezTo>
                <a:cubicBezTo>
                  <a:pt x="18560" y="74588"/>
                  <a:pt x="18560" y="70858"/>
                  <a:pt x="22271" y="70858"/>
                </a:cubicBezTo>
                <a:cubicBezTo>
                  <a:pt x="22271" y="70858"/>
                  <a:pt x="22271" y="70858"/>
                  <a:pt x="22271" y="70858"/>
                </a:cubicBezTo>
                <a:cubicBezTo>
                  <a:pt x="22271" y="70858"/>
                  <a:pt x="22271" y="70858"/>
                  <a:pt x="22271" y="70858"/>
                </a:cubicBezTo>
                <a:cubicBezTo>
                  <a:pt x="22271" y="70858"/>
                  <a:pt x="22271" y="70858"/>
                  <a:pt x="22271" y="70858"/>
                </a:cubicBezTo>
                <a:cubicBezTo>
                  <a:pt x="22271" y="70858"/>
                  <a:pt x="22271" y="70858"/>
                  <a:pt x="22271" y="70858"/>
                </a:cubicBezTo>
                <a:cubicBezTo>
                  <a:pt x="0" y="70858"/>
                  <a:pt x="0" y="70858"/>
                  <a:pt x="0" y="70858"/>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917700" y="1003300"/>
            <a:ext cx="66267" cy="100651"/>
          </a:xfrm>
          <a:custGeom>
            <a:avLst/>
            <a:gdLst/>
            <a:ahLst/>
            <a:cxnLst/>
            <a:rect l="l" t="t" r="r" b="b"/>
            <a:pathLst>
              <a:path w="66267" h="100651">
                <a:moveTo>
                  <a:pt x="0" y="100651"/>
                </a:moveTo>
                <a:lnTo>
                  <a:pt x="26257" y="100651"/>
                </a:lnTo>
                <a:lnTo>
                  <a:pt x="26257" y="59390"/>
                </a:lnTo>
                <a:lnTo>
                  <a:pt x="40635" y="59390"/>
                </a:lnTo>
                <a:lnTo>
                  <a:pt x="40635" y="100651"/>
                </a:lnTo>
                <a:lnTo>
                  <a:pt x="66267" y="100651"/>
                </a:lnTo>
                <a:lnTo>
                  <a:pt x="66267" y="0"/>
                </a:lnTo>
                <a:lnTo>
                  <a:pt x="40635" y="0"/>
                </a:lnTo>
                <a:lnTo>
                  <a:pt x="40635" y="37509"/>
                </a:lnTo>
                <a:lnTo>
                  <a:pt x="26257" y="37509"/>
                </a:lnTo>
                <a:lnTo>
                  <a:pt x="26257"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2032000" y="1003300"/>
            <a:ext cx="70018" cy="100651"/>
          </a:xfrm>
          <a:custGeom>
            <a:avLst/>
            <a:gdLst/>
            <a:ahLst/>
            <a:cxnLst/>
            <a:rect l="l" t="t" r="r" b="b"/>
            <a:pathLst>
              <a:path w="70018" h="100651">
                <a:moveTo>
                  <a:pt x="0" y="100651"/>
                </a:moveTo>
                <a:lnTo>
                  <a:pt x="22506" y="100651"/>
                </a:lnTo>
                <a:lnTo>
                  <a:pt x="25631" y="81896"/>
                </a:lnTo>
                <a:lnTo>
                  <a:pt x="44386" y="81896"/>
                </a:lnTo>
                <a:lnTo>
                  <a:pt x="48137" y="100651"/>
                </a:lnTo>
                <a:lnTo>
                  <a:pt x="70018" y="100651"/>
                </a:lnTo>
                <a:lnTo>
                  <a:pt x="48137" y="0"/>
                </a:lnTo>
                <a:lnTo>
                  <a:pt x="22506" y="0"/>
                </a:lnTo>
                <a:lnTo>
                  <a:pt x="0" y="100651"/>
                </a:lnTo>
                <a:lnTo>
                  <a:pt x="0" y="100651"/>
                </a:lnTo>
                <a:close/>
                <a:moveTo>
                  <a:pt x="29383" y="63142"/>
                </a:moveTo>
                <a:lnTo>
                  <a:pt x="33133" y="18755"/>
                </a:lnTo>
                <a:lnTo>
                  <a:pt x="40635" y="63142"/>
                </a:lnTo>
                <a:lnTo>
                  <a:pt x="29383" y="63142"/>
                </a:lnTo>
                <a:lnTo>
                  <a:pt x="29383" y="63142"/>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2133600" y="1003300"/>
            <a:ext cx="62516" cy="100651"/>
          </a:xfrm>
          <a:custGeom>
            <a:avLst/>
            <a:gdLst/>
            <a:ahLst/>
            <a:cxnLst/>
            <a:rect l="l" t="t" r="r" b="b"/>
            <a:pathLst>
              <a:path w="62516" h="100651">
                <a:moveTo>
                  <a:pt x="0" y="100651"/>
                </a:moveTo>
                <a:lnTo>
                  <a:pt x="21881" y="100651"/>
                </a:lnTo>
                <a:lnTo>
                  <a:pt x="18129" y="44386"/>
                </a:lnTo>
                <a:lnTo>
                  <a:pt x="36885" y="100651"/>
                </a:lnTo>
                <a:lnTo>
                  <a:pt x="62516" y="100651"/>
                </a:lnTo>
                <a:lnTo>
                  <a:pt x="62516" y="0"/>
                </a:lnTo>
                <a:lnTo>
                  <a:pt x="36885" y="0"/>
                </a:lnTo>
                <a:lnTo>
                  <a:pt x="40635" y="59390"/>
                </a:lnTo>
                <a:lnTo>
                  <a:pt x="21881"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2311400" y="1003300"/>
            <a:ext cx="66267" cy="104402"/>
          </a:xfrm>
          <a:custGeom>
            <a:avLst/>
            <a:gdLst/>
            <a:ahLst/>
            <a:cxnLst/>
            <a:rect l="l" t="t" r="r" b="b"/>
            <a:pathLst>
              <a:path w="66267" h="104402">
                <a:moveTo>
                  <a:pt x="0" y="0"/>
                </a:moveTo>
                <a:cubicBezTo>
                  <a:pt x="0" y="74573"/>
                  <a:pt x="0" y="74573"/>
                  <a:pt x="0" y="74573"/>
                </a:cubicBezTo>
                <a:cubicBezTo>
                  <a:pt x="0" y="85759"/>
                  <a:pt x="3682" y="93215"/>
                  <a:pt x="11044" y="96944"/>
                </a:cubicBezTo>
                <a:cubicBezTo>
                  <a:pt x="14726" y="100673"/>
                  <a:pt x="25771" y="104402"/>
                  <a:pt x="36815" y="104402"/>
                </a:cubicBezTo>
                <a:cubicBezTo>
                  <a:pt x="44178" y="104402"/>
                  <a:pt x="51540" y="100673"/>
                  <a:pt x="58904" y="96944"/>
                </a:cubicBezTo>
                <a:cubicBezTo>
                  <a:pt x="62586" y="93215"/>
                  <a:pt x="66267" y="82031"/>
                  <a:pt x="66267" y="70844"/>
                </a:cubicBezTo>
                <a:cubicBezTo>
                  <a:pt x="66267" y="0"/>
                  <a:pt x="66267" y="0"/>
                  <a:pt x="66267" y="0"/>
                </a:cubicBezTo>
                <a:cubicBezTo>
                  <a:pt x="40496" y="0"/>
                  <a:pt x="40496" y="0"/>
                  <a:pt x="40496" y="0"/>
                </a:cubicBezTo>
                <a:cubicBezTo>
                  <a:pt x="40496" y="74573"/>
                  <a:pt x="40496" y="74573"/>
                  <a:pt x="40496" y="74573"/>
                </a:cubicBezTo>
                <a:cubicBezTo>
                  <a:pt x="40496" y="78302"/>
                  <a:pt x="40496" y="82031"/>
                  <a:pt x="40496" y="82031"/>
                </a:cubicBezTo>
                <a:cubicBezTo>
                  <a:pt x="36815" y="85759"/>
                  <a:pt x="36815" y="85759"/>
                  <a:pt x="33133" y="85759"/>
                </a:cubicBezTo>
                <a:cubicBezTo>
                  <a:pt x="33133" y="85759"/>
                  <a:pt x="33133" y="85759"/>
                  <a:pt x="33133" y="85759"/>
                </a:cubicBezTo>
                <a:cubicBezTo>
                  <a:pt x="33133" y="85759"/>
                  <a:pt x="33133" y="85759"/>
                  <a:pt x="33133" y="85759"/>
                </a:cubicBezTo>
                <a:cubicBezTo>
                  <a:pt x="33133" y="85759"/>
                  <a:pt x="33133" y="85759"/>
                  <a:pt x="33133" y="85759"/>
                </a:cubicBezTo>
                <a:cubicBezTo>
                  <a:pt x="33133" y="85759"/>
                  <a:pt x="33133" y="85759"/>
                  <a:pt x="33133" y="85759"/>
                </a:cubicBezTo>
                <a:cubicBezTo>
                  <a:pt x="29453" y="85759"/>
                  <a:pt x="29453" y="85759"/>
                  <a:pt x="29453" y="82031"/>
                </a:cubicBezTo>
                <a:cubicBezTo>
                  <a:pt x="25771" y="82031"/>
                  <a:pt x="25771" y="78302"/>
                  <a:pt x="25771" y="78302"/>
                </a:cubicBezTo>
                <a:cubicBezTo>
                  <a:pt x="25771" y="0"/>
                  <a:pt x="25771" y="0"/>
                  <a:pt x="25771" y="0"/>
                </a:cubicBezTo>
                <a:cubicBezTo>
                  <a:pt x="0" y="0"/>
                  <a:pt x="0" y="0"/>
                  <a:pt x="0" y="0"/>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2425700" y="1003300"/>
            <a:ext cx="62516" cy="100651"/>
          </a:xfrm>
          <a:custGeom>
            <a:avLst/>
            <a:gdLst/>
            <a:ahLst/>
            <a:cxnLst/>
            <a:rect l="l" t="t" r="r" b="b"/>
            <a:pathLst>
              <a:path w="62516" h="100651">
                <a:moveTo>
                  <a:pt x="0" y="100651"/>
                </a:moveTo>
                <a:lnTo>
                  <a:pt x="21881" y="100651"/>
                </a:lnTo>
                <a:lnTo>
                  <a:pt x="18129" y="44386"/>
                </a:lnTo>
                <a:lnTo>
                  <a:pt x="36885" y="100651"/>
                </a:lnTo>
                <a:lnTo>
                  <a:pt x="62516" y="100651"/>
                </a:lnTo>
                <a:lnTo>
                  <a:pt x="62516" y="0"/>
                </a:lnTo>
                <a:lnTo>
                  <a:pt x="40635" y="0"/>
                </a:lnTo>
                <a:lnTo>
                  <a:pt x="40635" y="59390"/>
                </a:lnTo>
                <a:lnTo>
                  <a:pt x="21881"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2527300" y="1003300"/>
            <a:ext cx="21881" cy="100651"/>
          </a:xfrm>
          <a:custGeom>
            <a:avLst/>
            <a:gdLst/>
            <a:ahLst/>
            <a:cxnLst/>
            <a:rect l="l" t="t" r="r" b="b"/>
            <a:pathLst>
              <a:path w="21881" h="100651">
                <a:moveTo>
                  <a:pt x="0" y="100651"/>
                </a:moveTo>
                <a:lnTo>
                  <a:pt x="21881" y="100651"/>
                </a:lnTo>
                <a:lnTo>
                  <a:pt x="21881"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2590800" y="1003300"/>
            <a:ext cx="69393" cy="100651"/>
          </a:xfrm>
          <a:custGeom>
            <a:avLst/>
            <a:gdLst/>
            <a:ahLst/>
            <a:cxnLst/>
            <a:rect l="l" t="t" r="r" b="b"/>
            <a:pathLst>
              <a:path w="69393" h="100651">
                <a:moveTo>
                  <a:pt x="18129" y="100651"/>
                </a:moveTo>
                <a:lnTo>
                  <a:pt x="47512" y="100651"/>
                </a:lnTo>
                <a:lnTo>
                  <a:pt x="69393" y="0"/>
                </a:lnTo>
                <a:lnTo>
                  <a:pt x="47512" y="0"/>
                </a:lnTo>
                <a:lnTo>
                  <a:pt x="33133" y="70644"/>
                </a:lnTo>
                <a:lnTo>
                  <a:pt x="21881" y="0"/>
                </a:lnTo>
                <a:lnTo>
                  <a:pt x="0" y="0"/>
                </a:lnTo>
                <a:lnTo>
                  <a:pt x="18129" y="100651"/>
                </a:lnTo>
                <a:lnTo>
                  <a:pt x="18129"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2705100" y="1003300"/>
            <a:ext cx="55639" cy="100651"/>
          </a:xfrm>
          <a:custGeom>
            <a:avLst/>
            <a:gdLst/>
            <a:ahLst/>
            <a:cxnLst/>
            <a:rect l="l" t="t" r="r" b="b"/>
            <a:pathLst>
              <a:path w="55639" h="100651">
                <a:moveTo>
                  <a:pt x="0" y="100651"/>
                </a:moveTo>
                <a:lnTo>
                  <a:pt x="55639" y="100651"/>
                </a:lnTo>
                <a:lnTo>
                  <a:pt x="55639" y="81896"/>
                </a:lnTo>
                <a:lnTo>
                  <a:pt x="22506" y="81896"/>
                </a:lnTo>
                <a:lnTo>
                  <a:pt x="22506" y="59390"/>
                </a:lnTo>
                <a:lnTo>
                  <a:pt x="51888" y="59390"/>
                </a:lnTo>
                <a:lnTo>
                  <a:pt x="51888" y="37509"/>
                </a:lnTo>
                <a:lnTo>
                  <a:pt x="22506" y="37509"/>
                </a:lnTo>
                <a:lnTo>
                  <a:pt x="22506" y="18755"/>
                </a:lnTo>
                <a:lnTo>
                  <a:pt x="55639" y="18755"/>
                </a:lnTo>
                <a:lnTo>
                  <a:pt x="55639"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2794000" y="1003300"/>
            <a:ext cx="66267" cy="100651"/>
          </a:xfrm>
          <a:custGeom>
            <a:avLst/>
            <a:gdLst/>
            <a:ahLst/>
            <a:cxnLst/>
            <a:rect l="l" t="t" r="r" b="b"/>
            <a:pathLst>
              <a:path w="66267" h="100651">
                <a:moveTo>
                  <a:pt x="0" y="100651"/>
                </a:moveTo>
                <a:cubicBezTo>
                  <a:pt x="22089" y="100651"/>
                  <a:pt x="22089" y="100651"/>
                  <a:pt x="22089" y="100651"/>
                </a:cubicBezTo>
                <a:cubicBezTo>
                  <a:pt x="22089" y="63373"/>
                  <a:pt x="22089" y="63373"/>
                  <a:pt x="22089" y="63373"/>
                </a:cubicBezTo>
                <a:cubicBezTo>
                  <a:pt x="29453" y="63373"/>
                  <a:pt x="29453" y="63373"/>
                  <a:pt x="29453" y="63373"/>
                </a:cubicBezTo>
                <a:cubicBezTo>
                  <a:pt x="33133" y="63373"/>
                  <a:pt x="33133" y="63373"/>
                  <a:pt x="36815" y="63373"/>
                </a:cubicBezTo>
                <a:cubicBezTo>
                  <a:pt x="36815" y="67100"/>
                  <a:pt x="36815" y="67100"/>
                  <a:pt x="36815" y="70828"/>
                </a:cubicBezTo>
                <a:cubicBezTo>
                  <a:pt x="36815" y="93195"/>
                  <a:pt x="36815" y="93195"/>
                  <a:pt x="36815" y="93195"/>
                </a:cubicBezTo>
                <a:cubicBezTo>
                  <a:pt x="36815" y="96923"/>
                  <a:pt x="36815" y="96923"/>
                  <a:pt x="36815" y="100651"/>
                </a:cubicBezTo>
                <a:cubicBezTo>
                  <a:pt x="40496" y="100651"/>
                  <a:pt x="40496" y="100651"/>
                  <a:pt x="44178" y="100651"/>
                </a:cubicBezTo>
                <a:cubicBezTo>
                  <a:pt x="66267" y="100651"/>
                  <a:pt x="66267" y="100651"/>
                  <a:pt x="66267" y="100651"/>
                </a:cubicBezTo>
                <a:cubicBezTo>
                  <a:pt x="66267" y="96923"/>
                  <a:pt x="66267" y="96923"/>
                  <a:pt x="66267" y="96923"/>
                </a:cubicBezTo>
                <a:cubicBezTo>
                  <a:pt x="66267" y="96923"/>
                  <a:pt x="62586" y="96923"/>
                  <a:pt x="62586" y="96923"/>
                </a:cubicBezTo>
                <a:cubicBezTo>
                  <a:pt x="62586" y="93195"/>
                  <a:pt x="62586" y="93195"/>
                  <a:pt x="62586" y="89468"/>
                </a:cubicBezTo>
                <a:cubicBezTo>
                  <a:pt x="58904" y="63373"/>
                  <a:pt x="58904" y="63373"/>
                  <a:pt x="58904" y="63373"/>
                </a:cubicBezTo>
                <a:cubicBezTo>
                  <a:pt x="58904" y="59646"/>
                  <a:pt x="58904" y="59646"/>
                  <a:pt x="58904" y="55917"/>
                </a:cubicBezTo>
                <a:cubicBezTo>
                  <a:pt x="55222" y="52189"/>
                  <a:pt x="51540" y="52189"/>
                  <a:pt x="47860" y="52189"/>
                </a:cubicBezTo>
                <a:cubicBezTo>
                  <a:pt x="51540" y="48462"/>
                  <a:pt x="55222" y="44733"/>
                  <a:pt x="58904" y="41006"/>
                </a:cubicBezTo>
                <a:cubicBezTo>
                  <a:pt x="58904" y="37278"/>
                  <a:pt x="62586" y="33551"/>
                  <a:pt x="62586" y="26095"/>
                </a:cubicBezTo>
                <a:cubicBezTo>
                  <a:pt x="62586" y="14911"/>
                  <a:pt x="58904" y="11184"/>
                  <a:pt x="51540" y="7456"/>
                </a:cubicBezTo>
                <a:cubicBezTo>
                  <a:pt x="47860" y="3727"/>
                  <a:pt x="40496" y="0"/>
                  <a:pt x="33133" y="0"/>
                </a:cubicBezTo>
                <a:cubicBezTo>
                  <a:pt x="0" y="0"/>
                  <a:pt x="0" y="0"/>
                  <a:pt x="0" y="0"/>
                </a:cubicBezTo>
                <a:cubicBezTo>
                  <a:pt x="0" y="100651"/>
                  <a:pt x="0" y="100651"/>
                  <a:pt x="0" y="100651"/>
                </a:cubicBezTo>
                <a:close/>
                <a:moveTo>
                  <a:pt x="22089" y="44733"/>
                </a:moveTo>
                <a:cubicBezTo>
                  <a:pt x="22089" y="18639"/>
                  <a:pt x="22089" y="18639"/>
                  <a:pt x="22089" y="18639"/>
                </a:cubicBezTo>
                <a:cubicBezTo>
                  <a:pt x="25771" y="18639"/>
                  <a:pt x="29453" y="18639"/>
                  <a:pt x="33133" y="18639"/>
                </a:cubicBezTo>
                <a:cubicBezTo>
                  <a:pt x="33133" y="18639"/>
                  <a:pt x="36815" y="22367"/>
                  <a:pt x="36815" y="29822"/>
                </a:cubicBezTo>
                <a:cubicBezTo>
                  <a:pt x="36815" y="29822"/>
                  <a:pt x="36815" y="29822"/>
                  <a:pt x="36815" y="29822"/>
                </a:cubicBezTo>
                <a:cubicBezTo>
                  <a:pt x="36815" y="37278"/>
                  <a:pt x="36815" y="37278"/>
                  <a:pt x="33133" y="41006"/>
                </a:cubicBezTo>
                <a:cubicBezTo>
                  <a:pt x="33133" y="44733"/>
                  <a:pt x="29453" y="44733"/>
                  <a:pt x="29453" y="44733"/>
                </a:cubicBezTo>
                <a:cubicBezTo>
                  <a:pt x="22089" y="44733"/>
                  <a:pt x="22089" y="44733"/>
                  <a:pt x="22089" y="44733"/>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2895600" y="1003300"/>
            <a:ext cx="58765" cy="108153"/>
          </a:xfrm>
          <a:custGeom>
            <a:avLst/>
            <a:gdLst/>
            <a:ahLst/>
            <a:cxnLst/>
            <a:rect l="l" t="t" r="r" b="b"/>
            <a:pathLst>
              <a:path w="58765" h="108153">
                <a:moveTo>
                  <a:pt x="0" y="70858"/>
                </a:moveTo>
                <a:cubicBezTo>
                  <a:pt x="0" y="70858"/>
                  <a:pt x="0" y="70858"/>
                  <a:pt x="0" y="70858"/>
                </a:cubicBezTo>
                <a:cubicBezTo>
                  <a:pt x="0" y="70858"/>
                  <a:pt x="0" y="70858"/>
                  <a:pt x="0" y="70858"/>
                </a:cubicBezTo>
                <a:cubicBezTo>
                  <a:pt x="0" y="70858"/>
                  <a:pt x="0" y="70858"/>
                  <a:pt x="0" y="70858"/>
                </a:cubicBezTo>
                <a:cubicBezTo>
                  <a:pt x="0" y="70858"/>
                  <a:pt x="0" y="70858"/>
                  <a:pt x="0" y="74588"/>
                </a:cubicBezTo>
                <a:cubicBezTo>
                  <a:pt x="0" y="74588"/>
                  <a:pt x="0" y="74588"/>
                  <a:pt x="0" y="74588"/>
                </a:cubicBezTo>
                <a:cubicBezTo>
                  <a:pt x="0" y="74588"/>
                  <a:pt x="0" y="74588"/>
                  <a:pt x="0" y="74588"/>
                </a:cubicBezTo>
                <a:cubicBezTo>
                  <a:pt x="0" y="85777"/>
                  <a:pt x="0" y="93236"/>
                  <a:pt x="7346" y="96964"/>
                </a:cubicBezTo>
                <a:cubicBezTo>
                  <a:pt x="11019" y="104423"/>
                  <a:pt x="18364" y="104423"/>
                  <a:pt x="25710" y="108153"/>
                </a:cubicBezTo>
                <a:cubicBezTo>
                  <a:pt x="29383" y="108153"/>
                  <a:pt x="29383" y="108153"/>
                  <a:pt x="29383" y="108153"/>
                </a:cubicBezTo>
                <a:cubicBezTo>
                  <a:pt x="36728" y="108153"/>
                  <a:pt x="44074" y="104423"/>
                  <a:pt x="51420" y="100694"/>
                </a:cubicBezTo>
                <a:cubicBezTo>
                  <a:pt x="55093" y="96964"/>
                  <a:pt x="58765" y="85777"/>
                  <a:pt x="58765" y="74588"/>
                </a:cubicBezTo>
                <a:cubicBezTo>
                  <a:pt x="58765" y="74588"/>
                  <a:pt x="58765" y="74588"/>
                  <a:pt x="58765" y="74588"/>
                </a:cubicBezTo>
                <a:cubicBezTo>
                  <a:pt x="58765" y="63400"/>
                  <a:pt x="58765" y="59671"/>
                  <a:pt x="55093" y="55941"/>
                </a:cubicBezTo>
                <a:cubicBezTo>
                  <a:pt x="51420" y="52212"/>
                  <a:pt x="44074" y="48482"/>
                  <a:pt x="40401" y="44754"/>
                </a:cubicBezTo>
                <a:cubicBezTo>
                  <a:pt x="40401" y="44754"/>
                  <a:pt x="36728" y="41024"/>
                  <a:pt x="36728" y="41024"/>
                </a:cubicBezTo>
                <a:cubicBezTo>
                  <a:pt x="36728" y="41024"/>
                  <a:pt x="33056" y="41024"/>
                  <a:pt x="33056" y="41024"/>
                </a:cubicBezTo>
                <a:cubicBezTo>
                  <a:pt x="29383" y="37294"/>
                  <a:pt x="25710" y="37294"/>
                  <a:pt x="25710" y="33565"/>
                </a:cubicBezTo>
                <a:cubicBezTo>
                  <a:pt x="22037" y="33565"/>
                  <a:pt x="22037" y="29835"/>
                  <a:pt x="22037" y="26106"/>
                </a:cubicBezTo>
                <a:cubicBezTo>
                  <a:pt x="22037" y="22376"/>
                  <a:pt x="22037" y="22376"/>
                  <a:pt x="25710" y="22376"/>
                </a:cubicBezTo>
                <a:cubicBezTo>
                  <a:pt x="25710" y="18647"/>
                  <a:pt x="25710" y="18647"/>
                  <a:pt x="29383" y="18647"/>
                </a:cubicBezTo>
                <a:cubicBezTo>
                  <a:pt x="29383" y="18647"/>
                  <a:pt x="29383" y="18647"/>
                  <a:pt x="29383" y="18647"/>
                </a:cubicBezTo>
                <a:cubicBezTo>
                  <a:pt x="29383" y="18647"/>
                  <a:pt x="29383" y="18647"/>
                  <a:pt x="29383" y="18647"/>
                </a:cubicBezTo>
                <a:cubicBezTo>
                  <a:pt x="29383" y="18647"/>
                  <a:pt x="29383" y="18647"/>
                  <a:pt x="29383" y="18647"/>
                </a:cubicBezTo>
                <a:cubicBezTo>
                  <a:pt x="29383" y="18647"/>
                  <a:pt x="29383" y="18647"/>
                  <a:pt x="33056" y="18647"/>
                </a:cubicBezTo>
                <a:cubicBezTo>
                  <a:pt x="33056" y="18647"/>
                  <a:pt x="33056" y="22376"/>
                  <a:pt x="36728" y="22376"/>
                </a:cubicBezTo>
                <a:cubicBezTo>
                  <a:pt x="36728" y="26106"/>
                  <a:pt x="36728" y="26106"/>
                  <a:pt x="36728" y="29835"/>
                </a:cubicBezTo>
                <a:cubicBezTo>
                  <a:pt x="36728" y="33565"/>
                  <a:pt x="36728" y="33565"/>
                  <a:pt x="36728" y="33565"/>
                </a:cubicBezTo>
                <a:cubicBezTo>
                  <a:pt x="58765" y="33565"/>
                  <a:pt x="58765" y="33565"/>
                  <a:pt x="58765" y="33565"/>
                </a:cubicBezTo>
                <a:cubicBezTo>
                  <a:pt x="58765" y="29835"/>
                  <a:pt x="58765" y="29835"/>
                  <a:pt x="58765" y="29835"/>
                </a:cubicBezTo>
                <a:cubicBezTo>
                  <a:pt x="58765" y="22376"/>
                  <a:pt x="55093" y="14917"/>
                  <a:pt x="51420" y="7459"/>
                </a:cubicBezTo>
                <a:cubicBezTo>
                  <a:pt x="44074" y="3730"/>
                  <a:pt x="36728" y="0"/>
                  <a:pt x="29383" y="0"/>
                </a:cubicBezTo>
                <a:cubicBezTo>
                  <a:pt x="22037" y="0"/>
                  <a:pt x="14691" y="3730"/>
                  <a:pt x="11019" y="7459"/>
                </a:cubicBezTo>
                <a:cubicBezTo>
                  <a:pt x="3673" y="11189"/>
                  <a:pt x="0" y="18647"/>
                  <a:pt x="0" y="22376"/>
                </a:cubicBezTo>
                <a:cubicBezTo>
                  <a:pt x="0" y="26106"/>
                  <a:pt x="0" y="26106"/>
                  <a:pt x="0" y="26106"/>
                </a:cubicBezTo>
                <a:cubicBezTo>
                  <a:pt x="0" y="26106"/>
                  <a:pt x="0" y="26106"/>
                  <a:pt x="0" y="26106"/>
                </a:cubicBezTo>
                <a:cubicBezTo>
                  <a:pt x="0" y="26106"/>
                  <a:pt x="0" y="26106"/>
                  <a:pt x="0" y="26106"/>
                </a:cubicBezTo>
                <a:cubicBezTo>
                  <a:pt x="0" y="26106"/>
                  <a:pt x="0" y="26106"/>
                  <a:pt x="0" y="26106"/>
                </a:cubicBezTo>
                <a:cubicBezTo>
                  <a:pt x="0" y="29835"/>
                  <a:pt x="0" y="29835"/>
                  <a:pt x="0" y="29835"/>
                </a:cubicBezTo>
                <a:cubicBezTo>
                  <a:pt x="0" y="29835"/>
                  <a:pt x="0" y="29835"/>
                  <a:pt x="0" y="29835"/>
                </a:cubicBezTo>
                <a:cubicBezTo>
                  <a:pt x="0" y="37294"/>
                  <a:pt x="3673" y="41024"/>
                  <a:pt x="7346" y="48482"/>
                </a:cubicBezTo>
                <a:cubicBezTo>
                  <a:pt x="11019" y="52212"/>
                  <a:pt x="14691" y="55941"/>
                  <a:pt x="18364" y="59671"/>
                </a:cubicBezTo>
                <a:cubicBezTo>
                  <a:pt x="22037" y="59671"/>
                  <a:pt x="22037" y="59671"/>
                  <a:pt x="22037" y="63400"/>
                </a:cubicBezTo>
                <a:cubicBezTo>
                  <a:pt x="25710" y="63400"/>
                  <a:pt x="25710" y="63400"/>
                  <a:pt x="29383" y="63400"/>
                </a:cubicBezTo>
                <a:cubicBezTo>
                  <a:pt x="29383" y="67130"/>
                  <a:pt x="33056" y="67130"/>
                  <a:pt x="36728" y="70858"/>
                </a:cubicBezTo>
                <a:cubicBezTo>
                  <a:pt x="36728" y="74588"/>
                  <a:pt x="36728" y="74588"/>
                  <a:pt x="36728" y="78317"/>
                </a:cubicBezTo>
                <a:cubicBezTo>
                  <a:pt x="36728" y="82047"/>
                  <a:pt x="36728" y="82047"/>
                  <a:pt x="36728" y="85777"/>
                </a:cubicBezTo>
                <a:cubicBezTo>
                  <a:pt x="33056" y="85777"/>
                  <a:pt x="33056" y="85777"/>
                  <a:pt x="29383" y="89506"/>
                </a:cubicBezTo>
                <a:cubicBezTo>
                  <a:pt x="29383" y="89506"/>
                  <a:pt x="29383" y="89506"/>
                  <a:pt x="29383" y="89506"/>
                </a:cubicBezTo>
                <a:cubicBezTo>
                  <a:pt x="29383" y="89506"/>
                  <a:pt x="29383" y="89506"/>
                  <a:pt x="29383" y="89506"/>
                </a:cubicBezTo>
                <a:cubicBezTo>
                  <a:pt x="29383" y="89506"/>
                  <a:pt x="29383" y="89506"/>
                  <a:pt x="29383" y="89506"/>
                </a:cubicBezTo>
                <a:cubicBezTo>
                  <a:pt x="29383" y="89506"/>
                  <a:pt x="29383" y="89506"/>
                  <a:pt x="29383" y="89506"/>
                </a:cubicBezTo>
                <a:cubicBezTo>
                  <a:pt x="25710" y="89506"/>
                  <a:pt x="25710" y="85777"/>
                  <a:pt x="22037" y="85777"/>
                </a:cubicBezTo>
                <a:cubicBezTo>
                  <a:pt x="22037" y="82047"/>
                  <a:pt x="22037" y="78317"/>
                  <a:pt x="22037" y="74588"/>
                </a:cubicBezTo>
                <a:cubicBezTo>
                  <a:pt x="22037" y="74588"/>
                  <a:pt x="22037" y="74588"/>
                  <a:pt x="22037" y="74588"/>
                </a:cubicBezTo>
                <a:cubicBezTo>
                  <a:pt x="22037" y="74588"/>
                  <a:pt x="22037" y="70858"/>
                  <a:pt x="22037" y="70858"/>
                </a:cubicBezTo>
                <a:cubicBezTo>
                  <a:pt x="22037" y="70858"/>
                  <a:pt x="22037" y="70858"/>
                  <a:pt x="22037" y="70858"/>
                </a:cubicBezTo>
                <a:cubicBezTo>
                  <a:pt x="22037" y="70858"/>
                  <a:pt x="22037" y="70858"/>
                  <a:pt x="22037" y="70858"/>
                </a:cubicBezTo>
                <a:cubicBezTo>
                  <a:pt x="22037" y="70858"/>
                  <a:pt x="22037" y="70858"/>
                  <a:pt x="22037" y="70858"/>
                </a:cubicBezTo>
                <a:cubicBezTo>
                  <a:pt x="22037" y="70858"/>
                  <a:pt x="22037" y="70858"/>
                  <a:pt x="22037" y="70858"/>
                </a:cubicBezTo>
                <a:cubicBezTo>
                  <a:pt x="0" y="70858"/>
                  <a:pt x="0" y="70858"/>
                  <a:pt x="0" y="70858"/>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2997200" y="1003300"/>
            <a:ext cx="25632" cy="100651"/>
          </a:xfrm>
          <a:custGeom>
            <a:avLst/>
            <a:gdLst/>
            <a:ahLst/>
            <a:cxnLst/>
            <a:rect l="l" t="t" r="r" b="b"/>
            <a:pathLst>
              <a:path w="25632" h="100651">
                <a:moveTo>
                  <a:pt x="0" y="100651"/>
                </a:moveTo>
                <a:lnTo>
                  <a:pt x="25632" y="100651"/>
                </a:lnTo>
                <a:lnTo>
                  <a:pt x="25632" y="0"/>
                </a:lnTo>
                <a:lnTo>
                  <a:pt x="0" y="0"/>
                </a:lnTo>
                <a:lnTo>
                  <a:pt x="0" y="100651"/>
                </a:lnTo>
                <a:lnTo>
                  <a:pt x="0"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3060700" y="1003300"/>
            <a:ext cx="62516" cy="100651"/>
          </a:xfrm>
          <a:custGeom>
            <a:avLst/>
            <a:gdLst/>
            <a:ahLst/>
            <a:cxnLst/>
            <a:rect l="l" t="t" r="r" b="b"/>
            <a:pathLst>
              <a:path w="62516" h="100651">
                <a:moveTo>
                  <a:pt x="18755" y="100651"/>
                </a:moveTo>
                <a:lnTo>
                  <a:pt x="44386" y="100651"/>
                </a:lnTo>
                <a:lnTo>
                  <a:pt x="44386" y="18755"/>
                </a:lnTo>
                <a:lnTo>
                  <a:pt x="62516" y="18755"/>
                </a:lnTo>
                <a:lnTo>
                  <a:pt x="62516" y="0"/>
                </a:lnTo>
                <a:lnTo>
                  <a:pt x="0" y="0"/>
                </a:lnTo>
                <a:lnTo>
                  <a:pt x="0" y="18755"/>
                </a:lnTo>
                <a:lnTo>
                  <a:pt x="18755" y="18755"/>
                </a:lnTo>
                <a:lnTo>
                  <a:pt x="18755" y="100651"/>
                </a:lnTo>
                <a:lnTo>
                  <a:pt x="18755"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3149600" y="1003300"/>
            <a:ext cx="70018" cy="100651"/>
          </a:xfrm>
          <a:custGeom>
            <a:avLst/>
            <a:gdLst/>
            <a:ahLst/>
            <a:cxnLst/>
            <a:rect l="l" t="t" r="r" b="b"/>
            <a:pathLst>
              <a:path w="70018" h="100651">
                <a:moveTo>
                  <a:pt x="21881" y="100651"/>
                </a:moveTo>
                <a:lnTo>
                  <a:pt x="48137" y="100651"/>
                </a:lnTo>
                <a:lnTo>
                  <a:pt x="48137" y="55640"/>
                </a:lnTo>
                <a:lnTo>
                  <a:pt x="70018" y="0"/>
                </a:lnTo>
                <a:lnTo>
                  <a:pt x="48137" y="0"/>
                </a:lnTo>
                <a:lnTo>
                  <a:pt x="36885" y="33759"/>
                </a:lnTo>
                <a:lnTo>
                  <a:pt x="21881" y="0"/>
                </a:lnTo>
                <a:lnTo>
                  <a:pt x="0" y="0"/>
                </a:lnTo>
                <a:lnTo>
                  <a:pt x="21881" y="55640"/>
                </a:lnTo>
                <a:lnTo>
                  <a:pt x="21881" y="100651"/>
                </a:lnTo>
                <a:lnTo>
                  <a:pt x="21881" y="100651"/>
                </a:ln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800100" y="749300"/>
            <a:ext cx="33134" cy="74394"/>
          </a:xfrm>
          <a:custGeom>
            <a:avLst/>
            <a:gdLst/>
            <a:ahLst/>
            <a:cxnLst/>
            <a:rect l="l" t="t" r="r" b="b"/>
            <a:pathLst>
              <a:path w="33134" h="74394">
                <a:moveTo>
                  <a:pt x="22089" y="0"/>
                </a:moveTo>
                <a:cubicBezTo>
                  <a:pt x="14726" y="7440"/>
                  <a:pt x="11045" y="11159"/>
                  <a:pt x="0" y="11159"/>
                </a:cubicBezTo>
                <a:cubicBezTo>
                  <a:pt x="0" y="18598"/>
                  <a:pt x="0" y="18598"/>
                  <a:pt x="0" y="18598"/>
                </a:cubicBezTo>
                <a:cubicBezTo>
                  <a:pt x="3682" y="18598"/>
                  <a:pt x="3682" y="18598"/>
                  <a:pt x="3682" y="18598"/>
                </a:cubicBezTo>
                <a:cubicBezTo>
                  <a:pt x="7363" y="18598"/>
                  <a:pt x="7363" y="22318"/>
                  <a:pt x="11045" y="22318"/>
                </a:cubicBezTo>
                <a:cubicBezTo>
                  <a:pt x="11045" y="22318"/>
                  <a:pt x="11045" y="22318"/>
                  <a:pt x="11045" y="22318"/>
                </a:cubicBezTo>
                <a:cubicBezTo>
                  <a:pt x="14726" y="26038"/>
                  <a:pt x="14726" y="29757"/>
                  <a:pt x="14726" y="33477"/>
                </a:cubicBezTo>
                <a:cubicBezTo>
                  <a:pt x="14726" y="74394"/>
                  <a:pt x="14726" y="74394"/>
                  <a:pt x="14726" y="74394"/>
                </a:cubicBezTo>
                <a:cubicBezTo>
                  <a:pt x="33134" y="74394"/>
                  <a:pt x="33134" y="74394"/>
                  <a:pt x="33134" y="74394"/>
                </a:cubicBezTo>
                <a:cubicBezTo>
                  <a:pt x="33134" y="0"/>
                  <a:pt x="33134" y="0"/>
                  <a:pt x="33134" y="0"/>
                </a:cubicBezTo>
                <a:cubicBezTo>
                  <a:pt x="22089" y="0"/>
                  <a:pt x="22089" y="0"/>
                  <a:pt x="22089"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876300" y="749300"/>
            <a:ext cx="44387" cy="81896"/>
          </a:xfrm>
          <a:custGeom>
            <a:avLst/>
            <a:gdLst/>
            <a:ahLst/>
            <a:cxnLst/>
            <a:rect l="l" t="t" r="r" b="b"/>
            <a:pathLst>
              <a:path w="44387" h="81896">
                <a:moveTo>
                  <a:pt x="0" y="70729"/>
                </a:moveTo>
                <a:cubicBezTo>
                  <a:pt x="3700" y="74451"/>
                  <a:pt x="3700" y="74451"/>
                  <a:pt x="7398" y="78174"/>
                </a:cubicBezTo>
                <a:cubicBezTo>
                  <a:pt x="11097" y="78174"/>
                  <a:pt x="14796" y="81896"/>
                  <a:pt x="22193" y="81896"/>
                </a:cubicBezTo>
                <a:cubicBezTo>
                  <a:pt x="25893" y="81896"/>
                  <a:pt x="29591" y="78174"/>
                  <a:pt x="33291" y="78174"/>
                </a:cubicBezTo>
                <a:cubicBezTo>
                  <a:pt x="36989" y="78174"/>
                  <a:pt x="40688" y="74451"/>
                  <a:pt x="40688" y="70729"/>
                </a:cubicBezTo>
                <a:cubicBezTo>
                  <a:pt x="44386" y="70729"/>
                  <a:pt x="44386" y="67005"/>
                  <a:pt x="44386" y="63283"/>
                </a:cubicBezTo>
                <a:cubicBezTo>
                  <a:pt x="44386" y="59560"/>
                  <a:pt x="44386" y="55838"/>
                  <a:pt x="44386" y="44671"/>
                </a:cubicBezTo>
                <a:cubicBezTo>
                  <a:pt x="44386" y="33503"/>
                  <a:pt x="44386" y="33503"/>
                  <a:pt x="44386" y="33503"/>
                </a:cubicBezTo>
                <a:cubicBezTo>
                  <a:pt x="44386" y="26058"/>
                  <a:pt x="44386" y="22335"/>
                  <a:pt x="44386" y="18613"/>
                </a:cubicBezTo>
                <a:cubicBezTo>
                  <a:pt x="44386" y="14891"/>
                  <a:pt x="44386" y="11167"/>
                  <a:pt x="40688" y="11167"/>
                </a:cubicBezTo>
                <a:cubicBezTo>
                  <a:pt x="40688" y="7445"/>
                  <a:pt x="36989" y="3722"/>
                  <a:pt x="33291" y="3722"/>
                </a:cubicBezTo>
                <a:cubicBezTo>
                  <a:pt x="29591" y="3722"/>
                  <a:pt x="25893" y="0"/>
                  <a:pt x="22193" y="0"/>
                </a:cubicBezTo>
                <a:cubicBezTo>
                  <a:pt x="18495" y="0"/>
                  <a:pt x="14796" y="3722"/>
                  <a:pt x="11097" y="3722"/>
                </a:cubicBezTo>
                <a:cubicBezTo>
                  <a:pt x="7398" y="3722"/>
                  <a:pt x="3700" y="7445"/>
                  <a:pt x="3700" y="7445"/>
                </a:cubicBezTo>
                <a:cubicBezTo>
                  <a:pt x="0" y="11167"/>
                  <a:pt x="0" y="14891"/>
                  <a:pt x="0" y="14891"/>
                </a:cubicBezTo>
                <a:cubicBezTo>
                  <a:pt x="0" y="18613"/>
                  <a:pt x="0" y="22335"/>
                  <a:pt x="0" y="26058"/>
                </a:cubicBezTo>
                <a:cubicBezTo>
                  <a:pt x="0" y="33503"/>
                  <a:pt x="0" y="33503"/>
                  <a:pt x="0" y="33503"/>
                </a:cubicBezTo>
                <a:cubicBezTo>
                  <a:pt x="0" y="37225"/>
                  <a:pt x="0" y="40949"/>
                  <a:pt x="0" y="44671"/>
                </a:cubicBezTo>
                <a:cubicBezTo>
                  <a:pt x="0" y="48393"/>
                  <a:pt x="3700" y="48393"/>
                  <a:pt x="3700" y="52116"/>
                </a:cubicBezTo>
                <a:cubicBezTo>
                  <a:pt x="7398" y="52116"/>
                  <a:pt x="11097" y="55838"/>
                  <a:pt x="14796" y="55838"/>
                </a:cubicBezTo>
                <a:cubicBezTo>
                  <a:pt x="18495" y="55838"/>
                  <a:pt x="18495" y="52116"/>
                  <a:pt x="22193" y="52116"/>
                </a:cubicBezTo>
                <a:cubicBezTo>
                  <a:pt x="22193" y="52116"/>
                  <a:pt x="25893" y="48393"/>
                  <a:pt x="25893" y="48393"/>
                </a:cubicBezTo>
                <a:cubicBezTo>
                  <a:pt x="25893" y="59560"/>
                  <a:pt x="25893" y="59560"/>
                  <a:pt x="25893" y="59560"/>
                </a:cubicBezTo>
                <a:cubicBezTo>
                  <a:pt x="25893" y="63283"/>
                  <a:pt x="25893" y="63283"/>
                  <a:pt x="25893" y="67005"/>
                </a:cubicBezTo>
                <a:cubicBezTo>
                  <a:pt x="25893" y="67005"/>
                  <a:pt x="25893" y="67005"/>
                  <a:pt x="25893" y="67005"/>
                </a:cubicBezTo>
                <a:cubicBezTo>
                  <a:pt x="22193" y="67005"/>
                  <a:pt x="22193" y="70729"/>
                  <a:pt x="22193" y="70729"/>
                </a:cubicBezTo>
                <a:cubicBezTo>
                  <a:pt x="22193" y="70729"/>
                  <a:pt x="18495" y="67005"/>
                  <a:pt x="18495" y="67005"/>
                </a:cubicBezTo>
                <a:cubicBezTo>
                  <a:pt x="18495" y="67005"/>
                  <a:pt x="18495" y="67005"/>
                  <a:pt x="18495" y="67005"/>
                </a:cubicBezTo>
                <a:cubicBezTo>
                  <a:pt x="18495" y="63283"/>
                  <a:pt x="18495" y="63283"/>
                  <a:pt x="18495" y="59560"/>
                </a:cubicBezTo>
                <a:cubicBezTo>
                  <a:pt x="0" y="59560"/>
                  <a:pt x="0" y="59560"/>
                  <a:pt x="0" y="59560"/>
                </a:cubicBezTo>
                <a:cubicBezTo>
                  <a:pt x="0" y="63283"/>
                  <a:pt x="0" y="67005"/>
                  <a:pt x="0" y="70729"/>
                </a:cubicBezTo>
                <a:cubicBezTo>
                  <a:pt x="0" y="70729"/>
                  <a:pt x="0" y="70729"/>
                  <a:pt x="0" y="70729"/>
                </a:cubicBezTo>
                <a:close/>
                <a:moveTo>
                  <a:pt x="18495" y="22335"/>
                </a:moveTo>
                <a:cubicBezTo>
                  <a:pt x="18495" y="18613"/>
                  <a:pt x="18495" y="14891"/>
                  <a:pt x="18495" y="14891"/>
                </a:cubicBezTo>
                <a:cubicBezTo>
                  <a:pt x="22193" y="14891"/>
                  <a:pt x="22193" y="14891"/>
                  <a:pt x="22193" y="14891"/>
                </a:cubicBezTo>
                <a:cubicBezTo>
                  <a:pt x="22193" y="14891"/>
                  <a:pt x="25893" y="14891"/>
                  <a:pt x="25893" y="14891"/>
                </a:cubicBezTo>
                <a:cubicBezTo>
                  <a:pt x="25893" y="14891"/>
                  <a:pt x="25893" y="18613"/>
                  <a:pt x="25893" y="22335"/>
                </a:cubicBezTo>
                <a:cubicBezTo>
                  <a:pt x="25893" y="33503"/>
                  <a:pt x="25893" y="33503"/>
                  <a:pt x="25893" y="33503"/>
                </a:cubicBezTo>
                <a:cubicBezTo>
                  <a:pt x="25893" y="37225"/>
                  <a:pt x="25893" y="40949"/>
                  <a:pt x="25893" y="40949"/>
                </a:cubicBezTo>
                <a:cubicBezTo>
                  <a:pt x="25893" y="40949"/>
                  <a:pt x="22193" y="40949"/>
                  <a:pt x="22193" y="40949"/>
                </a:cubicBezTo>
                <a:cubicBezTo>
                  <a:pt x="22193" y="40949"/>
                  <a:pt x="18495" y="40949"/>
                  <a:pt x="18495" y="40949"/>
                </a:cubicBezTo>
                <a:cubicBezTo>
                  <a:pt x="18495" y="40949"/>
                  <a:pt x="18495" y="37225"/>
                  <a:pt x="18495" y="33503"/>
                </a:cubicBezTo>
                <a:cubicBezTo>
                  <a:pt x="18495" y="22335"/>
                  <a:pt x="18495" y="22335"/>
                  <a:pt x="18495" y="22335"/>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952500" y="749300"/>
            <a:ext cx="40010" cy="78144"/>
          </a:xfrm>
          <a:custGeom>
            <a:avLst/>
            <a:gdLst/>
            <a:ahLst/>
            <a:cxnLst/>
            <a:rect l="l" t="t" r="r" b="b"/>
            <a:pathLst>
              <a:path w="40010" h="78144">
                <a:moveTo>
                  <a:pt x="18186" y="66981"/>
                </a:moveTo>
                <a:cubicBezTo>
                  <a:pt x="29098" y="52097"/>
                  <a:pt x="36373" y="40933"/>
                  <a:pt x="40010" y="33491"/>
                </a:cubicBezTo>
                <a:cubicBezTo>
                  <a:pt x="40010" y="29770"/>
                  <a:pt x="40010" y="26048"/>
                  <a:pt x="40010" y="22327"/>
                </a:cubicBezTo>
                <a:cubicBezTo>
                  <a:pt x="40010" y="14884"/>
                  <a:pt x="40010" y="11163"/>
                  <a:pt x="36373" y="7442"/>
                </a:cubicBezTo>
                <a:cubicBezTo>
                  <a:pt x="32736" y="3721"/>
                  <a:pt x="25461" y="0"/>
                  <a:pt x="18186" y="0"/>
                </a:cubicBezTo>
                <a:cubicBezTo>
                  <a:pt x="14549" y="0"/>
                  <a:pt x="10912" y="3721"/>
                  <a:pt x="10912" y="3721"/>
                </a:cubicBezTo>
                <a:cubicBezTo>
                  <a:pt x="7275" y="3721"/>
                  <a:pt x="3637" y="7442"/>
                  <a:pt x="3637" y="7442"/>
                </a:cubicBezTo>
                <a:cubicBezTo>
                  <a:pt x="0" y="11163"/>
                  <a:pt x="0" y="14884"/>
                  <a:pt x="0" y="14884"/>
                </a:cubicBezTo>
                <a:cubicBezTo>
                  <a:pt x="0" y="18606"/>
                  <a:pt x="0" y="22327"/>
                  <a:pt x="0" y="26048"/>
                </a:cubicBezTo>
                <a:cubicBezTo>
                  <a:pt x="0" y="29770"/>
                  <a:pt x="0" y="29770"/>
                  <a:pt x="0" y="29770"/>
                </a:cubicBezTo>
                <a:cubicBezTo>
                  <a:pt x="14549" y="29770"/>
                  <a:pt x="14549" y="29770"/>
                  <a:pt x="14549" y="29770"/>
                </a:cubicBezTo>
                <a:cubicBezTo>
                  <a:pt x="14549" y="22327"/>
                  <a:pt x="14549" y="22327"/>
                  <a:pt x="14549" y="22327"/>
                </a:cubicBezTo>
                <a:cubicBezTo>
                  <a:pt x="14549" y="18606"/>
                  <a:pt x="14549" y="14884"/>
                  <a:pt x="18186" y="14884"/>
                </a:cubicBezTo>
                <a:cubicBezTo>
                  <a:pt x="18186" y="14884"/>
                  <a:pt x="18186" y="14884"/>
                  <a:pt x="18186" y="14884"/>
                </a:cubicBezTo>
                <a:cubicBezTo>
                  <a:pt x="21824" y="14884"/>
                  <a:pt x="21824" y="14884"/>
                  <a:pt x="21824" y="14884"/>
                </a:cubicBezTo>
                <a:cubicBezTo>
                  <a:pt x="25461" y="14884"/>
                  <a:pt x="25461" y="18606"/>
                  <a:pt x="25461" y="18606"/>
                </a:cubicBezTo>
                <a:cubicBezTo>
                  <a:pt x="25461" y="22327"/>
                  <a:pt x="21824" y="26048"/>
                  <a:pt x="21824" y="29770"/>
                </a:cubicBezTo>
                <a:cubicBezTo>
                  <a:pt x="18186" y="37212"/>
                  <a:pt x="10912" y="48376"/>
                  <a:pt x="0" y="66981"/>
                </a:cubicBezTo>
                <a:cubicBezTo>
                  <a:pt x="0" y="78144"/>
                  <a:pt x="0" y="78144"/>
                  <a:pt x="0" y="78144"/>
                </a:cubicBezTo>
                <a:cubicBezTo>
                  <a:pt x="40010" y="78144"/>
                  <a:pt x="40010" y="78144"/>
                  <a:pt x="40010" y="78144"/>
                </a:cubicBezTo>
                <a:cubicBezTo>
                  <a:pt x="40010" y="66981"/>
                  <a:pt x="40010" y="66981"/>
                  <a:pt x="40010" y="66981"/>
                </a:cubicBezTo>
                <a:cubicBezTo>
                  <a:pt x="18186" y="66981"/>
                  <a:pt x="18186" y="66981"/>
                  <a:pt x="18186" y="66981"/>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8700" y="749300"/>
            <a:ext cx="44387" cy="81896"/>
          </a:xfrm>
          <a:custGeom>
            <a:avLst/>
            <a:gdLst/>
            <a:ahLst/>
            <a:cxnLst/>
            <a:rect l="l" t="t" r="r" b="b"/>
            <a:pathLst>
              <a:path w="44387" h="81896">
                <a:moveTo>
                  <a:pt x="44386" y="14891"/>
                </a:moveTo>
                <a:cubicBezTo>
                  <a:pt x="44386" y="14891"/>
                  <a:pt x="40688" y="11167"/>
                  <a:pt x="40688" y="7445"/>
                </a:cubicBezTo>
                <a:cubicBezTo>
                  <a:pt x="40688" y="7445"/>
                  <a:pt x="36989" y="3722"/>
                  <a:pt x="33291" y="3722"/>
                </a:cubicBezTo>
                <a:cubicBezTo>
                  <a:pt x="29591" y="3722"/>
                  <a:pt x="25893" y="0"/>
                  <a:pt x="22193" y="0"/>
                </a:cubicBezTo>
                <a:cubicBezTo>
                  <a:pt x="18495" y="0"/>
                  <a:pt x="14796" y="3722"/>
                  <a:pt x="11097" y="3722"/>
                </a:cubicBezTo>
                <a:cubicBezTo>
                  <a:pt x="7398" y="7445"/>
                  <a:pt x="3700" y="11167"/>
                  <a:pt x="3700" y="14891"/>
                </a:cubicBezTo>
                <a:cubicBezTo>
                  <a:pt x="0" y="18613"/>
                  <a:pt x="0" y="22335"/>
                  <a:pt x="0" y="29780"/>
                </a:cubicBezTo>
                <a:cubicBezTo>
                  <a:pt x="0" y="55838"/>
                  <a:pt x="0" y="55838"/>
                  <a:pt x="0" y="55838"/>
                </a:cubicBezTo>
                <a:cubicBezTo>
                  <a:pt x="0" y="59560"/>
                  <a:pt x="0" y="63283"/>
                  <a:pt x="0" y="67005"/>
                </a:cubicBezTo>
                <a:cubicBezTo>
                  <a:pt x="3700" y="70729"/>
                  <a:pt x="3700" y="70729"/>
                  <a:pt x="3700" y="74451"/>
                </a:cubicBezTo>
                <a:cubicBezTo>
                  <a:pt x="7398" y="74451"/>
                  <a:pt x="11097" y="78174"/>
                  <a:pt x="11097" y="78174"/>
                </a:cubicBezTo>
                <a:cubicBezTo>
                  <a:pt x="14796" y="78174"/>
                  <a:pt x="18495" y="81896"/>
                  <a:pt x="22193" y="81896"/>
                </a:cubicBezTo>
                <a:cubicBezTo>
                  <a:pt x="25893" y="81896"/>
                  <a:pt x="29591" y="78174"/>
                  <a:pt x="33291" y="78174"/>
                </a:cubicBezTo>
                <a:cubicBezTo>
                  <a:pt x="36989" y="78174"/>
                  <a:pt x="36989" y="78174"/>
                  <a:pt x="40688" y="74451"/>
                </a:cubicBezTo>
                <a:cubicBezTo>
                  <a:pt x="40688" y="70729"/>
                  <a:pt x="44386" y="70729"/>
                  <a:pt x="44386" y="67005"/>
                </a:cubicBezTo>
                <a:cubicBezTo>
                  <a:pt x="44386" y="63283"/>
                  <a:pt x="44386" y="59560"/>
                  <a:pt x="44386" y="55838"/>
                </a:cubicBezTo>
                <a:cubicBezTo>
                  <a:pt x="44386" y="29780"/>
                  <a:pt x="44386" y="29780"/>
                  <a:pt x="44386" y="29780"/>
                </a:cubicBezTo>
                <a:cubicBezTo>
                  <a:pt x="44386" y="22335"/>
                  <a:pt x="44386" y="18613"/>
                  <a:pt x="44386" y="14891"/>
                </a:cubicBezTo>
                <a:cubicBezTo>
                  <a:pt x="44386" y="14891"/>
                  <a:pt x="44386" y="14891"/>
                  <a:pt x="44386" y="14891"/>
                </a:cubicBezTo>
                <a:close/>
                <a:moveTo>
                  <a:pt x="25893" y="59560"/>
                </a:moveTo>
                <a:cubicBezTo>
                  <a:pt x="25893" y="63283"/>
                  <a:pt x="25893" y="67005"/>
                  <a:pt x="25893" y="67005"/>
                </a:cubicBezTo>
                <a:cubicBezTo>
                  <a:pt x="25893" y="67005"/>
                  <a:pt x="25893" y="67005"/>
                  <a:pt x="22193" y="67005"/>
                </a:cubicBezTo>
                <a:cubicBezTo>
                  <a:pt x="22193" y="67005"/>
                  <a:pt x="22193" y="67005"/>
                  <a:pt x="18495" y="67005"/>
                </a:cubicBezTo>
                <a:cubicBezTo>
                  <a:pt x="18495" y="67005"/>
                  <a:pt x="18495" y="63283"/>
                  <a:pt x="18495" y="59560"/>
                </a:cubicBezTo>
                <a:cubicBezTo>
                  <a:pt x="18495" y="22335"/>
                  <a:pt x="18495" y="22335"/>
                  <a:pt x="18495" y="22335"/>
                </a:cubicBezTo>
                <a:cubicBezTo>
                  <a:pt x="18495" y="18613"/>
                  <a:pt x="18495" y="14891"/>
                  <a:pt x="18495" y="14891"/>
                </a:cubicBezTo>
                <a:cubicBezTo>
                  <a:pt x="22193" y="14891"/>
                  <a:pt x="22193" y="14891"/>
                  <a:pt x="22193" y="14891"/>
                </a:cubicBezTo>
                <a:cubicBezTo>
                  <a:pt x="25893" y="14891"/>
                  <a:pt x="25893" y="14891"/>
                  <a:pt x="25893" y="14891"/>
                </a:cubicBezTo>
                <a:cubicBezTo>
                  <a:pt x="25893" y="14891"/>
                  <a:pt x="25893" y="18613"/>
                  <a:pt x="25893" y="22335"/>
                </a:cubicBezTo>
                <a:cubicBezTo>
                  <a:pt x="25893" y="59560"/>
                  <a:pt x="25893" y="59560"/>
                  <a:pt x="25893" y="5956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596900" y="431800"/>
            <a:ext cx="711200" cy="723900"/>
          </a:xfrm>
          <a:prstGeom prst="ellipse">
            <a:avLst/>
          </a:pr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584200" y="431800"/>
            <a:ext cx="717683" cy="743941"/>
          </a:xfrm>
          <a:custGeom>
            <a:avLst/>
            <a:gdLst/>
            <a:ahLst/>
            <a:cxnLst/>
            <a:rect l="l" t="t" r="r" b="b"/>
            <a:pathLst>
              <a:path w="717683" h="743941">
                <a:moveTo>
                  <a:pt x="702962" y="371970"/>
                </a:moveTo>
                <a:cubicBezTo>
                  <a:pt x="702962" y="491000"/>
                  <a:pt x="640394" y="598872"/>
                  <a:pt x="544703" y="662107"/>
                </a:cubicBezTo>
                <a:cubicBezTo>
                  <a:pt x="441651" y="725341"/>
                  <a:pt x="312837" y="729061"/>
                  <a:pt x="209784" y="673265"/>
                </a:cubicBezTo>
                <a:cubicBezTo>
                  <a:pt x="106732" y="621190"/>
                  <a:pt x="40485" y="513319"/>
                  <a:pt x="29444" y="398008"/>
                </a:cubicBezTo>
                <a:cubicBezTo>
                  <a:pt x="22083" y="278977"/>
                  <a:pt x="77288" y="163666"/>
                  <a:pt x="169300" y="96712"/>
                </a:cubicBezTo>
                <a:cubicBezTo>
                  <a:pt x="264991" y="26038"/>
                  <a:pt x="393805" y="11159"/>
                  <a:pt x="500537" y="59515"/>
                </a:cubicBezTo>
                <a:cubicBezTo>
                  <a:pt x="607271" y="107871"/>
                  <a:pt x="680879" y="208303"/>
                  <a:pt x="699281" y="319894"/>
                </a:cubicBezTo>
                <a:cubicBezTo>
                  <a:pt x="702962" y="338493"/>
                  <a:pt x="702962" y="353371"/>
                  <a:pt x="702962" y="371970"/>
                </a:cubicBezTo>
                <a:cubicBezTo>
                  <a:pt x="702962" y="379410"/>
                  <a:pt x="717683" y="379410"/>
                  <a:pt x="717683" y="371970"/>
                </a:cubicBezTo>
                <a:cubicBezTo>
                  <a:pt x="717683" y="252940"/>
                  <a:pt x="658796" y="145068"/>
                  <a:pt x="563105" y="78114"/>
                </a:cubicBezTo>
                <a:cubicBezTo>
                  <a:pt x="463734" y="11159"/>
                  <a:pt x="334919" y="0"/>
                  <a:pt x="228186" y="44637"/>
                </a:cubicBezTo>
                <a:cubicBezTo>
                  <a:pt x="121454" y="92992"/>
                  <a:pt x="44166" y="189705"/>
                  <a:pt x="22083" y="305016"/>
                </a:cubicBezTo>
                <a:cubicBezTo>
                  <a:pt x="0" y="420326"/>
                  <a:pt x="36805" y="543076"/>
                  <a:pt x="121454" y="624910"/>
                </a:cubicBezTo>
                <a:cubicBezTo>
                  <a:pt x="206103" y="706744"/>
                  <a:pt x="327558" y="743941"/>
                  <a:pt x="441651" y="717902"/>
                </a:cubicBezTo>
                <a:cubicBezTo>
                  <a:pt x="555744" y="691864"/>
                  <a:pt x="647755" y="610031"/>
                  <a:pt x="691920" y="502159"/>
                </a:cubicBezTo>
                <a:cubicBezTo>
                  <a:pt x="710322" y="461242"/>
                  <a:pt x="717683" y="416607"/>
                  <a:pt x="717683" y="371970"/>
                </a:cubicBezTo>
                <a:cubicBezTo>
                  <a:pt x="717683" y="364531"/>
                  <a:pt x="702962" y="364531"/>
                  <a:pt x="702962" y="37197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698500" y="546100"/>
            <a:ext cx="500753" cy="498878"/>
          </a:xfrm>
          <a:custGeom>
            <a:avLst/>
            <a:gdLst/>
            <a:ahLst/>
            <a:cxnLst/>
            <a:rect l="l" t="t" r="r" b="b"/>
            <a:pathLst>
              <a:path w="500753" h="498878">
                <a:moveTo>
                  <a:pt x="486025" y="249438"/>
                </a:moveTo>
                <a:cubicBezTo>
                  <a:pt x="486025" y="309006"/>
                  <a:pt x="463934" y="364851"/>
                  <a:pt x="427112" y="409525"/>
                </a:cubicBezTo>
                <a:cubicBezTo>
                  <a:pt x="390293" y="450478"/>
                  <a:pt x="335063" y="480262"/>
                  <a:pt x="276150" y="487708"/>
                </a:cubicBezTo>
                <a:cubicBezTo>
                  <a:pt x="268787" y="487708"/>
                  <a:pt x="261423" y="487708"/>
                  <a:pt x="254058" y="487708"/>
                </a:cubicBezTo>
                <a:cubicBezTo>
                  <a:pt x="202510" y="487708"/>
                  <a:pt x="154644" y="469094"/>
                  <a:pt x="114143" y="439310"/>
                </a:cubicBezTo>
                <a:cubicBezTo>
                  <a:pt x="66276" y="409525"/>
                  <a:pt x="33138" y="357405"/>
                  <a:pt x="22092" y="297837"/>
                </a:cubicBezTo>
                <a:cubicBezTo>
                  <a:pt x="11046" y="241992"/>
                  <a:pt x="18410" y="178702"/>
                  <a:pt x="47866" y="126581"/>
                </a:cubicBezTo>
                <a:cubicBezTo>
                  <a:pt x="77323" y="78182"/>
                  <a:pt x="125188" y="40952"/>
                  <a:pt x="180419" y="22338"/>
                </a:cubicBezTo>
                <a:cubicBezTo>
                  <a:pt x="202510" y="14892"/>
                  <a:pt x="228285" y="11168"/>
                  <a:pt x="250377" y="11168"/>
                </a:cubicBezTo>
                <a:cubicBezTo>
                  <a:pt x="287197" y="11168"/>
                  <a:pt x="320335" y="18614"/>
                  <a:pt x="349791" y="33506"/>
                </a:cubicBezTo>
                <a:cubicBezTo>
                  <a:pt x="401339" y="55844"/>
                  <a:pt x="441841" y="100520"/>
                  <a:pt x="467615" y="152641"/>
                </a:cubicBezTo>
                <a:cubicBezTo>
                  <a:pt x="478660" y="182425"/>
                  <a:pt x="486025" y="215932"/>
                  <a:pt x="486025" y="249438"/>
                </a:cubicBezTo>
                <a:close/>
                <a:moveTo>
                  <a:pt x="497070" y="249438"/>
                </a:moveTo>
                <a:cubicBezTo>
                  <a:pt x="500753" y="249438"/>
                  <a:pt x="500753" y="249438"/>
                  <a:pt x="500753" y="249438"/>
                </a:cubicBezTo>
                <a:cubicBezTo>
                  <a:pt x="497070" y="189871"/>
                  <a:pt x="478660" y="134027"/>
                  <a:pt x="441841" y="89351"/>
                </a:cubicBezTo>
                <a:cubicBezTo>
                  <a:pt x="405021" y="44676"/>
                  <a:pt x="353473" y="14892"/>
                  <a:pt x="298243" y="3722"/>
                </a:cubicBezTo>
                <a:cubicBezTo>
                  <a:pt x="283515" y="0"/>
                  <a:pt x="268787" y="0"/>
                  <a:pt x="254058" y="0"/>
                </a:cubicBezTo>
                <a:cubicBezTo>
                  <a:pt x="209874" y="0"/>
                  <a:pt x="165691" y="11168"/>
                  <a:pt x="128871" y="33506"/>
                </a:cubicBezTo>
                <a:cubicBezTo>
                  <a:pt x="81004" y="59567"/>
                  <a:pt x="44185" y="104243"/>
                  <a:pt x="22092" y="160087"/>
                </a:cubicBezTo>
                <a:cubicBezTo>
                  <a:pt x="0" y="212209"/>
                  <a:pt x="0" y="275500"/>
                  <a:pt x="18410" y="331344"/>
                </a:cubicBezTo>
                <a:cubicBezTo>
                  <a:pt x="36820" y="387189"/>
                  <a:pt x="73640" y="431864"/>
                  <a:pt x="125188" y="461648"/>
                </a:cubicBezTo>
                <a:cubicBezTo>
                  <a:pt x="162009" y="487708"/>
                  <a:pt x="206192" y="498878"/>
                  <a:pt x="254058" y="498878"/>
                </a:cubicBezTo>
                <a:cubicBezTo>
                  <a:pt x="265105" y="498878"/>
                  <a:pt x="279833" y="498878"/>
                  <a:pt x="290878" y="495154"/>
                </a:cubicBezTo>
                <a:cubicBezTo>
                  <a:pt x="346109" y="487708"/>
                  <a:pt x="397657" y="457924"/>
                  <a:pt x="438159" y="413249"/>
                </a:cubicBezTo>
                <a:cubicBezTo>
                  <a:pt x="474979" y="368573"/>
                  <a:pt x="497070" y="309006"/>
                  <a:pt x="500753" y="249438"/>
                </a:cubicBezTo>
                <a:cubicBezTo>
                  <a:pt x="497070" y="249438"/>
                  <a:pt x="497070" y="249438"/>
                  <a:pt x="497070" y="249438"/>
                </a:cubicBezTo>
                <a:cubicBezTo>
                  <a:pt x="500753" y="249438"/>
                  <a:pt x="500753" y="249438"/>
                  <a:pt x="500753" y="249438"/>
                </a:cubicBezTo>
                <a:cubicBezTo>
                  <a:pt x="497070" y="249438"/>
                  <a:pt x="497070" y="249438"/>
                  <a:pt x="497070" y="249438"/>
                </a:cubicBezTo>
                <a:cubicBezTo>
                  <a:pt x="500753" y="249438"/>
                  <a:pt x="500753" y="249438"/>
                  <a:pt x="500753" y="249438"/>
                </a:cubicBezTo>
                <a:cubicBezTo>
                  <a:pt x="497070" y="249438"/>
                  <a:pt x="497070" y="249438"/>
                  <a:pt x="497070" y="249438"/>
                </a:cubicBezTo>
                <a:cubicBezTo>
                  <a:pt x="500753" y="249438"/>
                  <a:pt x="500753" y="249438"/>
                  <a:pt x="500753" y="249438"/>
                </a:cubicBezTo>
                <a:cubicBezTo>
                  <a:pt x="497070" y="249438"/>
                  <a:pt x="497070" y="249438"/>
                  <a:pt x="497070" y="24943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647700" y="901700"/>
            <a:ext cx="51264" cy="40636"/>
          </a:xfrm>
          <a:custGeom>
            <a:avLst/>
            <a:gdLst/>
            <a:ahLst/>
            <a:cxnLst/>
            <a:rect l="l" t="t" r="r" b="b"/>
            <a:pathLst>
              <a:path w="51264" h="40636">
                <a:moveTo>
                  <a:pt x="51264" y="10627"/>
                </a:moveTo>
                <a:lnTo>
                  <a:pt x="47512" y="0"/>
                </a:lnTo>
                <a:lnTo>
                  <a:pt x="29383" y="6877"/>
                </a:lnTo>
                <a:lnTo>
                  <a:pt x="0" y="6877"/>
                </a:lnTo>
                <a:lnTo>
                  <a:pt x="3752" y="18131"/>
                </a:lnTo>
                <a:lnTo>
                  <a:pt x="21881" y="18131"/>
                </a:lnTo>
                <a:lnTo>
                  <a:pt x="7502" y="29383"/>
                </a:lnTo>
                <a:lnTo>
                  <a:pt x="14379" y="40636"/>
                </a:lnTo>
                <a:lnTo>
                  <a:pt x="33133" y="18131"/>
                </a:lnTo>
                <a:lnTo>
                  <a:pt x="51264" y="10627"/>
                </a:lnTo>
                <a:lnTo>
                  <a:pt x="51264" y="10627"/>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635000" y="812800"/>
            <a:ext cx="48137" cy="36885"/>
          </a:xfrm>
          <a:custGeom>
            <a:avLst/>
            <a:gdLst/>
            <a:ahLst/>
            <a:cxnLst/>
            <a:rect l="l" t="t" r="r" b="b"/>
            <a:pathLst>
              <a:path w="48137" h="36885">
                <a:moveTo>
                  <a:pt x="48137" y="36885"/>
                </a:moveTo>
                <a:lnTo>
                  <a:pt x="48137" y="25632"/>
                </a:lnTo>
                <a:lnTo>
                  <a:pt x="36885" y="25632"/>
                </a:lnTo>
                <a:lnTo>
                  <a:pt x="36885" y="15004"/>
                </a:lnTo>
                <a:lnTo>
                  <a:pt x="44386" y="15004"/>
                </a:lnTo>
                <a:lnTo>
                  <a:pt x="44386" y="0"/>
                </a:lnTo>
                <a:lnTo>
                  <a:pt x="0" y="18131"/>
                </a:lnTo>
                <a:lnTo>
                  <a:pt x="0" y="33134"/>
                </a:lnTo>
                <a:lnTo>
                  <a:pt x="48137" y="36885"/>
                </a:lnTo>
                <a:lnTo>
                  <a:pt x="48137" y="36885"/>
                </a:lnTo>
                <a:close/>
                <a:moveTo>
                  <a:pt x="29383" y="25632"/>
                </a:moveTo>
                <a:lnTo>
                  <a:pt x="7502" y="25632"/>
                </a:lnTo>
                <a:lnTo>
                  <a:pt x="29383" y="18131"/>
                </a:lnTo>
                <a:lnTo>
                  <a:pt x="29383" y="25632"/>
                </a:lnTo>
                <a:lnTo>
                  <a:pt x="29383" y="256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635000" y="749300"/>
            <a:ext cx="51264" cy="33134"/>
          </a:xfrm>
          <a:custGeom>
            <a:avLst/>
            <a:gdLst/>
            <a:ahLst/>
            <a:cxnLst/>
            <a:rect l="l" t="t" r="r" b="b"/>
            <a:pathLst>
              <a:path w="51264" h="33134">
                <a:moveTo>
                  <a:pt x="47512" y="33134"/>
                </a:moveTo>
                <a:lnTo>
                  <a:pt x="47512" y="21881"/>
                </a:lnTo>
                <a:lnTo>
                  <a:pt x="21881" y="21881"/>
                </a:lnTo>
                <a:lnTo>
                  <a:pt x="51264" y="15004"/>
                </a:lnTo>
                <a:lnTo>
                  <a:pt x="51264" y="3752"/>
                </a:lnTo>
                <a:lnTo>
                  <a:pt x="3125" y="0"/>
                </a:lnTo>
                <a:lnTo>
                  <a:pt x="3125" y="11253"/>
                </a:lnTo>
                <a:lnTo>
                  <a:pt x="29383" y="11253"/>
                </a:lnTo>
                <a:lnTo>
                  <a:pt x="0" y="18131"/>
                </a:lnTo>
                <a:lnTo>
                  <a:pt x="0" y="29383"/>
                </a:lnTo>
                <a:lnTo>
                  <a:pt x="47512" y="33134"/>
                </a:lnTo>
                <a:lnTo>
                  <a:pt x="47512" y="33134"/>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647700" y="673100"/>
            <a:ext cx="47512" cy="40636"/>
          </a:xfrm>
          <a:custGeom>
            <a:avLst/>
            <a:gdLst/>
            <a:ahLst/>
            <a:cxnLst/>
            <a:rect l="l" t="t" r="r" b="b"/>
            <a:pathLst>
              <a:path w="47512" h="40636">
                <a:moveTo>
                  <a:pt x="25583" y="36942"/>
                </a:moveTo>
                <a:cubicBezTo>
                  <a:pt x="25583" y="36942"/>
                  <a:pt x="25583" y="36942"/>
                  <a:pt x="25583" y="36942"/>
                </a:cubicBezTo>
                <a:cubicBezTo>
                  <a:pt x="25583" y="36942"/>
                  <a:pt x="25583" y="36942"/>
                  <a:pt x="25583" y="36942"/>
                </a:cubicBezTo>
                <a:cubicBezTo>
                  <a:pt x="25583" y="36942"/>
                  <a:pt x="25583" y="36942"/>
                  <a:pt x="25583" y="36942"/>
                </a:cubicBezTo>
                <a:cubicBezTo>
                  <a:pt x="25583" y="36942"/>
                  <a:pt x="25583" y="36942"/>
                  <a:pt x="25583" y="36942"/>
                </a:cubicBezTo>
                <a:cubicBezTo>
                  <a:pt x="29238" y="36942"/>
                  <a:pt x="29238" y="36942"/>
                  <a:pt x="29238" y="36942"/>
                </a:cubicBezTo>
                <a:cubicBezTo>
                  <a:pt x="29238" y="36942"/>
                  <a:pt x="29238" y="36942"/>
                  <a:pt x="29238" y="36942"/>
                </a:cubicBezTo>
                <a:cubicBezTo>
                  <a:pt x="32893" y="40636"/>
                  <a:pt x="36548" y="40636"/>
                  <a:pt x="40202" y="36942"/>
                </a:cubicBezTo>
                <a:cubicBezTo>
                  <a:pt x="43857" y="36942"/>
                  <a:pt x="43857" y="33247"/>
                  <a:pt x="47512" y="29553"/>
                </a:cubicBezTo>
                <a:cubicBezTo>
                  <a:pt x="47512" y="29553"/>
                  <a:pt x="47512" y="29553"/>
                  <a:pt x="47512" y="29553"/>
                </a:cubicBezTo>
                <a:cubicBezTo>
                  <a:pt x="47512" y="25860"/>
                  <a:pt x="47512" y="22165"/>
                  <a:pt x="47512" y="18471"/>
                </a:cubicBezTo>
                <a:cubicBezTo>
                  <a:pt x="47512" y="14776"/>
                  <a:pt x="43857" y="11082"/>
                  <a:pt x="40202" y="11082"/>
                </a:cubicBezTo>
                <a:cubicBezTo>
                  <a:pt x="36548" y="7389"/>
                  <a:pt x="36548" y="7389"/>
                  <a:pt x="36548" y="7389"/>
                </a:cubicBezTo>
                <a:cubicBezTo>
                  <a:pt x="32893" y="7389"/>
                  <a:pt x="32893" y="7389"/>
                  <a:pt x="29238" y="7389"/>
                </a:cubicBezTo>
                <a:cubicBezTo>
                  <a:pt x="25583" y="11082"/>
                  <a:pt x="25583" y="11082"/>
                  <a:pt x="21929" y="11082"/>
                </a:cubicBezTo>
                <a:cubicBezTo>
                  <a:pt x="21929" y="14776"/>
                  <a:pt x="21929" y="14776"/>
                  <a:pt x="21929" y="14776"/>
                </a:cubicBezTo>
                <a:cubicBezTo>
                  <a:pt x="18274" y="14776"/>
                  <a:pt x="18274" y="14776"/>
                  <a:pt x="18274" y="14776"/>
                </a:cubicBezTo>
                <a:cubicBezTo>
                  <a:pt x="18274" y="14776"/>
                  <a:pt x="14619" y="18471"/>
                  <a:pt x="14619" y="18471"/>
                </a:cubicBezTo>
                <a:cubicBezTo>
                  <a:pt x="14619" y="18471"/>
                  <a:pt x="10964" y="18471"/>
                  <a:pt x="10964" y="18471"/>
                </a:cubicBezTo>
                <a:cubicBezTo>
                  <a:pt x="10964" y="18471"/>
                  <a:pt x="7310" y="18471"/>
                  <a:pt x="7310" y="14776"/>
                </a:cubicBezTo>
                <a:cubicBezTo>
                  <a:pt x="7310" y="14776"/>
                  <a:pt x="7310" y="14776"/>
                  <a:pt x="7310" y="14776"/>
                </a:cubicBezTo>
                <a:cubicBezTo>
                  <a:pt x="7310" y="14776"/>
                  <a:pt x="7310" y="14776"/>
                  <a:pt x="7310" y="14776"/>
                </a:cubicBezTo>
                <a:cubicBezTo>
                  <a:pt x="7310" y="14776"/>
                  <a:pt x="7310" y="14776"/>
                  <a:pt x="7310" y="14776"/>
                </a:cubicBezTo>
                <a:cubicBezTo>
                  <a:pt x="7310" y="14776"/>
                  <a:pt x="7310" y="14776"/>
                  <a:pt x="7310" y="14776"/>
                </a:cubicBezTo>
                <a:cubicBezTo>
                  <a:pt x="7310" y="14776"/>
                  <a:pt x="7310" y="11082"/>
                  <a:pt x="7310" y="11082"/>
                </a:cubicBezTo>
                <a:cubicBezTo>
                  <a:pt x="10964" y="11082"/>
                  <a:pt x="10964" y="11082"/>
                  <a:pt x="10964" y="11082"/>
                </a:cubicBezTo>
                <a:cubicBezTo>
                  <a:pt x="10964" y="11082"/>
                  <a:pt x="14619" y="11082"/>
                  <a:pt x="14619" y="11082"/>
                </a:cubicBezTo>
                <a:cubicBezTo>
                  <a:pt x="18274" y="11082"/>
                  <a:pt x="18274" y="11082"/>
                  <a:pt x="18274" y="11082"/>
                </a:cubicBezTo>
                <a:cubicBezTo>
                  <a:pt x="21929" y="3694"/>
                  <a:pt x="21929" y="3694"/>
                  <a:pt x="21929" y="3694"/>
                </a:cubicBezTo>
                <a:cubicBezTo>
                  <a:pt x="18274" y="3694"/>
                  <a:pt x="18274" y="3694"/>
                  <a:pt x="18274" y="3694"/>
                </a:cubicBezTo>
                <a:cubicBezTo>
                  <a:pt x="14619" y="0"/>
                  <a:pt x="10964" y="0"/>
                  <a:pt x="7310" y="3694"/>
                </a:cubicBezTo>
                <a:cubicBezTo>
                  <a:pt x="3655" y="3694"/>
                  <a:pt x="3655" y="7389"/>
                  <a:pt x="0" y="11082"/>
                </a:cubicBezTo>
                <a:cubicBezTo>
                  <a:pt x="0" y="14776"/>
                  <a:pt x="0" y="18471"/>
                  <a:pt x="0" y="22165"/>
                </a:cubicBezTo>
                <a:cubicBezTo>
                  <a:pt x="0" y="22165"/>
                  <a:pt x="3655" y="25860"/>
                  <a:pt x="7310" y="25860"/>
                </a:cubicBezTo>
                <a:cubicBezTo>
                  <a:pt x="7310" y="25860"/>
                  <a:pt x="7310" y="29553"/>
                  <a:pt x="7310" y="29553"/>
                </a:cubicBezTo>
                <a:cubicBezTo>
                  <a:pt x="7310" y="29553"/>
                  <a:pt x="7310" y="29553"/>
                  <a:pt x="7310" y="29553"/>
                </a:cubicBezTo>
                <a:cubicBezTo>
                  <a:pt x="7310" y="29553"/>
                  <a:pt x="7310" y="29553"/>
                  <a:pt x="7310" y="29553"/>
                </a:cubicBezTo>
                <a:cubicBezTo>
                  <a:pt x="7310" y="29553"/>
                  <a:pt x="7310" y="29553"/>
                  <a:pt x="7310" y="29553"/>
                </a:cubicBezTo>
                <a:cubicBezTo>
                  <a:pt x="7310" y="29553"/>
                  <a:pt x="7310" y="29553"/>
                  <a:pt x="7310" y="29553"/>
                </a:cubicBezTo>
                <a:cubicBezTo>
                  <a:pt x="7310" y="29553"/>
                  <a:pt x="7310" y="29553"/>
                  <a:pt x="7310" y="29553"/>
                </a:cubicBezTo>
                <a:cubicBezTo>
                  <a:pt x="10964" y="29553"/>
                  <a:pt x="14619" y="29553"/>
                  <a:pt x="18274" y="29553"/>
                </a:cubicBezTo>
                <a:cubicBezTo>
                  <a:pt x="18274" y="29553"/>
                  <a:pt x="21929" y="25860"/>
                  <a:pt x="25583" y="25860"/>
                </a:cubicBezTo>
                <a:cubicBezTo>
                  <a:pt x="25583" y="25860"/>
                  <a:pt x="25583" y="25860"/>
                  <a:pt x="25583" y="22165"/>
                </a:cubicBezTo>
                <a:cubicBezTo>
                  <a:pt x="25583" y="22165"/>
                  <a:pt x="29238" y="22165"/>
                  <a:pt x="29238" y="22165"/>
                </a:cubicBezTo>
                <a:cubicBezTo>
                  <a:pt x="29238" y="22165"/>
                  <a:pt x="32893" y="22165"/>
                  <a:pt x="32893" y="18471"/>
                </a:cubicBezTo>
                <a:cubicBezTo>
                  <a:pt x="32893" y="18471"/>
                  <a:pt x="36548" y="18471"/>
                  <a:pt x="36548" y="18471"/>
                </a:cubicBezTo>
                <a:cubicBezTo>
                  <a:pt x="36548" y="22165"/>
                  <a:pt x="40202" y="22165"/>
                  <a:pt x="40202" y="22165"/>
                </a:cubicBezTo>
                <a:cubicBezTo>
                  <a:pt x="40202" y="22165"/>
                  <a:pt x="40202" y="22165"/>
                  <a:pt x="40202" y="25860"/>
                </a:cubicBezTo>
                <a:cubicBezTo>
                  <a:pt x="40202" y="25860"/>
                  <a:pt x="40202" y="25860"/>
                  <a:pt x="40202" y="25860"/>
                </a:cubicBezTo>
                <a:cubicBezTo>
                  <a:pt x="40202" y="25860"/>
                  <a:pt x="40202" y="25860"/>
                  <a:pt x="40202" y="25860"/>
                </a:cubicBezTo>
                <a:cubicBezTo>
                  <a:pt x="40202" y="25860"/>
                  <a:pt x="40202" y="25860"/>
                  <a:pt x="40202" y="25860"/>
                </a:cubicBezTo>
                <a:cubicBezTo>
                  <a:pt x="40202" y="25860"/>
                  <a:pt x="40202" y="25860"/>
                  <a:pt x="40202" y="25860"/>
                </a:cubicBezTo>
                <a:cubicBezTo>
                  <a:pt x="40202" y="25860"/>
                  <a:pt x="36548" y="25860"/>
                  <a:pt x="36548" y="25860"/>
                </a:cubicBezTo>
                <a:cubicBezTo>
                  <a:pt x="36548" y="29553"/>
                  <a:pt x="32893" y="29553"/>
                  <a:pt x="32893" y="25860"/>
                </a:cubicBezTo>
                <a:cubicBezTo>
                  <a:pt x="32893" y="25860"/>
                  <a:pt x="32893" y="25860"/>
                  <a:pt x="32893" y="25860"/>
                </a:cubicBezTo>
                <a:cubicBezTo>
                  <a:pt x="29238" y="25860"/>
                  <a:pt x="29238" y="25860"/>
                  <a:pt x="29238" y="25860"/>
                </a:cubicBezTo>
                <a:cubicBezTo>
                  <a:pt x="29238" y="25860"/>
                  <a:pt x="29238" y="25860"/>
                  <a:pt x="29238" y="25860"/>
                </a:cubicBezTo>
                <a:cubicBezTo>
                  <a:pt x="29238" y="25860"/>
                  <a:pt x="29238" y="25860"/>
                  <a:pt x="29238" y="25860"/>
                </a:cubicBezTo>
                <a:cubicBezTo>
                  <a:pt x="29238" y="25860"/>
                  <a:pt x="29238" y="25860"/>
                  <a:pt x="29238" y="25860"/>
                </a:cubicBezTo>
                <a:cubicBezTo>
                  <a:pt x="29238" y="25860"/>
                  <a:pt x="29238" y="25860"/>
                  <a:pt x="29238" y="25860"/>
                </a:cubicBezTo>
                <a:cubicBezTo>
                  <a:pt x="25583" y="36942"/>
                  <a:pt x="25583" y="36942"/>
                  <a:pt x="25583" y="3694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685800" y="596900"/>
            <a:ext cx="58765" cy="51888"/>
          </a:xfrm>
          <a:custGeom>
            <a:avLst/>
            <a:gdLst/>
            <a:ahLst/>
            <a:cxnLst/>
            <a:rect l="l" t="t" r="r" b="b"/>
            <a:pathLst>
              <a:path w="58765" h="51888">
                <a:moveTo>
                  <a:pt x="40635" y="51888"/>
                </a:moveTo>
                <a:lnTo>
                  <a:pt x="48137" y="40635"/>
                </a:lnTo>
                <a:lnTo>
                  <a:pt x="29383" y="29383"/>
                </a:lnTo>
                <a:lnTo>
                  <a:pt x="36885" y="25631"/>
                </a:lnTo>
                <a:lnTo>
                  <a:pt x="51264" y="36885"/>
                </a:lnTo>
                <a:lnTo>
                  <a:pt x="58765" y="25631"/>
                </a:lnTo>
                <a:lnTo>
                  <a:pt x="18129" y="0"/>
                </a:lnTo>
                <a:lnTo>
                  <a:pt x="11253" y="7502"/>
                </a:lnTo>
                <a:lnTo>
                  <a:pt x="25631" y="18129"/>
                </a:lnTo>
                <a:lnTo>
                  <a:pt x="21881" y="25631"/>
                </a:lnTo>
                <a:lnTo>
                  <a:pt x="7502" y="15004"/>
                </a:lnTo>
                <a:lnTo>
                  <a:pt x="0" y="21881"/>
                </a:lnTo>
                <a:lnTo>
                  <a:pt x="40635" y="51888"/>
                </a:lnTo>
                <a:lnTo>
                  <a:pt x="40635" y="518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736600" y="546100"/>
            <a:ext cx="51888" cy="52513"/>
          </a:xfrm>
          <a:custGeom>
            <a:avLst/>
            <a:gdLst/>
            <a:ahLst/>
            <a:cxnLst/>
            <a:rect l="l" t="t" r="r" b="b"/>
            <a:pathLst>
              <a:path w="51888" h="52513">
                <a:moveTo>
                  <a:pt x="21881" y="52513"/>
                </a:moveTo>
                <a:lnTo>
                  <a:pt x="33133" y="45011"/>
                </a:lnTo>
                <a:lnTo>
                  <a:pt x="29383" y="37509"/>
                </a:lnTo>
                <a:lnTo>
                  <a:pt x="33133" y="30008"/>
                </a:lnTo>
                <a:lnTo>
                  <a:pt x="40635" y="37509"/>
                </a:lnTo>
                <a:lnTo>
                  <a:pt x="51888" y="30008"/>
                </a:lnTo>
                <a:lnTo>
                  <a:pt x="11252" y="0"/>
                </a:lnTo>
                <a:lnTo>
                  <a:pt x="0" y="7502"/>
                </a:lnTo>
                <a:lnTo>
                  <a:pt x="21881" y="52513"/>
                </a:lnTo>
                <a:lnTo>
                  <a:pt x="21881" y="52513"/>
                </a:lnTo>
                <a:close/>
                <a:moveTo>
                  <a:pt x="21881" y="30008"/>
                </a:moveTo>
                <a:lnTo>
                  <a:pt x="11252" y="11252"/>
                </a:lnTo>
                <a:lnTo>
                  <a:pt x="25631" y="22506"/>
                </a:lnTo>
                <a:lnTo>
                  <a:pt x="21881" y="30008"/>
                </a:lnTo>
                <a:lnTo>
                  <a:pt x="21881" y="3000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800100" y="495300"/>
            <a:ext cx="48137" cy="55639"/>
          </a:xfrm>
          <a:custGeom>
            <a:avLst/>
            <a:gdLst/>
            <a:ahLst/>
            <a:cxnLst/>
            <a:rect l="l" t="t" r="r" b="b"/>
            <a:pathLst>
              <a:path w="48137" h="55639">
                <a:moveTo>
                  <a:pt x="18754" y="55639"/>
                </a:moveTo>
                <a:lnTo>
                  <a:pt x="29383" y="51888"/>
                </a:lnTo>
                <a:lnTo>
                  <a:pt x="18754" y="30008"/>
                </a:lnTo>
                <a:lnTo>
                  <a:pt x="36885" y="48137"/>
                </a:lnTo>
                <a:lnTo>
                  <a:pt x="48137" y="45011"/>
                </a:lnTo>
                <a:lnTo>
                  <a:pt x="25631" y="0"/>
                </a:lnTo>
                <a:lnTo>
                  <a:pt x="15004" y="3750"/>
                </a:lnTo>
                <a:lnTo>
                  <a:pt x="29383" y="30008"/>
                </a:lnTo>
                <a:lnTo>
                  <a:pt x="11252" y="7502"/>
                </a:lnTo>
                <a:lnTo>
                  <a:pt x="0" y="11252"/>
                </a:lnTo>
                <a:lnTo>
                  <a:pt x="18754" y="55639"/>
                </a:lnTo>
                <a:lnTo>
                  <a:pt x="18754" y="5563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939800" y="469900"/>
            <a:ext cx="33134" cy="51888"/>
          </a:xfrm>
          <a:custGeom>
            <a:avLst/>
            <a:gdLst/>
            <a:ahLst/>
            <a:cxnLst/>
            <a:rect l="l" t="t" r="r" b="b"/>
            <a:pathLst>
              <a:path w="33134" h="51888">
                <a:moveTo>
                  <a:pt x="0" y="0"/>
                </a:moveTo>
                <a:cubicBezTo>
                  <a:pt x="0" y="37062"/>
                  <a:pt x="0" y="37062"/>
                  <a:pt x="0" y="37062"/>
                </a:cubicBezTo>
                <a:cubicBezTo>
                  <a:pt x="0" y="40770"/>
                  <a:pt x="0" y="44475"/>
                  <a:pt x="3682" y="48181"/>
                </a:cubicBezTo>
                <a:cubicBezTo>
                  <a:pt x="7363" y="51888"/>
                  <a:pt x="11045" y="51888"/>
                  <a:pt x="14726" y="51888"/>
                </a:cubicBezTo>
                <a:cubicBezTo>
                  <a:pt x="18407" y="51888"/>
                  <a:pt x="22089" y="51888"/>
                  <a:pt x="25771" y="48181"/>
                </a:cubicBezTo>
                <a:cubicBezTo>
                  <a:pt x="29453" y="48181"/>
                  <a:pt x="29453" y="44475"/>
                  <a:pt x="29453" y="37062"/>
                </a:cubicBezTo>
                <a:cubicBezTo>
                  <a:pt x="33134" y="3706"/>
                  <a:pt x="33134" y="3706"/>
                  <a:pt x="33134" y="3706"/>
                </a:cubicBezTo>
                <a:cubicBezTo>
                  <a:pt x="22089" y="3706"/>
                  <a:pt x="22089" y="3706"/>
                  <a:pt x="22089" y="3706"/>
                </a:cubicBezTo>
                <a:cubicBezTo>
                  <a:pt x="18407" y="37062"/>
                  <a:pt x="18407" y="37062"/>
                  <a:pt x="18407" y="37062"/>
                </a:cubicBezTo>
                <a:cubicBezTo>
                  <a:pt x="18407" y="40770"/>
                  <a:pt x="18407" y="40770"/>
                  <a:pt x="18407" y="40770"/>
                </a:cubicBezTo>
                <a:cubicBezTo>
                  <a:pt x="18407" y="44475"/>
                  <a:pt x="14726" y="44475"/>
                  <a:pt x="14726" y="44475"/>
                </a:cubicBezTo>
                <a:cubicBezTo>
                  <a:pt x="14726" y="44475"/>
                  <a:pt x="14726" y="44475"/>
                  <a:pt x="14726" y="44475"/>
                </a:cubicBezTo>
                <a:cubicBezTo>
                  <a:pt x="14726" y="44475"/>
                  <a:pt x="14726" y="44475"/>
                  <a:pt x="14726" y="44475"/>
                </a:cubicBezTo>
                <a:cubicBezTo>
                  <a:pt x="14726" y="44475"/>
                  <a:pt x="14726" y="44475"/>
                  <a:pt x="14726" y="44475"/>
                </a:cubicBezTo>
                <a:cubicBezTo>
                  <a:pt x="14726" y="44475"/>
                  <a:pt x="14726" y="44475"/>
                  <a:pt x="14726" y="44475"/>
                </a:cubicBezTo>
                <a:cubicBezTo>
                  <a:pt x="14726" y="44475"/>
                  <a:pt x="14726" y="44475"/>
                  <a:pt x="11045" y="40770"/>
                </a:cubicBezTo>
                <a:cubicBezTo>
                  <a:pt x="11045" y="40770"/>
                  <a:pt x="11045" y="40770"/>
                  <a:pt x="11045" y="37062"/>
                </a:cubicBezTo>
                <a:cubicBezTo>
                  <a:pt x="11045" y="3706"/>
                  <a:pt x="11045" y="3706"/>
                  <a:pt x="11045" y="3706"/>
                </a:cubicBezTo>
                <a:cubicBezTo>
                  <a:pt x="0" y="0"/>
                  <a:pt x="0" y="0"/>
                  <a:pt x="0"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16000" y="482600"/>
            <a:ext cx="40010" cy="56264"/>
          </a:xfrm>
          <a:custGeom>
            <a:avLst/>
            <a:gdLst/>
            <a:ahLst/>
            <a:cxnLst/>
            <a:rect l="l" t="t" r="r" b="b"/>
            <a:pathLst>
              <a:path w="40010" h="56264">
                <a:moveTo>
                  <a:pt x="0" y="45011"/>
                </a:moveTo>
                <a:lnTo>
                  <a:pt x="6877" y="48762"/>
                </a:lnTo>
                <a:lnTo>
                  <a:pt x="14379" y="22506"/>
                </a:lnTo>
                <a:lnTo>
                  <a:pt x="14379" y="52513"/>
                </a:lnTo>
                <a:lnTo>
                  <a:pt x="29383" y="56264"/>
                </a:lnTo>
                <a:lnTo>
                  <a:pt x="40010" y="7502"/>
                </a:lnTo>
                <a:lnTo>
                  <a:pt x="29383" y="3750"/>
                </a:lnTo>
                <a:lnTo>
                  <a:pt x="25631" y="33758"/>
                </a:lnTo>
                <a:lnTo>
                  <a:pt x="21881" y="3750"/>
                </a:lnTo>
                <a:lnTo>
                  <a:pt x="10627" y="0"/>
                </a:lnTo>
                <a:lnTo>
                  <a:pt x="0" y="45011"/>
                </a:lnTo>
                <a:lnTo>
                  <a:pt x="0" y="45011"/>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79500" y="520700"/>
            <a:ext cx="33134" cy="48137"/>
          </a:xfrm>
          <a:custGeom>
            <a:avLst/>
            <a:gdLst/>
            <a:ahLst/>
            <a:cxnLst/>
            <a:rect l="l" t="t" r="r" b="b"/>
            <a:pathLst>
              <a:path w="33134" h="48137">
                <a:moveTo>
                  <a:pt x="0" y="40635"/>
                </a:moveTo>
                <a:lnTo>
                  <a:pt x="10627" y="48137"/>
                </a:lnTo>
                <a:lnTo>
                  <a:pt x="33134" y="3750"/>
                </a:lnTo>
                <a:lnTo>
                  <a:pt x="25632" y="0"/>
                </a:lnTo>
                <a:lnTo>
                  <a:pt x="0" y="40635"/>
                </a:lnTo>
                <a:lnTo>
                  <a:pt x="0" y="4063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130300" y="546100"/>
            <a:ext cx="48137" cy="52513"/>
          </a:xfrm>
          <a:custGeom>
            <a:avLst/>
            <a:gdLst/>
            <a:ahLst/>
            <a:cxnLst/>
            <a:rect l="l" t="t" r="r" b="b"/>
            <a:pathLst>
              <a:path w="48137" h="52513">
                <a:moveTo>
                  <a:pt x="0" y="41260"/>
                </a:moveTo>
                <a:lnTo>
                  <a:pt x="7502" y="52513"/>
                </a:lnTo>
                <a:lnTo>
                  <a:pt x="48137" y="22506"/>
                </a:lnTo>
                <a:lnTo>
                  <a:pt x="40635" y="15004"/>
                </a:lnTo>
                <a:lnTo>
                  <a:pt x="15004" y="33758"/>
                </a:lnTo>
                <a:lnTo>
                  <a:pt x="33133" y="7502"/>
                </a:lnTo>
                <a:lnTo>
                  <a:pt x="21881" y="0"/>
                </a:lnTo>
                <a:lnTo>
                  <a:pt x="0" y="41260"/>
                </a:lnTo>
                <a:lnTo>
                  <a:pt x="0" y="4126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168400" y="609600"/>
            <a:ext cx="55014" cy="51888"/>
          </a:xfrm>
          <a:custGeom>
            <a:avLst/>
            <a:gdLst/>
            <a:ahLst/>
            <a:cxnLst/>
            <a:rect l="l" t="t" r="r" b="b"/>
            <a:pathLst>
              <a:path w="55014" h="51888">
                <a:moveTo>
                  <a:pt x="0" y="29383"/>
                </a:moveTo>
                <a:lnTo>
                  <a:pt x="14379" y="51888"/>
                </a:lnTo>
                <a:lnTo>
                  <a:pt x="21881" y="44386"/>
                </a:lnTo>
                <a:lnTo>
                  <a:pt x="14379" y="33133"/>
                </a:lnTo>
                <a:lnTo>
                  <a:pt x="21881" y="25631"/>
                </a:lnTo>
                <a:lnTo>
                  <a:pt x="29383" y="36885"/>
                </a:lnTo>
                <a:lnTo>
                  <a:pt x="40635" y="33133"/>
                </a:lnTo>
                <a:lnTo>
                  <a:pt x="33133" y="21881"/>
                </a:lnTo>
                <a:lnTo>
                  <a:pt x="40635" y="14379"/>
                </a:lnTo>
                <a:lnTo>
                  <a:pt x="47512" y="29383"/>
                </a:lnTo>
                <a:lnTo>
                  <a:pt x="55014" y="21881"/>
                </a:lnTo>
                <a:lnTo>
                  <a:pt x="40635" y="0"/>
                </a:lnTo>
                <a:lnTo>
                  <a:pt x="0" y="29383"/>
                </a:lnTo>
                <a:lnTo>
                  <a:pt x="0" y="29383"/>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206500" y="685800"/>
            <a:ext cx="51264" cy="44386"/>
          </a:xfrm>
          <a:custGeom>
            <a:avLst/>
            <a:gdLst/>
            <a:ahLst/>
            <a:cxnLst/>
            <a:rect l="l" t="t" r="r" b="b"/>
            <a:pathLst>
              <a:path w="51264" h="44386">
                <a:moveTo>
                  <a:pt x="0" y="14796"/>
                </a:moveTo>
                <a:cubicBezTo>
                  <a:pt x="3661" y="25893"/>
                  <a:pt x="3661" y="25893"/>
                  <a:pt x="3661" y="25893"/>
                </a:cubicBezTo>
                <a:cubicBezTo>
                  <a:pt x="21970" y="18495"/>
                  <a:pt x="21970" y="18495"/>
                  <a:pt x="21970" y="18495"/>
                </a:cubicBezTo>
                <a:cubicBezTo>
                  <a:pt x="21970" y="22193"/>
                  <a:pt x="21970" y="22193"/>
                  <a:pt x="21970" y="22193"/>
                </a:cubicBezTo>
                <a:cubicBezTo>
                  <a:pt x="21970" y="22193"/>
                  <a:pt x="21970" y="25893"/>
                  <a:pt x="21970" y="25893"/>
                </a:cubicBezTo>
                <a:cubicBezTo>
                  <a:pt x="21970" y="25893"/>
                  <a:pt x="21970" y="25893"/>
                  <a:pt x="18308" y="29591"/>
                </a:cubicBezTo>
                <a:cubicBezTo>
                  <a:pt x="10986" y="29591"/>
                  <a:pt x="10986" y="29591"/>
                  <a:pt x="10986" y="29591"/>
                </a:cubicBezTo>
                <a:cubicBezTo>
                  <a:pt x="7323" y="33291"/>
                  <a:pt x="7323" y="33291"/>
                  <a:pt x="7323" y="33291"/>
                </a:cubicBezTo>
                <a:cubicBezTo>
                  <a:pt x="7323" y="33291"/>
                  <a:pt x="7323" y="33291"/>
                  <a:pt x="7323" y="36989"/>
                </a:cubicBezTo>
                <a:cubicBezTo>
                  <a:pt x="10986" y="44386"/>
                  <a:pt x="10986" y="44386"/>
                  <a:pt x="10986" y="44386"/>
                </a:cubicBezTo>
                <a:cubicBezTo>
                  <a:pt x="10986" y="44386"/>
                  <a:pt x="10986" y="44386"/>
                  <a:pt x="10986" y="44386"/>
                </a:cubicBezTo>
                <a:cubicBezTo>
                  <a:pt x="10986" y="44386"/>
                  <a:pt x="10986" y="44386"/>
                  <a:pt x="10986" y="44386"/>
                </a:cubicBezTo>
                <a:cubicBezTo>
                  <a:pt x="10986" y="44386"/>
                  <a:pt x="14647" y="40688"/>
                  <a:pt x="14647" y="40688"/>
                </a:cubicBezTo>
                <a:cubicBezTo>
                  <a:pt x="25631" y="36989"/>
                  <a:pt x="25631" y="36989"/>
                  <a:pt x="25631" y="36989"/>
                </a:cubicBezTo>
                <a:cubicBezTo>
                  <a:pt x="25631" y="36989"/>
                  <a:pt x="29293" y="36989"/>
                  <a:pt x="29293" y="33291"/>
                </a:cubicBezTo>
                <a:cubicBezTo>
                  <a:pt x="29293" y="33291"/>
                  <a:pt x="29293" y="33291"/>
                  <a:pt x="29293" y="29591"/>
                </a:cubicBezTo>
                <a:cubicBezTo>
                  <a:pt x="32955" y="33291"/>
                  <a:pt x="32955" y="33291"/>
                  <a:pt x="36617" y="33291"/>
                </a:cubicBezTo>
                <a:cubicBezTo>
                  <a:pt x="36617" y="33291"/>
                  <a:pt x="40278" y="33291"/>
                  <a:pt x="43939" y="33291"/>
                </a:cubicBezTo>
                <a:cubicBezTo>
                  <a:pt x="47601" y="29591"/>
                  <a:pt x="51264" y="29591"/>
                  <a:pt x="51264" y="25893"/>
                </a:cubicBezTo>
                <a:cubicBezTo>
                  <a:pt x="51264" y="22193"/>
                  <a:pt x="51264" y="18495"/>
                  <a:pt x="51264" y="14796"/>
                </a:cubicBezTo>
                <a:cubicBezTo>
                  <a:pt x="43939" y="0"/>
                  <a:pt x="43939" y="0"/>
                  <a:pt x="43939" y="0"/>
                </a:cubicBezTo>
                <a:cubicBezTo>
                  <a:pt x="0" y="14796"/>
                  <a:pt x="0" y="14796"/>
                  <a:pt x="0" y="14796"/>
                </a:cubicBezTo>
                <a:close/>
                <a:moveTo>
                  <a:pt x="29293" y="18495"/>
                </a:moveTo>
                <a:cubicBezTo>
                  <a:pt x="40278" y="11097"/>
                  <a:pt x="40278" y="11097"/>
                  <a:pt x="40278" y="11097"/>
                </a:cubicBezTo>
                <a:cubicBezTo>
                  <a:pt x="40278" y="14796"/>
                  <a:pt x="40278" y="14796"/>
                  <a:pt x="40278" y="18495"/>
                </a:cubicBezTo>
                <a:cubicBezTo>
                  <a:pt x="40278" y="18495"/>
                  <a:pt x="40278" y="18495"/>
                  <a:pt x="36617" y="22193"/>
                </a:cubicBezTo>
                <a:cubicBezTo>
                  <a:pt x="36617" y="22193"/>
                  <a:pt x="36617" y="22193"/>
                  <a:pt x="36617" y="22193"/>
                </a:cubicBezTo>
                <a:cubicBezTo>
                  <a:pt x="32955" y="22193"/>
                  <a:pt x="32955" y="22193"/>
                  <a:pt x="32955" y="22193"/>
                </a:cubicBezTo>
                <a:cubicBezTo>
                  <a:pt x="29293" y="22193"/>
                  <a:pt x="29293" y="18495"/>
                  <a:pt x="29293" y="18495"/>
                </a:cubicBezTo>
                <a:cubicBezTo>
                  <a:pt x="29293" y="18495"/>
                  <a:pt x="29293" y="18495"/>
                  <a:pt x="29293" y="18495"/>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219200" y="762000"/>
            <a:ext cx="48137" cy="29383"/>
          </a:xfrm>
          <a:custGeom>
            <a:avLst/>
            <a:gdLst/>
            <a:ahLst/>
            <a:cxnLst/>
            <a:rect l="l" t="t" r="r" b="b"/>
            <a:pathLst>
              <a:path w="48137" h="29383">
                <a:moveTo>
                  <a:pt x="14812" y="0"/>
                </a:moveTo>
                <a:cubicBezTo>
                  <a:pt x="14812" y="0"/>
                  <a:pt x="14812" y="0"/>
                  <a:pt x="14812" y="0"/>
                </a:cubicBezTo>
                <a:cubicBezTo>
                  <a:pt x="14812" y="0"/>
                  <a:pt x="14812" y="0"/>
                  <a:pt x="14812" y="0"/>
                </a:cubicBezTo>
                <a:cubicBezTo>
                  <a:pt x="14812" y="0"/>
                  <a:pt x="14812" y="0"/>
                  <a:pt x="14812" y="0"/>
                </a:cubicBezTo>
                <a:cubicBezTo>
                  <a:pt x="14812" y="0"/>
                  <a:pt x="14812" y="0"/>
                  <a:pt x="14812" y="0"/>
                </a:cubicBezTo>
                <a:cubicBezTo>
                  <a:pt x="14812" y="0"/>
                  <a:pt x="14812" y="0"/>
                  <a:pt x="14812" y="0"/>
                </a:cubicBezTo>
                <a:cubicBezTo>
                  <a:pt x="11109" y="0"/>
                  <a:pt x="11109" y="0"/>
                  <a:pt x="11109" y="0"/>
                </a:cubicBezTo>
                <a:cubicBezTo>
                  <a:pt x="7405" y="0"/>
                  <a:pt x="3703" y="3673"/>
                  <a:pt x="3703" y="3673"/>
                </a:cubicBezTo>
                <a:cubicBezTo>
                  <a:pt x="0" y="7346"/>
                  <a:pt x="0" y="11019"/>
                  <a:pt x="0" y="14691"/>
                </a:cubicBezTo>
                <a:cubicBezTo>
                  <a:pt x="0" y="14691"/>
                  <a:pt x="0" y="14691"/>
                  <a:pt x="0" y="14691"/>
                </a:cubicBezTo>
                <a:cubicBezTo>
                  <a:pt x="0" y="18364"/>
                  <a:pt x="0" y="22037"/>
                  <a:pt x="3703" y="25710"/>
                </a:cubicBezTo>
                <a:cubicBezTo>
                  <a:pt x="3703" y="29383"/>
                  <a:pt x="7405" y="29383"/>
                  <a:pt x="14812" y="29383"/>
                </a:cubicBezTo>
                <a:cubicBezTo>
                  <a:pt x="14812" y="29383"/>
                  <a:pt x="14812" y="29383"/>
                  <a:pt x="14812" y="29383"/>
                </a:cubicBezTo>
                <a:cubicBezTo>
                  <a:pt x="18514" y="29383"/>
                  <a:pt x="22217" y="29383"/>
                  <a:pt x="25919" y="25710"/>
                </a:cubicBezTo>
                <a:cubicBezTo>
                  <a:pt x="25919" y="25710"/>
                  <a:pt x="29623" y="22037"/>
                  <a:pt x="29623" y="18364"/>
                </a:cubicBezTo>
                <a:cubicBezTo>
                  <a:pt x="29623" y="18364"/>
                  <a:pt x="29623" y="18364"/>
                  <a:pt x="29623" y="18364"/>
                </a:cubicBezTo>
                <a:cubicBezTo>
                  <a:pt x="29623" y="18364"/>
                  <a:pt x="29623" y="14691"/>
                  <a:pt x="29623" y="14691"/>
                </a:cubicBezTo>
                <a:cubicBezTo>
                  <a:pt x="33326" y="14691"/>
                  <a:pt x="33326" y="14691"/>
                  <a:pt x="33326" y="11019"/>
                </a:cubicBezTo>
                <a:cubicBezTo>
                  <a:pt x="33326" y="11019"/>
                  <a:pt x="37028" y="11019"/>
                  <a:pt x="37028" y="11019"/>
                </a:cubicBezTo>
                <a:cubicBezTo>
                  <a:pt x="37028" y="11019"/>
                  <a:pt x="40731" y="11019"/>
                  <a:pt x="40731" y="11019"/>
                </a:cubicBezTo>
                <a:cubicBezTo>
                  <a:pt x="40731" y="11019"/>
                  <a:pt x="40731" y="11019"/>
                  <a:pt x="40731" y="14691"/>
                </a:cubicBezTo>
                <a:cubicBezTo>
                  <a:pt x="40731" y="14691"/>
                  <a:pt x="40731" y="14691"/>
                  <a:pt x="40731" y="14691"/>
                </a:cubicBezTo>
                <a:cubicBezTo>
                  <a:pt x="40731" y="14691"/>
                  <a:pt x="40731" y="14691"/>
                  <a:pt x="40731" y="14691"/>
                </a:cubicBezTo>
                <a:cubicBezTo>
                  <a:pt x="40731" y="14691"/>
                  <a:pt x="40731" y="14691"/>
                  <a:pt x="40731" y="14691"/>
                </a:cubicBezTo>
                <a:cubicBezTo>
                  <a:pt x="40731" y="14691"/>
                  <a:pt x="40731" y="14691"/>
                  <a:pt x="40731" y="14691"/>
                </a:cubicBezTo>
                <a:cubicBezTo>
                  <a:pt x="40731" y="14691"/>
                  <a:pt x="40731" y="14691"/>
                  <a:pt x="40731" y="18364"/>
                </a:cubicBezTo>
                <a:cubicBezTo>
                  <a:pt x="37028" y="18364"/>
                  <a:pt x="37028" y="18364"/>
                  <a:pt x="37028" y="18364"/>
                </a:cubicBezTo>
                <a:cubicBezTo>
                  <a:pt x="33326" y="18364"/>
                  <a:pt x="33326" y="18364"/>
                  <a:pt x="33326" y="18364"/>
                </a:cubicBezTo>
                <a:cubicBezTo>
                  <a:pt x="33326" y="29383"/>
                  <a:pt x="33326" y="29383"/>
                  <a:pt x="33326" y="29383"/>
                </a:cubicBezTo>
                <a:cubicBezTo>
                  <a:pt x="37028" y="29383"/>
                  <a:pt x="37028" y="29383"/>
                  <a:pt x="37028" y="29383"/>
                </a:cubicBezTo>
                <a:cubicBezTo>
                  <a:pt x="40731" y="29383"/>
                  <a:pt x="44435" y="25710"/>
                  <a:pt x="48137" y="22037"/>
                </a:cubicBezTo>
                <a:cubicBezTo>
                  <a:pt x="48137" y="18364"/>
                  <a:pt x="48137" y="14691"/>
                  <a:pt x="48137" y="11019"/>
                </a:cubicBezTo>
                <a:cubicBezTo>
                  <a:pt x="48137" y="7346"/>
                  <a:pt x="48137" y="7346"/>
                  <a:pt x="44435" y="3673"/>
                </a:cubicBezTo>
                <a:cubicBezTo>
                  <a:pt x="44435" y="0"/>
                  <a:pt x="40731" y="0"/>
                  <a:pt x="37028" y="0"/>
                </a:cubicBezTo>
                <a:cubicBezTo>
                  <a:pt x="37028" y="0"/>
                  <a:pt x="37028" y="0"/>
                  <a:pt x="37028" y="0"/>
                </a:cubicBezTo>
                <a:cubicBezTo>
                  <a:pt x="37028" y="0"/>
                  <a:pt x="37028" y="0"/>
                  <a:pt x="37028" y="0"/>
                </a:cubicBezTo>
                <a:cubicBezTo>
                  <a:pt x="37028" y="0"/>
                  <a:pt x="37028" y="0"/>
                  <a:pt x="37028" y="0"/>
                </a:cubicBezTo>
                <a:cubicBezTo>
                  <a:pt x="37028" y="0"/>
                  <a:pt x="37028" y="0"/>
                  <a:pt x="37028" y="0"/>
                </a:cubicBezTo>
                <a:cubicBezTo>
                  <a:pt x="37028" y="0"/>
                  <a:pt x="37028" y="0"/>
                  <a:pt x="33326" y="0"/>
                </a:cubicBezTo>
                <a:cubicBezTo>
                  <a:pt x="33326" y="0"/>
                  <a:pt x="33326" y="0"/>
                  <a:pt x="33326" y="0"/>
                </a:cubicBezTo>
                <a:cubicBezTo>
                  <a:pt x="29623" y="0"/>
                  <a:pt x="29623" y="0"/>
                  <a:pt x="25919" y="3673"/>
                </a:cubicBezTo>
                <a:cubicBezTo>
                  <a:pt x="25919" y="3673"/>
                  <a:pt x="22217" y="7346"/>
                  <a:pt x="22217" y="11019"/>
                </a:cubicBezTo>
                <a:cubicBezTo>
                  <a:pt x="22217" y="11019"/>
                  <a:pt x="18514" y="11019"/>
                  <a:pt x="18514" y="11019"/>
                </a:cubicBezTo>
                <a:cubicBezTo>
                  <a:pt x="18514" y="14691"/>
                  <a:pt x="18514" y="14691"/>
                  <a:pt x="18514" y="14691"/>
                </a:cubicBezTo>
                <a:cubicBezTo>
                  <a:pt x="18514" y="14691"/>
                  <a:pt x="18514" y="18364"/>
                  <a:pt x="14812" y="18364"/>
                </a:cubicBezTo>
                <a:cubicBezTo>
                  <a:pt x="14812" y="18364"/>
                  <a:pt x="14812" y="18364"/>
                  <a:pt x="11109" y="18364"/>
                </a:cubicBezTo>
                <a:cubicBezTo>
                  <a:pt x="11109" y="18364"/>
                  <a:pt x="11109" y="18364"/>
                  <a:pt x="11109" y="18364"/>
                </a:cubicBezTo>
                <a:cubicBezTo>
                  <a:pt x="7405" y="18364"/>
                  <a:pt x="7405" y="18364"/>
                  <a:pt x="7405" y="18364"/>
                </a:cubicBezTo>
                <a:cubicBezTo>
                  <a:pt x="7405" y="18364"/>
                  <a:pt x="7405" y="18364"/>
                  <a:pt x="7405" y="14691"/>
                </a:cubicBezTo>
                <a:cubicBezTo>
                  <a:pt x="7405" y="14691"/>
                  <a:pt x="7405" y="14691"/>
                  <a:pt x="7405" y="14691"/>
                </a:cubicBezTo>
                <a:cubicBezTo>
                  <a:pt x="7405" y="14691"/>
                  <a:pt x="7405" y="14691"/>
                  <a:pt x="7405" y="14691"/>
                </a:cubicBezTo>
                <a:cubicBezTo>
                  <a:pt x="7405" y="14691"/>
                  <a:pt x="7405" y="14691"/>
                  <a:pt x="7405" y="14691"/>
                </a:cubicBezTo>
                <a:cubicBezTo>
                  <a:pt x="7405" y="14691"/>
                  <a:pt x="7405" y="14691"/>
                  <a:pt x="7405" y="14691"/>
                </a:cubicBezTo>
                <a:cubicBezTo>
                  <a:pt x="11109" y="11019"/>
                  <a:pt x="11109" y="11019"/>
                  <a:pt x="14812" y="11019"/>
                </a:cubicBezTo>
                <a:cubicBezTo>
                  <a:pt x="14812" y="11019"/>
                  <a:pt x="14812" y="11019"/>
                  <a:pt x="14812" y="11019"/>
                </a:cubicBezTo>
                <a:cubicBezTo>
                  <a:pt x="14812" y="11019"/>
                  <a:pt x="14812" y="11019"/>
                  <a:pt x="14812" y="11019"/>
                </a:cubicBezTo>
                <a:cubicBezTo>
                  <a:pt x="14812" y="11019"/>
                  <a:pt x="14812" y="11019"/>
                  <a:pt x="14812" y="11019"/>
                </a:cubicBezTo>
                <a:cubicBezTo>
                  <a:pt x="14812" y="11019"/>
                  <a:pt x="14812" y="11019"/>
                  <a:pt x="14812" y="11019"/>
                </a:cubicBezTo>
                <a:cubicBezTo>
                  <a:pt x="14812" y="11019"/>
                  <a:pt x="14812" y="11019"/>
                  <a:pt x="14812" y="11019"/>
                </a:cubicBezTo>
                <a:cubicBezTo>
                  <a:pt x="14812" y="11019"/>
                  <a:pt x="14812" y="11019"/>
                  <a:pt x="14812" y="11019"/>
                </a:cubicBezTo>
                <a:cubicBezTo>
                  <a:pt x="14812" y="0"/>
                  <a:pt x="14812" y="0"/>
                  <a:pt x="14812"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219200" y="825500"/>
            <a:ext cx="51888" cy="18131"/>
          </a:xfrm>
          <a:custGeom>
            <a:avLst/>
            <a:gdLst/>
            <a:ahLst/>
            <a:cxnLst/>
            <a:rect l="l" t="t" r="r" b="b"/>
            <a:pathLst>
              <a:path w="51888" h="18131">
                <a:moveTo>
                  <a:pt x="3750" y="0"/>
                </a:moveTo>
                <a:lnTo>
                  <a:pt x="0" y="10627"/>
                </a:lnTo>
                <a:lnTo>
                  <a:pt x="48137" y="18131"/>
                </a:lnTo>
                <a:lnTo>
                  <a:pt x="51888" y="6877"/>
                </a:lnTo>
                <a:lnTo>
                  <a:pt x="3750" y="0"/>
                </a:lnTo>
                <a:lnTo>
                  <a:pt x="375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206500" y="889000"/>
            <a:ext cx="51264" cy="36885"/>
          </a:xfrm>
          <a:custGeom>
            <a:avLst/>
            <a:gdLst/>
            <a:ahLst/>
            <a:cxnLst/>
            <a:rect l="l" t="t" r="r" b="b"/>
            <a:pathLst>
              <a:path w="51264" h="36885">
                <a:moveTo>
                  <a:pt x="3752" y="0"/>
                </a:moveTo>
                <a:lnTo>
                  <a:pt x="0" y="11253"/>
                </a:lnTo>
                <a:lnTo>
                  <a:pt x="36885" y="25632"/>
                </a:lnTo>
                <a:lnTo>
                  <a:pt x="33133" y="33134"/>
                </a:lnTo>
                <a:lnTo>
                  <a:pt x="43762" y="36885"/>
                </a:lnTo>
                <a:lnTo>
                  <a:pt x="51264" y="11253"/>
                </a:lnTo>
                <a:lnTo>
                  <a:pt x="43762" y="7502"/>
                </a:lnTo>
                <a:lnTo>
                  <a:pt x="40635" y="15004"/>
                </a:lnTo>
                <a:lnTo>
                  <a:pt x="3752" y="0"/>
                </a:lnTo>
                <a:lnTo>
                  <a:pt x="3752"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168400" y="952500"/>
            <a:ext cx="51264" cy="44387"/>
          </a:xfrm>
          <a:custGeom>
            <a:avLst/>
            <a:gdLst/>
            <a:ahLst/>
            <a:cxnLst/>
            <a:rect l="l" t="t" r="r" b="b"/>
            <a:pathLst>
              <a:path w="51264" h="44387">
                <a:moveTo>
                  <a:pt x="3752" y="0"/>
                </a:moveTo>
                <a:lnTo>
                  <a:pt x="0" y="7502"/>
                </a:lnTo>
                <a:lnTo>
                  <a:pt x="14379" y="22506"/>
                </a:lnTo>
                <a:lnTo>
                  <a:pt x="33133" y="44386"/>
                </a:lnTo>
                <a:lnTo>
                  <a:pt x="36885" y="36885"/>
                </a:lnTo>
                <a:lnTo>
                  <a:pt x="29383" y="22506"/>
                </a:lnTo>
                <a:lnTo>
                  <a:pt x="43762" y="26257"/>
                </a:lnTo>
                <a:lnTo>
                  <a:pt x="51264" y="15004"/>
                </a:lnTo>
                <a:lnTo>
                  <a:pt x="21881" y="11253"/>
                </a:lnTo>
                <a:lnTo>
                  <a:pt x="3752" y="0"/>
                </a:lnTo>
                <a:lnTo>
                  <a:pt x="3752"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9" name="Freeform 59"/>
          <p:cNvSpPr/>
          <p:nvPr/>
        </p:nvSpPr>
        <p:spPr>
          <a:xfrm>
            <a:off x="723900" y="977900"/>
            <a:ext cx="18131" cy="18131"/>
          </a:xfrm>
          <a:custGeom>
            <a:avLst/>
            <a:gdLst/>
            <a:ahLst/>
            <a:cxnLst/>
            <a:rect l="l" t="t" r="r" b="b"/>
            <a:pathLst>
              <a:path w="18131" h="18131">
                <a:moveTo>
                  <a:pt x="3752" y="18131"/>
                </a:moveTo>
                <a:lnTo>
                  <a:pt x="0" y="10627"/>
                </a:lnTo>
                <a:lnTo>
                  <a:pt x="3752" y="0"/>
                </a:lnTo>
                <a:lnTo>
                  <a:pt x="11253" y="0"/>
                </a:lnTo>
                <a:lnTo>
                  <a:pt x="18131" y="10627"/>
                </a:lnTo>
                <a:lnTo>
                  <a:pt x="11253" y="18131"/>
                </a:lnTo>
                <a:lnTo>
                  <a:pt x="3752" y="18131"/>
                </a:lnTo>
                <a:lnTo>
                  <a:pt x="3752" y="18131"/>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0" name="Freeform 60"/>
          <p:cNvSpPr/>
          <p:nvPr/>
        </p:nvSpPr>
        <p:spPr>
          <a:xfrm>
            <a:off x="1168400" y="977900"/>
            <a:ext cx="18131" cy="18131"/>
          </a:xfrm>
          <a:custGeom>
            <a:avLst/>
            <a:gdLst/>
            <a:ahLst/>
            <a:cxnLst/>
            <a:rect l="l" t="t" r="r" b="b"/>
            <a:pathLst>
              <a:path w="18131" h="18131">
                <a:moveTo>
                  <a:pt x="3752" y="18131"/>
                </a:moveTo>
                <a:lnTo>
                  <a:pt x="0" y="10627"/>
                </a:lnTo>
                <a:lnTo>
                  <a:pt x="3752" y="0"/>
                </a:lnTo>
                <a:lnTo>
                  <a:pt x="14379" y="0"/>
                </a:lnTo>
                <a:lnTo>
                  <a:pt x="18131" y="10627"/>
                </a:lnTo>
                <a:lnTo>
                  <a:pt x="14379" y="18131"/>
                </a:lnTo>
                <a:lnTo>
                  <a:pt x="3752" y="18131"/>
                </a:lnTo>
                <a:lnTo>
                  <a:pt x="3752" y="18131"/>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1" name="Freeform 61"/>
          <p:cNvSpPr/>
          <p:nvPr/>
        </p:nvSpPr>
        <p:spPr>
          <a:xfrm>
            <a:off x="889000" y="952500"/>
            <a:ext cx="18131" cy="44387"/>
          </a:xfrm>
          <a:custGeom>
            <a:avLst/>
            <a:gdLst/>
            <a:ahLst/>
            <a:cxnLst/>
            <a:rect l="l" t="t" r="r" b="b"/>
            <a:pathLst>
              <a:path w="18131" h="44387">
                <a:moveTo>
                  <a:pt x="18131" y="0"/>
                </a:moveTo>
                <a:cubicBezTo>
                  <a:pt x="18131" y="44386"/>
                  <a:pt x="18131" y="44386"/>
                  <a:pt x="18131" y="44386"/>
                </a:cubicBezTo>
                <a:cubicBezTo>
                  <a:pt x="7252" y="44386"/>
                  <a:pt x="7252" y="44386"/>
                  <a:pt x="7252" y="44386"/>
                </a:cubicBezTo>
                <a:cubicBezTo>
                  <a:pt x="7252" y="18495"/>
                  <a:pt x="7252" y="18495"/>
                  <a:pt x="7252" y="18495"/>
                </a:cubicBezTo>
                <a:cubicBezTo>
                  <a:pt x="7252" y="14796"/>
                  <a:pt x="7252" y="14796"/>
                  <a:pt x="7252" y="14796"/>
                </a:cubicBezTo>
                <a:cubicBezTo>
                  <a:pt x="7252" y="14796"/>
                  <a:pt x="7252" y="11097"/>
                  <a:pt x="3626" y="11097"/>
                </a:cubicBezTo>
                <a:cubicBezTo>
                  <a:pt x="3626" y="11097"/>
                  <a:pt x="3626" y="11097"/>
                  <a:pt x="0" y="11097"/>
                </a:cubicBezTo>
                <a:cubicBezTo>
                  <a:pt x="0" y="11097"/>
                  <a:pt x="0" y="11097"/>
                  <a:pt x="0" y="11097"/>
                </a:cubicBezTo>
                <a:cubicBezTo>
                  <a:pt x="0" y="7398"/>
                  <a:pt x="0" y="7398"/>
                  <a:pt x="0" y="7398"/>
                </a:cubicBezTo>
                <a:cubicBezTo>
                  <a:pt x="3626" y="3700"/>
                  <a:pt x="7252" y="3700"/>
                  <a:pt x="10878" y="0"/>
                </a:cubicBezTo>
                <a:cubicBezTo>
                  <a:pt x="18131" y="0"/>
                  <a:pt x="18131" y="0"/>
                  <a:pt x="18131"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2" name="Freeform 62"/>
          <p:cNvSpPr/>
          <p:nvPr/>
        </p:nvSpPr>
        <p:spPr>
          <a:xfrm>
            <a:off x="914400" y="952500"/>
            <a:ext cx="25632" cy="44387"/>
          </a:xfrm>
          <a:custGeom>
            <a:avLst/>
            <a:gdLst/>
            <a:ahLst/>
            <a:cxnLst/>
            <a:rect l="l" t="t" r="r" b="b"/>
            <a:pathLst>
              <a:path w="25632" h="44387">
                <a:moveTo>
                  <a:pt x="10985" y="18495"/>
                </a:moveTo>
                <a:cubicBezTo>
                  <a:pt x="10985" y="18495"/>
                  <a:pt x="10985" y="22193"/>
                  <a:pt x="10985" y="22193"/>
                </a:cubicBezTo>
                <a:cubicBezTo>
                  <a:pt x="10985" y="22193"/>
                  <a:pt x="14647" y="22193"/>
                  <a:pt x="14647" y="22193"/>
                </a:cubicBezTo>
                <a:cubicBezTo>
                  <a:pt x="14647" y="22193"/>
                  <a:pt x="14647" y="22193"/>
                  <a:pt x="14647" y="22193"/>
                </a:cubicBezTo>
                <a:cubicBezTo>
                  <a:pt x="14647" y="22193"/>
                  <a:pt x="14647" y="18495"/>
                  <a:pt x="14647" y="18495"/>
                </a:cubicBezTo>
                <a:cubicBezTo>
                  <a:pt x="14647" y="11097"/>
                  <a:pt x="14647" y="11097"/>
                  <a:pt x="14647" y="11097"/>
                </a:cubicBezTo>
                <a:cubicBezTo>
                  <a:pt x="14647" y="7398"/>
                  <a:pt x="14647" y="7398"/>
                  <a:pt x="14647" y="7398"/>
                </a:cubicBezTo>
                <a:cubicBezTo>
                  <a:pt x="14647" y="7398"/>
                  <a:pt x="14647" y="3700"/>
                  <a:pt x="14647" y="3700"/>
                </a:cubicBezTo>
                <a:cubicBezTo>
                  <a:pt x="14647" y="3700"/>
                  <a:pt x="10985" y="7398"/>
                  <a:pt x="10985" y="7398"/>
                </a:cubicBezTo>
                <a:cubicBezTo>
                  <a:pt x="10985" y="7398"/>
                  <a:pt x="10985" y="7398"/>
                  <a:pt x="10985" y="11097"/>
                </a:cubicBezTo>
                <a:cubicBezTo>
                  <a:pt x="10985" y="18495"/>
                  <a:pt x="10985" y="18495"/>
                  <a:pt x="10985" y="18495"/>
                </a:cubicBezTo>
                <a:close/>
                <a:moveTo>
                  <a:pt x="0" y="33291"/>
                </a:moveTo>
                <a:cubicBezTo>
                  <a:pt x="10985" y="33291"/>
                  <a:pt x="10985" y="33291"/>
                  <a:pt x="10985" y="33291"/>
                </a:cubicBezTo>
                <a:cubicBezTo>
                  <a:pt x="10985" y="33291"/>
                  <a:pt x="10985" y="36989"/>
                  <a:pt x="10985" y="36989"/>
                </a:cubicBezTo>
                <a:cubicBezTo>
                  <a:pt x="10985" y="36989"/>
                  <a:pt x="10985" y="36989"/>
                  <a:pt x="10985" y="36989"/>
                </a:cubicBezTo>
                <a:cubicBezTo>
                  <a:pt x="10985" y="36989"/>
                  <a:pt x="14647" y="36989"/>
                  <a:pt x="14647" y="36989"/>
                </a:cubicBezTo>
                <a:cubicBezTo>
                  <a:pt x="14647" y="36989"/>
                  <a:pt x="14647" y="36989"/>
                  <a:pt x="14647" y="36989"/>
                </a:cubicBezTo>
                <a:cubicBezTo>
                  <a:pt x="14647" y="36989"/>
                  <a:pt x="14647" y="36989"/>
                  <a:pt x="14647" y="36989"/>
                </a:cubicBezTo>
                <a:cubicBezTo>
                  <a:pt x="14647" y="36989"/>
                  <a:pt x="14647" y="33291"/>
                  <a:pt x="14647" y="33291"/>
                </a:cubicBezTo>
                <a:cubicBezTo>
                  <a:pt x="14647" y="25893"/>
                  <a:pt x="14647" y="25893"/>
                  <a:pt x="14647" y="25893"/>
                </a:cubicBezTo>
                <a:cubicBezTo>
                  <a:pt x="14647" y="25893"/>
                  <a:pt x="14647" y="25893"/>
                  <a:pt x="14647" y="29591"/>
                </a:cubicBezTo>
                <a:cubicBezTo>
                  <a:pt x="10985" y="29591"/>
                  <a:pt x="10985" y="29591"/>
                  <a:pt x="10985" y="29591"/>
                </a:cubicBezTo>
                <a:cubicBezTo>
                  <a:pt x="7323" y="29591"/>
                  <a:pt x="7323" y="29591"/>
                  <a:pt x="3661" y="25893"/>
                </a:cubicBezTo>
                <a:cubicBezTo>
                  <a:pt x="3661" y="25893"/>
                  <a:pt x="0" y="25893"/>
                  <a:pt x="0" y="22193"/>
                </a:cubicBezTo>
                <a:cubicBezTo>
                  <a:pt x="0" y="22193"/>
                  <a:pt x="0" y="18495"/>
                  <a:pt x="0" y="18495"/>
                </a:cubicBezTo>
                <a:cubicBezTo>
                  <a:pt x="0" y="14796"/>
                  <a:pt x="0" y="14796"/>
                  <a:pt x="0" y="14796"/>
                </a:cubicBezTo>
                <a:cubicBezTo>
                  <a:pt x="0" y="11097"/>
                  <a:pt x="0" y="7398"/>
                  <a:pt x="0" y="7398"/>
                </a:cubicBezTo>
                <a:cubicBezTo>
                  <a:pt x="0" y="3700"/>
                  <a:pt x="0" y="3700"/>
                  <a:pt x="3661" y="3700"/>
                </a:cubicBezTo>
                <a:cubicBezTo>
                  <a:pt x="3661" y="0"/>
                  <a:pt x="3661" y="0"/>
                  <a:pt x="7323" y="0"/>
                </a:cubicBezTo>
                <a:cubicBezTo>
                  <a:pt x="7323" y="0"/>
                  <a:pt x="10985" y="0"/>
                  <a:pt x="14647" y="0"/>
                </a:cubicBezTo>
                <a:cubicBezTo>
                  <a:pt x="14647" y="0"/>
                  <a:pt x="18308" y="0"/>
                  <a:pt x="21970" y="0"/>
                </a:cubicBezTo>
                <a:cubicBezTo>
                  <a:pt x="21970" y="0"/>
                  <a:pt x="21970" y="0"/>
                  <a:pt x="25632" y="3700"/>
                </a:cubicBezTo>
                <a:cubicBezTo>
                  <a:pt x="25632" y="3700"/>
                  <a:pt x="25632" y="7398"/>
                  <a:pt x="25632" y="7398"/>
                </a:cubicBezTo>
                <a:cubicBezTo>
                  <a:pt x="25632" y="11097"/>
                  <a:pt x="25632" y="14796"/>
                  <a:pt x="25632" y="18495"/>
                </a:cubicBezTo>
                <a:cubicBezTo>
                  <a:pt x="25632" y="25893"/>
                  <a:pt x="25632" y="25893"/>
                  <a:pt x="25632" y="25893"/>
                </a:cubicBezTo>
                <a:cubicBezTo>
                  <a:pt x="25632" y="29591"/>
                  <a:pt x="25632" y="33291"/>
                  <a:pt x="25632" y="33291"/>
                </a:cubicBezTo>
                <a:cubicBezTo>
                  <a:pt x="25632" y="36989"/>
                  <a:pt x="25632" y="36989"/>
                  <a:pt x="25632" y="40688"/>
                </a:cubicBezTo>
                <a:cubicBezTo>
                  <a:pt x="21970" y="40688"/>
                  <a:pt x="21970" y="44386"/>
                  <a:pt x="21970" y="44386"/>
                </a:cubicBezTo>
                <a:cubicBezTo>
                  <a:pt x="18308" y="44386"/>
                  <a:pt x="14647" y="44386"/>
                  <a:pt x="14647" y="44386"/>
                </a:cubicBezTo>
                <a:cubicBezTo>
                  <a:pt x="10985" y="44386"/>
                  <a:pt x="7323" y="44386"/>
                  <a:pt x="7323" y="44386"/>
                </a:cubicBezTo>
                <a:cubicBezTo>
                  <a:pt x="3661" y="40688"/>
                  <a:pt x="3661" y="40688"/>
                  <a:pt x="0" y="40688"/>
                </a:cubicBezTo>
                <a:cubicBezTo>
                  <a:pt x="0" y="36989"/>
                  <a:pt x="0" y="33291"/>
                  <a:pt x="0" y="33291"/>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3" name="Freeform 63"/>
          <p:cNvSpPr/>
          <p:nvPr/>
        </p:nvSpPr>
        <p:spPr>
          <a:xfrm>
            <a:off x="952500" y="952500"/>
            <a:ext cx="26257" cy="44387"/>
          </a:xfrm>
          <a:custGeom>
            <a:avLst/>
            <a:gdLst/>
            <a:ahLst/>
            <a:cxnLst/>
            <a:rect l="l" t="t" r="r" b="b"/>
            <a:pathLst>
              <a:path w="26257" h="44387">
                <a:moveTo>
                  <a:pt x="26257" y="36989"/>
                </a:moveTo>
                <a:cubicBezTo>
                  <a:pt x="26257" y="44386"/>
                  <a:pt x="26257" y="44386"/>
                  <a:pt x="26257" y="44386"/>
                </a:cubicBezTo>
                <a:cubicBezTo>
                  <a:pt x="0" y="44386"/>
                  <a:pt x="0" y="44386"/>
                  <a:pt x="0" y="44386"/>
                </a:cubicBezTo>
                <a:cubicBezTo>
                  <a:pt x="0" y="36989"/>
                  <a:pt x="0" y="36989"/>
                  <a:pt x="0" y="36989"/>
                </a:cubicBezTo>
                <a:cubicBezTo>
                  <a:pt x="7502" y="25893"/>
                  <a:pt x="11253" y="18495"/>
                  <a:pt x="15004" y="14796"/>
                </a:cubicBezTo>
                <a:cubicBezTo>
                  <a:pt x="15004" y="11097"/>
                  <a:pt x="15004" y="11097"/>
                  <a:pt x="15004" y="7398"/>
                </a:cubicBezTo>
                <a:cubicBezTo>
                  <a:pt x="15004" y="7398"/>
                  <a:pt x="15004" y="7398"/>
                  <a:pt x="15004" y="7398"/>
                </a:cubicBezTo>
                <a:cubicBezTo>
                  <a:pt x="15004" y="7398"/>
                  <a:pt x="15004" y="3700"/>
                  <a:pt x="15004" y="3700"/>
                </a:cubicBezTo>
                <a:cubicBezTo>
                  <a:pt x="11253" y="3700"/>
                  <a:pt x="11253" y="7398"/>
                  <a:pt x="11253" y="7398"/>
                </a:cubicBezTo>
                <a:cubicBezTo>
                  <a:pt x="11253" y="7398"/>
                  <a:pt x="11253" y="7398"/>
                  <a:pt x="11253" y="11097"/>
                </a:cubicBezTo>
                <a:cubicBezTo>
                  <a:pt x="11253" y="14796"/>
                  <a:pt x="11253" y="14796"/>
                  <a:pt x="11253" y="14796"/>
                </a:cubicBezTo>
                <a:cubicBezTo>
                  <a:pt x="0" y="14796"/>
                  <a:pt x="0" y="14796"/>
                  <a:pt x="0" y="14796"/>
                </a:cubicBezTo>
                <a:cubicBezTo>
                  <a:pt x="0" y="11097"/>
                  <a:pt x="0" y="11097"/>
                  <a:pt x="0" y="11097"/>
                </a:cubicBezTo>
                <a:cubicBezTo>
                  <a:pt x="0" y="11097"/>
                  <a:pt x="0" y="7398"/>
                  <a:pt x="0" y="7398"/>
                </a:cubicBezTo>
                <a:cubicBezTo>
                  <a:pt x="0" y="3700"/>
                  <a:pt x="3752" y="3700"/>
                  <a:pt x="3752" y="3700"/>
                </a:cubicBezTo>
                <a:cubicBezTo>
                  <a:pt x="3752" y="0"/>
                  <a:pt x="7502" y="0"/>
                  <a:pt x="7502" y="0"/>
                </a:cubicBezTo>
                <a:cubicBezTo>
                  <a:pt x="7502" y="0"/>
                  <a:pt x="11253" y="0"/>
                  <a:pt x="15004" y="0"/>
                </a:cubicBezTo>
                <a:cubicBezTo>
                  <a:pt x="18755" y="0"/>
                  <a:pt x="22506" y="0"/>
                  <a:pt x="22506" y="0"/>
                </a:cubicBezTo>
                <a:cubicBezTo>
                  <a:pt x="26257" y="3700"/>
                  <a:pt x="26257" y="7398"/>
                  <a:pt x="26257" y="11097"/>
                </a:cubicBezTo>
                <a:cubicBezTo>
                  <a:pt x="26257" y="11097"/>
                  <a:pt x="26257" y="14796"/>
                  <a:pt x="26257" y="18495"/>
                </a:cubicBezTo>
                <a:cubicBezTo>
                  <a:pt x="22506" y="22193"/>
                  <a:pt x="18755" y="25893"/>
                  <a:pt x="15004" y="36989"/>
                </a:cubicBezTo>
                <a:cubicBezTo>
                  <a:pt x="26257" y="36989"/>
                  <a:pt x="26257" y="36989"/>
                  <a:pt x="26257" y="36989"/>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4" name="Freeform 64"/>
          <p:cNvSpPr/>
          <p:nvPr/>
        </p:nvSpPr>
        <p:spPr>
          <a:xfrm>
            <a:off x="1003300" y="952500"/>
            <a:ext cx="25632" cy="44387"/>
          </a:xfrm>
          <a:custGeom>
            <a:avLst/>
            <a:gdLst/>
            <a:ahLst/>
            <a:cxnLst/>
            <a:rect l="l" t="t" r="r" b="b"/>
            <a:pathLst>
              <a:path w="25632" h="44387">
                <a:moveTo>
                  <a:pt x="14647" y="11097"/>
                </a:moveTo>
                <a:cubicBezTo>
                  <a:pt x="14647" y="7398"/>
                  <a:pt x="14647" y="7398"/>
                  <a:pt x="14647" y="7398"/>
                </a:cubicBezTo>
                <a:cubicBezTo>
                  <a:pt x="14647" y="7398"/>
                  <a:pt x="14647" y="3700"/>
                  <a:pt x="14647" y="3700"/>
                </a:cubicBezTo>
                <a:cubicBezTo>
                  <a:pt x="10985" y="3700"/>
                  <a:pt x="10985" y="7398"/>
                  <a:pt x="10985" y="7398"/>
                </a:cubicBezTo>
                <a:cubicBezTo>
                  <a:pt x="10985" y="7398"/>
                  <a:pt x="10985" y="7398"/>
                  <a:pt x="10985" y="11097"/>
                </a:cubicBezTo>
                <a:cubicBezTo>
                  <a:pt x="10985" y="33291"/>
                  <a:pt x="10985" y="33291"/>
                  <a:pt x="10985" y="33291"/>
                </a:cubicBezTo>
                <a:cubicBezTo>
                  <a:pt x="10985" y="33291"/>
                  <a:pt x="10985" y="36989"/>
                  <a:pt x="10985" y="36989"/>
                </a:cubicBezTo>
                <a:cubicBezTo>
                  <a:pt x="10985" y="36989"/>
                  <a:pt x="10985" y="36989"/>
                  <a:pt x="14647" y="36989"/>
                </a:cubicBezTo>
                <a:cubicBezTo>
                  <a:pt x="14647" y="36989"/>
                  <a:pt x="14647" y="36989"/>
                  <a:pt x="14647" y="36989"/>
                </a:cubicBezTo>
                <a:cubicBezTo>
                  <a:pt x="14647" y="36989"/>
                  <a:pt x="14647" y="33291"/>
                  <a:pt x="14647" y="33291"/>
                </a:cubicBezTo>
                <a:cubicBezTo>
                  <a:pt x="14647" y="11097"/>
                  <a:pt x="14647" y="11097"/>
                  <a:pt x="14647" y="11097"/>
                </a:cubicBezTo>
                <a:close/>
                <a:moveTo>
                  <a:pt x="25632" y="14796"/>
                </a:moveTo>
                <a:cubicBezTo>
                  <a:pt x="25632" y="29591"/>
                  <a:pt x="25632" y="29591"/>
                  <a:pt x="25632" y="29591"/>
                </a:cubicBezTo>
                <a:cubicBezTo>
                  <a:pt x="25632" y="33291"/>
                  <a:pt x="25632" y="33291"/>
                  <a:pt x="25632" y="36989"/>
                </a:cubicBezTo>
                <a:cubicBezTo>
                  <a:pt x="25632" y="36989"/>
                  <a:pt x="25632" y="40688"/>
                  <a:pt x="21970" y="40688"/>
                </a:cubicBezTo>
                <a:cubicBezTo>
                  <a:pt x="21970" y="40688"/>
                  <a:pt x="21970" y="44386"/>
                  <a:pt x="18308" y="44386"/>
                </a:cubicBezTo>
                <a:cubicBezTo>
                  <a:pt x="18308" y="44386"/>
                  <a:pt x="14647" y="44386"/>
                  <a:pt x="14647" y="44386"/>
                </a:cubicBezTo>
                <a:cubicBezTo>
                  <a:pt x="10985" y="44386"/>
                  <a:pt x="7323" y="44386"/>
                  <a:pt x="7323" y="44386"/>
                </a:cubicBezTo>
                <a:cubicBezTo>
                  <a:pt x="7323" y="44386"/>
                  <a:pt x="3661" y="40688"/>
                  <a:pt x="3661" y="40688"/>
                </a:cubicBezTo>
                <a:cubicBezTo>
                  <a:pt x="3661" y="40688"/>
                  <a:pt x="0" y="36989"/>
                  <a:pt x="0" y="36989"/>
                </a:cubicBezTo>
                <a:cubicBezTo>
                  <a:pt x="0" y="36989"/>
                  <a:pt x="0" y="33291"/>
                  <a:pt x="0" y="29591"/>
                </a:cubicBezTo>
                <a:cubicBezTo>
                  <a:pt x="0" y="14796"/>
                  <a:pt x="0" y="14796"/>
                  <a:pt x="0" y="14796"/>
                </a:cubicBezTo>
                <a:cubicBezTo>
                  <a:pt x="0" y="11097"/>
                  <a:pt x="0" y="7398"/>
                  <a:pt x="0" y="3700"/>
                </a:cubicBezTo>
                <a:cubicBezTo>
                  <a:pt x="3661" y="3700"/>
                  <a:pt x="3661" y="0"/>
                  <a:pt x="7323" y="0"/>
                </a:cubicBezTo>
                <a:cubicBezTo>
                  <a:pt x="7323" y="0"/>
                  <a:pt x="10985" y="0"/>
                  <a:pt x="14647" y="0"/>
                </a:cubicBezTo>
                <a:cubicBezTo>
                  <a:pt x="14647" y="0"/>
                  <a:pt x="18308" y="0"/>
                  <a:pt x="18308" y="0"/>
                </a:cubicBezTo>
                <a:cubicBezTo>
                  <a:pt x="21970" y="0"/>
                  <a:pt x="21970" y="0"/>
                  <a:pt x="21970" y="3700"/>
                </a:cubicBezTo>
                <a:cubicBezTo>
                  <a:pt x="25632" y="3700"/>
                  <a:pt x="25632" y="3700"/>
                  <a:pt x="25632" y="7398"/>
                </a:cubicBezTo>
                <a:cubicBezTo>
                  <a:pt x="25632" y="7398"/>
                  <a:pt x="25632" y="11097"/>
                  <a:pt x="25632" y="1479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5" name="Freeform 65"/>
          <p:cNvSpPr/>
          <p:nvPr/>
        </p:nvSpPr>
        <p:spPr>
          <a:xfrm>
            <a:off x="762000" y="1016000"/>
            <a:ext cx="62516" cy="59390"/>
          </a:xfrm>
          <a:custGeom>
            <a:avLst/>
            <a:gdLst/>
            <a:ahLst/>
            <a:cxnLst/>
            <a:rect l="l" t="t" r="r" b="b"/>
            <a:pathLst>
              <a:path w="62516" h="59390">
                <a:moveTo>
                  <a:pt x="47807" y="37118"/>
                </a:moveTo>
                <a:cubicBezTo>
                  <a:pt x="47807" y="37118"/>
                  <a:pt x="44129" y="37118"/>
                  <a:pt x="44129" y="40830"/>
                </a:cubicBezTo>
                <a:cubicBezTo>
                  <a:pt x="44129" y="40830"/>
                  <a:pt x="47807" y="40830"/>
                  <a:pt x="47807" y="40830"/>
                </a:cubicBezTo>
                <a:cubicBezTo>
                  <a:pt x="47807" y="40830"/>
                  <a:pt x="47807" y="37118"/>
                  <a:pt x="47807" y="37118"/>
                </a:cubicBezTo>
                <a:cubicBezTo>
                  <a:pt x="47807" y="37118"/>
                  <a:pt x="47807" y="37118"/>
                  <a:pt x="47807" y="37118"/>
                </a:cubicBezTo>
                <a:close/>
                <a:moveTo>
                  <a:pt x="40452" y="14848"/>
                </a:moveTo>
                <a:cubicBezTo>
                  <a:pt x="40452" y="14848"/>
                  <a:pt x="36774" y="14848"/>
                  <a:pt x="36774" y="14848"/>
                </a:cubicBezTo>
                <a:cubicBezTo>
                  <a:pt x="36774" y="14848"/>
                  <a:pt x="36774" y="14848"/>
                  <a:pt x="36774" y="18560"/>
                </a:cubicBezTo>
                <a:cubicBezTo>
                  <a:pt x="36774" y="14848"/>
                  <a:pt x="36774" y="14848"/>
                  <a:pt x="36774" y="14848"/>
                </a:cubicBezTo>
                <a:cubicBezTo>
                  <a:pt x="36774" y="18560"/>
                  <a:pt x="33096" y="18560"/>
                  <a:pt x="33096" y="18560"/>
                </a:cubicBezTo>
                <a:cubicBezTo>
                  <a:pt x="36774" y="18560"/>
                  <a:pt x="36774" y="18560"/>
                  <a:pt x="36774" y="18560"/>
                </a:cubicBezTo>
                <a:cubicBezTo>
                  <a:pt x="40452" y="18560"/>
                  <a:pt x="36774" y="18560"/>
                  <a:pt x="40452" y="18560"/>
                </a:cubicBezTo>
                <a:cubicBezTo>
                  <a:pt x="40452" y="18560"/>
                  <a:pt x="40452" y="18560"/>
                  <a:pt x="40452" y="18560"/>
                </a:cubicBezTo>
                <a:cubicBezTo>
                  <a:pt x="40452" y="18560"/>
                  <a:pt x="40452" y="14848"/>
                  <a:pt x="40452" y="14848"/>
                </a:cubicBezTo>
                <a:cubicBezTo>
                  <a:pt x="40452" y="14848"/>
                  <a:pt x="40452" y="14848"/>
                  <a:pt x="40452" y="14848"/>
                </a:cubicBezTo>
                <a:close/>
                <a:moveTo>
                  <a:pt x="3678" y="14848"/>
                </a:moveTo>
                <a:cubicBezTo>
                  <a:pt x="3678" y="14848"/>
                  <a:pt x="3678" y="14848"/>
                  <a:pt x="3678" y="14848"/>
                </a:cubicBezTo>
                <a:cubicBezTo>
                  <a:pt x="3678" y="14848"/>
                  <a:pt x="3678" y="14848"/>
                  <a:pt x="3678" y="14848"/>
                </a:cubicBezTo>
                <a:cubicBezTo>
                  <a:pt x="3678" y="14848"/>
                  <a:pt x="7355" y="14848"/>
                  <a:pt x="7355" y="14848"/>
                </a:cubicBezTo>
                <a:cubicBezTo>
                  <a:pt x="7355" y="14848"/>
                  <a:pt x="7355" y="14848"/>
                  <a:pt x="7355" y="14848"/>
                </a:cubicBezTo>
                <a:cubicBezTo>
                  <a:pt x="7355" y="14848"/>
                  <a:pt x="7355" y="14848"/>
                  <a:pt x="11032" y="14848"/>
                </a:cubicBezTo>
                <a:cubicBezTo>
                  <a:pt x="11032" y="14848"/>
                  <a:pt x="11032" y="14848"/>
                  <a:pt x="11032" y="14848"/>
                </a:cubicBezTo>
                <a:cubicBezTo>
                  <a:pt x="14709" y="18560"/>
                  <a:pt x="14709" y="14848"/>
                  <a:pt x="14709" y="18560"/>
                </a:cubicBezTo>
                <a:cubicBezTo>
                  <a:pt x="18387" y="14848"/>
                  <a:pt x="18387" y="14848"/>
                  <a:pt x="18387" y="14848"/>
                </a:cubicBezTo>
                <a:cubicBezTo>
                  <a:pt x="18387" y="11135"/>
                  <a:pt x="18387" y="11135"/>
                  <a:pt x="18387" y="11135"/>
                </a:cubicBezTo>
                <a:cubicBezTo>
                  <a:pt x="18387" y="11135"/>
                  <a:pt x="18387" y="11135"/>
                  <a:pt x="18387" y="11135"/>
                </a:cubicBezTo>
                <a:cubicBezTo>
                  <a:pt x="18387" y="11135"/>
                  <a:pt x="18387" y="11135"/>
                  <a:pt x="18387" y="7423"/>
                </a:cubicBezTo>
                <a:cubicBezTo>
                  <a:pt x="18387" y="7423"/>
                  <a:pt x="18387" y="11135"/>
                  <a:pt x="18387" y="7423"/>
                </a:cubicBezTo>
                <a:cubicBezTo>
                  <a:pt x="22065" y="11135"/>
                  <a:pt x="22065" y="7423"/>
                  <a:pt x="22065" y="7423"/>
                </a:cubicBezTo>
                <a:cubicBezTo>
                  <a:pt x="22065" y="11135"/>
                  <a:pt x="22065" y="11135"/>
                  <a:pt x="22065" y="11135"/>
                </a:cubicBezTo>
                <a:cubicBezTo>
                  <a:pt x="25742" y="11135"/>
                  <a:pt x="25742" y="11135"/>
                  <a:pt x="25742" y="11135"/>
                </a:cubicBezTo>
                <a:cubicBezTo>
                  <a:pt x="25742" y="11135"/>
                  <a:pt x="25742" y="11135"/>
                  <a:pt x="25742" y="11135"/>
                </a:cubicBezTo>
                <a:cubicBezTo>
                  <a:pt x="25742" y="11135"/>
                  <a:pt x="25742" y="11135"/>
                  <a:pt x="25742" y="14848"/>
                </a:cubicBezTo>
                <a:cubicBezTo>
                  <a:pt x="25742" y="14848"/>
                  <a:pt x="25742" y="14848"/>
                  <a:pt x="25742" y="14848"/>
                </a:cubicBezTo>
                <a:cubicBezTo>
                  <a:pt x="25742" y="18560"/>
                  <a:pt x="25742" y="18560"/>
                  <a:pt x="25742" y="18560"/>
                </a:cubicBezTo>
                <a:cubicBezTo>
                  <a:pt x="25742" y="18560"/>
                  <a:pt x="25742" y="18560"/>
                  <a:pt x="25742" y="18560"/>
                </a:cubicBezTo>
                <a:cubicBezTo>
                  <a:pt x="22065" y="18560"/>
                  <a:pt x="25742" y="22271"/>
                  <a:pt x="25742" y="22271"/>
                </a:cubicBezTo>
                <a:cubicBezTo>
                  <a:pt x="25742" y="22271"/>
                  <a:pt x="22065" y="25983"/>
                  <a:pt x="22065" y="25983"/>
                </a:cubicBezTo>
                <a:cubicBezTo>
                  <a:pt x="22065" y="25983"/>
                  <a:pt x="22065" y="25983"/>
                  <a:pt x="22065" y="25983"/>
                </a:cubicBezTo>
                <a:cubicBezTo>
                  <a:pt x="18387" y="25983"/>
                  <a:pt x="18387" y="25983"/>
                  <a:pt x="18387" y="29695"/>
                </a:cubicBezTo>
                <a:cubicBezTo>
                  <a:pt x="18387" y="29695"/>
                  <a:pt x="18387" y="25983"/>
                  <a:pt x="18387" y="25983"/>
                </a:cubicBezTo>
                <a:cubicBezTo>
                  <a:pt x="18387" y="25983"/>
                  <a:pt x="18387" y="25983"/>
                  <a:pt x="22065" y="25983"/>
                </a:cubicBezTo>
                <a:cubicBezTo>
                  <a:pt x="22065" y="25983"/>
                  <a:pt x="22065" y="25983"/>
                  <a:pt x="22065" y="25983"/>
                </a:cubicBezTo>
                <a:cubicBezTo>
                  <a:pt x="25742" y="25983"/>
                  <a:pt x="25742" y="25983"/>
                  <a:pt x="25742" y="25983"/>
                </a:cubicBezTo>
                <a:cubicBezTo>
                  <a:pt x="25742" y="25983"/>
                  <a:pt x="25742" y="25983"/>
                  <a:pt x="25742" y="25983"/>
                </a:cubicBezTo>
                <a:cubicBezTo>
                  <a:pt x="25742" y="25983"/>
                  <a:pt x="29420" y="25983"/>
                  <a:pt x="29420" y="22271"/>
                </a:cubicBezTo>
                <a:cubicBezTo>
                  <a:pt x="29420" y="22271"/>
                  <a:pt x="29420" y="22271"/>
                  <a:pt x="29420" y="22271"/>
                </a:cubicBezTo>
                <a:cubicBezTo>
                  <a:pt x="29420" y="22271"/>
                  <a:pt x="29420" y="22271"/>
                  <a:pt x="29420" y="22271"/>
                </a:cubicBezTo>
                <a:cubicBezTo>
                  <a:pt x="25742" y="18560"/>
                  <a:pt x="29420" y="18560"/>
                  <a:pt x="25742" y="18560"/>
                </a:cubicBezTo>
                <a:cubicBezTo>
                  <a:pt x="25742" y="18560"/>
                  <a:pt x="25742" y="18560"/>
                  <a:pt x="25742" y="18560"/>
                </a:cubicBezTo>
                <a:cubicBezTo>
                  <a:pt x="25742" y="18560"/>
                  <a:pt x="25742" y="18560"/>
                  <a:pt x="25742" y="18560"/>
                </a:cubicBezTo>
                <a:cubicBezTo>
                  <a:pt x="25742" y="18560"/>
                  <a:pt x="25742" y="14848"/>
                  <a:pt x="25742" y="14848"/>
                </a:cubicBezTo>
                <a:cubicBezTo>
                  <a:pt x="25742" y="14848"/>
                  <a:pt x="25742" y="14848"/>
                  <a:pt x="25742" y="14848"/>
                </a:cubicBezTo>
                <a:cubicBezTo>
                  <a:pt x="25742" y="14848"/>
                  <a:pt x="29420" y="14848"/>
                  <a:pt x="29420" y="14848"/>
                </a:cubicBezTo>
                <a:cubicBezTo>
                  <a:pt x="29420" y="11135"/>
                  <a:pt x="25742" y="11135"/>
                  <a:pt x="25742" y="11135"/>
                </a:cubicBezTo>
                <a:cubicBezTo>
                  <a:pt x="25742" y="11135"/>
                  <a:pt x="25742" y="11135"/>
                  <a:pt x="25742" y="11135"/>
                </a:cubicBezTo>
                <a:cubicBezTo>
                  <a:pt x="25742" y="11135"/>
                  <a:pt x="25742" y="11135"/>
                  <a:pt x="25742" y="11135"/>
                </a:cubicBezTo>
                <a:cubicBezTo>
                  <a:pt x="25742" y="7423"/>
                  <a:pt x="25742" y="7423"/>
                  <a:pt x="25742" y="7423"/>
                </a:cubicBezTo>
                <a:cubicBezTo>
                  <a:pt x="25742" y="7423"/>
                  <a:pt x="25742" y="7423"/>
                  <a:pt x="25742" y="7423"/>
                </a:cubicBezTo>
                <a:cubicBezTo>
                  <a:pt x="25742" y="7423"/>
                  <a:pt x="29420" y="3712"/>
                  <a:pt x="29420" y="3712"/>
                </a:cubicBezTo>
                <a:cubicBezTo>
                  <a:pt x="29420" y="3712"/>
                  <a:pt x="29420" y="3712"/>
                  <a:pt x="29420" y="3712"/>
                </a:cubicBezTo>
                <a:cubicBezTo>
                  <a:pt x="33096" y="3712"/>
                  <a:pt x="33096" y="3712"/>
                  <a:pt x="33096" y="3712"/>
                </a:cubicBezTo>
                <a:cubicBezTo>
                  <a:pt x="33096" y="3712"/>
                  <a:pt x="33096" y="3712"/>
                  <a:pt x="33096" y="3712"/>
                </a:cubicBezTo>
                <a:cubicBezTo>
                  <a:pt x="33096" y="7423"/>
                  <a:pt x="36774" y="3712"/>
                  <a:pt x="36774" y="3712"/>
                </a:cubicBezTo>
                <a:cubicBezTo>
                  <a:pt x="40452" y="3712"/>
                  <a:pt x="36774" y="0"/>
                  <a:pt x="40452" y="0"/>
                </a:cubicBezTo>
                <a:cubicBezTo>
                  <a:pt x="40452" y="0"/>
                  <a:pt x="40452" y="0"/>
                  <a:pt x="40452" y="0"/>
                </a:cubicBezTo>
                <a:cubicBezTo>
                  <a:pt x="40452" y="0"/>
                  <a:pt x="40452" y="0"/>
                  <a:pt x="40452" y="0"/>
                </a:cubicBezTo>
                <a:cubicBezTo>
                  <a:pt x="40452" y="0"/>
                  <a:pt x="40452" y="3712"/>
                  <a:pt x="44129" y="3712"/>
                </a:cubicBezTo>
                <a:cubicBezTo>
                  <a:pt x="44129" y="3712"/>
                  <a:pt x="40452" y="3712"/>
                  <a:pt x="40452" y="7423"/>
                </a:cubicBezTo>
                <a:cubicBezTo>
                  <a:pt x="44129" y="7423"/>
                  <a:pt x="47807" y="11135"/>
                  <a:pt x="51483" y="11135"/>
                </a:cubicBezTo>
                <a:cubicBezTo>
                  <a:pt x="51483" y="11135"/>
                  <a:pt x="51483" y="11135"/>
                  <a:pt x="51483" y="11135"/>
                </a:cubicBezTo>
                <a:cubicBezTo>
                  <a:pt x="51483" y="7423"/>
                  <a:pt x="51483" y="7423"/>
                  <a:pt x="55161" y="7423"/>
                </a:cubicBezTo>
                <a:cubicBezTo>
                  <a:pt x="55161" y="7423"/>
                  <a:pt x="55161" y="7423"/>
                  <a:pt x="55161" y="7423"/>
                </a:cubicBezTo>
                <a:cubicBezTo>
                  <a:pt x="55161" y="7423"/>
                  <a:pt x="55161" y="7423"/>
                  <a:pt x="55161" y="3712"/>
                </a:cubicBezTo>
                <a:cubicBezTo>
                  <a:pt x="55161" y="3712"/>
                  <a:pt x="55161" y="3712"/>
                  <a:pt x="55161" y="3712"/>
                </a:cubicBezTo>
                <a:cubicBezTo>
                  <a:pt x="55161" y="3712"/>
                  <a:pt x="55161" y="3712"/>
                  <a:pt x="58839" y="3712"/>
                </a:cubicBezTo>
                <a:cubicBezTo>
                  <a:pt x="58839" y="3712"/>
                  <a:pt x="58839" y="3712"/>
                  <a:pt x="58839" y="3712"/>
                </a:cubicBezTo>
                <a:cubicBezTo>
                  <a:pt x="62516" y="7423"/>
                  <a:pt x="62516" y="7423"/>
                  <a:pt x="62516" y="11135"/>
                </a:cubicBezTo>
                <a:cubicBezTo>
                  <a:pt x="62516" y="11135"/>
                  <a:pt x="62516" y="11135"/>
                  <a:pt x="58839" y="14848"/>
                </a:cubicBezTo>
                <a:cubicBezTo>
                  <a:pt x="58839" y="14848"/>
                  <a:pt x="58839" y="14848"/>
                  <a:pt x="58839" y="14848"/>
                </a:cubicBezTo>
                <a:cubicBezTo>
                  <a:pt x="58839" y="14848"/>
                  <a:pt x="58839" y="14848"/>
                  <a:pt x="58839" y="14848"/>
                </a:cubicBezTo>
                <a:cubicBezTo>
                  <a:pt x="58839" y="14848"/>
                  <a:pt x="58839" y="14848"/>
                  <a:pt x="55161" y="14848"/>
                </a:cubicBezTo>
                <a:cubicBezTo>
                  <a:pt x="55161" y="18560"/>
                  <a:pt x="58839" y="18560"/>
                  <a:pt x="58839" y="18560"/>
                </a:cubicBezTo>
                <a:cubicBezTo>
                  <a:pt x="58839" y="18560"/>
                  <a:pt x="58839" y="18560"/>
                  <a:pt x="58839" y="18560"/>
                </a:cubicBezTo>
                <a:cubicBezTo>
                  <a:pt x="58839" y="18560"/>
                  <a:pt x="58839" y="18560"/>
                  <a:pt x="58839" y="18560"/>
                </a:cubicBezTo>
                <a:cubicBezTo>
                  <a:pt x="58839" y="18560"/>
                  <a:pt x="58839" y="22271"/>
                  <a:pt x="58839" y="22271"/>
                </a:cubicBezTo>
                <a:cubicBezTo>
                  <a:pt x="55161" y="22271"/>
                  <a:pt x="55161" y="22271"/>
                  <a:pt x="55161" y="22271"/>
                </a:cubicBezTo>
                <a:cubicBezTo>
                  <a:pt x="55161" y="22271"/>
                  <a:pt x="55161" y="22271"/>
                  <a:pt x="55161" y="22271"/>
                </a:cubicBezTo>
                <a:cubicBezTo>
                  <a:pt x="55161" y="22271"/>
                  <a:pt x="51483" y="22271"/>
                  <a:pt x="51483" y="22271"/>
                </a:cubicBezTo>
                <a:cubicBezTo>
                  <a:pt x="47807" y="18560"/>
                  <a:pt x="47807" y="18560"/>
                  <a:pt x="47807" y="18560"/>
                </a:cubicBezTo>
                <a:cubicBezTo>
                  <a:pt x="47807" y="18560"/>
                  <a:pt x="47807" y="18560"/>
                  <a:pt x="47807" y="18560"/>
                </a:cubicBezTo>
                <a:cubicBezTo>
                  <a:pt x="47807" y="18560"/>
                  <a:pt x="44129" y="22271"/>
                  <a:pt x="44129" y="22271"/>
                </a:cubicBezTo>
                <a:cubicBezTo>
                  <a:pt x="44129" y="22271"/>
                  <a:pt x="44129" y="22271"/>
                  <a:pt x="44129" y="22271"/>
                </a:cubicBezTo>
                <a:cubicBezTo>
                  <a:pt x="40452" y="22271"/>
                  <a:pt x="40452" y="22271"/>
                  <a:pt x="40452" y="22271"/>
                </a:cubicBezTo>
                <a:cubicBezTo>
                  <a:pt x="40452" y="22271"/>
                  <a:pt x="40452" y="22271"/>
                  <a:pt x="40452" y="22271"/>
                </a:cubicBezTo>
                <a:cubicBezTo>
                  <a:pt x="40452" y="22271"/>
                  <a:pt x="40452" y="22271"/>
                  <a:pt x="40452" y="22271"/>
                </a:cubicBezTo>
                <a:cubicBezTo>
                  <a:pt x="40452" y="22271"/>
                  <a:pt x="44129" y="25983"/>
                  <a:pt x="40452" y="25983"/>
                </a:cubicBezTo>
                <a:cubicBezTo>
                  <a:pt x="40452" y="25983"/>
                  <a:pt x="40452" y="29695"/>
                  <a:pt x="40452" y="29695"/>
                </a:cubicBezTo>
                <a:cubicBezTo>
                  <a:pt x="40452" y="29695"/>
                  <a:pt x="40452" y="25983"/>
                  <a:pt x="40452" y="25983"/>
                </a:cubicBezTo>
                <a:cubicBezTo>
                  <a:pt x="40452" y="25983"/>
                  <a:pt x="40452" y="29695"/>
                  <a:pt x="36774" y="29695"/>
                </a:cubicBezTo>
                <a:cubicBezTo>
                  <a:pt x="36774" y="25983"/>
                  <a:pt x="36774" y="25983"/>
                  <a:pt x="33096" y="29695"/>
                </a:cubicBezTo>
                <a:cubicBezTo>
                  <a:pt x="36774" y="29695"/>
                  <a:pt x="36774" y="29695"/>
                  <a:pt x="40452" y="29695"/>
                </a:cubicBezTo>
                <a:cubicBezTo>
                  <a:pt x="40452" y="29695"/>
                  <a:pt x="40452" y="29695"/>
                  <a:pt x="40452" y="29695"/>
                </a:cubicBezTo>
                <a:cubicBezTo>
                  <a:pt x="40452" y="33407"/>
                  <a:pt x="40452" y="33407"/>
                  <a:pt x="40452" y="37118"/>
                </a:cubicBezTo>
                <a:cubicBezTo>
                  <a:pt x="40452" y="37118"/>
                  <a:pt x="36774" y="37118"/>
                  <a:pt x="36774" y="37118"/>
                </a:cubicBezTo>
                <a:cubicBezTo>
                  <a:pt x="36774" y="37118"/>
                  <a:pt x="36774" y="37118"/>
                  <a:pt x="36774" y="37118"/>
                </a:cubicBezTo>
                <a:cubicBezTo>
                  <a:pt x="33096" y="37118"/>
                  <a:pt x="33096" y="37118"/>
                  <a:pt x="29420" y="37118"/>
                </a:cubicBezTo>
                <a:cubicBezTo>
                  <a:pt x="29420" y="40830"/>
                  <a:pt x="33096" y="40830"/>
                  <a:pt x="33096" y="40830"/>
                </a:cubicBezTo>
                <a:cubicBezTo>
                  <a:pt x="33096" y="40830"/>
                  <a:pt x="36774" y="40830"/>
                  <a:pt x="36774" y="37118"/>
                </a:cubicBezTo>
                <a:cubicBezTo>
                  <a:pt x="36774" y="37118"/>
                  <a:pt x="36774" y="37118"/>
                  <a:pt x="40452" y="37118"/>
                </a:cubicBezTo>
                <a:cubicBezTo>
                  <a:pt x="40452" y="37118"/>
                  <a:pt x="40452" y="37118"/>
                  <a:pt x="40452" y="37118"/>
                </a:cubicBezTo>
                <a:cubicBezTo>
                  <a:pt x="40452" y="33407"/>
                  <a:pt x="44129" y="33407"/>
                  <a:pt x="44129" y="33407"/>
                </a:cubicBezTo>
                <a:cubicBezTo>
                  <a:pt x="44129" y="33407"/>
                  <a:pt x="44129" y="33407"/>
                  <a:pt x="44129" y="33407"/>
                </a:cubicBezTo>
                <a:cubicBezTo>
                  <a:pt x="44129" y="33407"/>
                  <a:pt x="44129" y="33407"/>
                  <a:pt x="44129" y="33407"/>
                </a:cubicBezTo>
                <a:cubicBezTo>
                  <a:pt x="47807" y="29695"/>
                  <a:pt x="47807" y="29695"/>
                  <a:pt x="47807" y="29695"/>
                </a:cubicBezTo>
                <a:cubicBezTo>
                  <a:pt x="47807" y="29695"/>
                  <a:pt x="47807" y="29695"/>
                  <a:pt x="47807" y="25983"/>
                </a:cubicBezTo>
                <a:cubicBezTo>
                  <a:pt x="47807" y="25983"/>
                  <a:pt x="47807" y="25983"/>
                  <a:pt x="51483" y="25983"/>
                </a:cubicBezTo>
                <a:cubicBezTo>
                  <a:pt x="51483" y="25983"/>
                  <a:pt x="51483" y="29695"/>
                  <a:pt x="51483" y="29695"/>
                </a:cubicBezTo>
                <a:cubicBezTo>
                  <a:pt x="51483" y="29695"/>
                  <a:pt x="51483" y="29695"/>
                  <a:pt x="51483" y="29695"/>
                </a:cubicBezTo>
                <a:cubicBezTo>
                  <a:pt x="51483" y="33407"/>
                  <a:pt x="51483" y="33407"/>
                  <a:pt x="51483" y="33407"/>
                </a:cubicBezTo>
                <a:cubicBezTo>
                  <a:pt x="51483" y="33407"/>
                  <a:pt x="51483" y="33407"/>
                  <a:pt x="51483" y="37118"/>
                </a:cubicBezTo>
                <a:cubicBezTo>
                  <a:pt x="51483" y="37118"/>
                  <a:pt x="51483" y="37118"/>
                  <a:pt x="51483" y="37118"/>
                </a:cubicBezTo>
                <a:cubicBezTo>
                  <a:pt x="51483" y="40830"/>
                  <a:pt x="51483" y="40830"/>
                  <a:pt x="51483" y="40830"/>
                </a:cubicBezTo>
                <a:cubicBezTo>
                  <a:pt x="51483" y="44543"/>
                  <a:pt x="51483" y="44543"/>
                  <a:pt x="51483" y="44543"/>
                </a:cubicBezTo>
                <a:cubicBezTo>
                  <a:pt x="51483" y="44543"/>
                  <a:pt x="51483" y="44543"/>
                  <a:pt x="51483" y="44543"/>
                </a:cubicBezTo>
                <a:cubicBezTo>
                  <a:pt x="51483" y="44543"/>
                  <a:pt x="47807" y="44543"/>
                  <a:pt x="47807" y="44543"/>
                </a:cubicBezTo>
                <a:cubicBezTo>
                  <a:pt x="47807" y="44543"/>
                  <a:pt x="47807" y="44543"/>
                  <a:pt x="47807" y="44543"/>
                </a:cubicBezTo>
                <a:cubicBezTo>
                  <a:pt x="47807" y="44543"/>
                  <a:pt x="47807" y="44543"/>
                  <a:pt x="47807" y="44543"/>
                </a:cubicBezTo>
                <a:cubicBezTo>
                  <a:pt x="47807" y="44543"/>
                  <a:pt x="44129" y="44543"/>
                  <a:pt x="44129" y="44543"/>
                </a:cubicBezTo>
                <a:cubicBezTo>
                  <a:pt x="44129" y="44543"/>
                  <a:pt x="44129" y="44543"/>
                  <a:pt x="44129" y="44543"/>
                </a:cubicBezTo>
                <a:cubicBezTo>
                  <a:pt x="40452" y="44543"/>
                  <a:pt x="40452" y="44543"/>
                  <a:pt x="36774" y="44543"/>
                </a:cubicBezTo>
                <a:cubicBezTo>
                  <a:pt x="36774" y="44543"/>
                  <a:pt x="36774" y="44543"/>
                  <a:pt x="36774" y="44543"/>
                </a:cubicBezTo>
                <a:cubicBezTo>
                  <a:pt x="36774" y="44543"/>
                  <a:pt x="33096" y="44543"/>
                  <a:pt x="33096" y="48255"/>
                </a:cubicBezTo>
                <a:cubicBezTo>
                  <a:pt x="33096" y="48255"/>
                  <a:pt x="33096" y="48255"/>
                  <a:pt x="36774" y="48255"/>
                </a:cubicBezTo>
                <a:cubicBezTo>
                  <a:pt x="36774" y="48255"/>
                  <a:pt x="36774" y="48255"/>
                  <a:pt x="36774" y="48255"/>
                </a:cubicBezTo>
                <a:cubicBezTo>
                  <a:pt x="40452" y="51966"/>
                  <a:pt x="40452" y="51966"/>
                  <a:pt x="40452" y="51966"/>
                </a:cubicBezTo>
                <a:cubicBezTo>
                  <a:pt x="40452" y="51966"/>
                  <a:pt x="40452" y="51966"/>
                  <a:pt x="40452" y="51966"/>
                </a:cubicBezTo>
                <a:cubicBezTo>
                  <a:pt x="40452" y="51966"/>
                  <a:pt x="40452" y="51966"/>
                  <a:pt x="40452" y="51966"/>
                </a:cubicBezTo>
                <a:cubicBezTo>
                  <a:pt x="40452" y="55678"/>
                  <a:pt x="40452" y="55678"/>
                  <a:pt x="40452" y="55678"/>
                </a:cubicBezTo>
                <a:cubicBezTo>
                  <a:pt x="44129" y="55678"/>
                  <a:pt x="40452" y="59390"/>
                  <a:pt x="40452" y="59390"/>
                </a:cubicBezTo>
                <a:cubicBezTo>
                  <a:pt x="40452" y="59390"/>
                  <a:pt x="36774" y="59390"/>
                  <a:pt x="36774" y="59390"/>
                </a:cubicBezTo>
                <a:cubicBezTo>
                  <a:pt x="36774" y="59390"/>
                  <a:pt x="36774" y="59390"/>
                  <a:pt x="36774" y="59390"/>
                </a:cubicBezTo>
                <a:cubicBezTo>
                  <a:pt x="36774" y="59390"/>
                  <a:pt x="36774" y="59390"/>
                  <a:pt x="36774" y="59390"/>
                </a:cubicBezTo>
                <a:cubicBezTo>
                  <a:pt x="36774" y="59390"/>
                  <a:pt x="36774" y="59390"/>
                  <a:pt x="36774" y="59390"/>
                </a:cubicBezTo>
                <a:cubicBezTo>
                  <a:pt x="33096" y="59390"/>
                  <a:pt x="33096" y="55678"/>
                  <a:pt x="33096" y="55678"/>
                </a:cubicBezTo>
                <a:cubicBezTo>
                  <a:pt x="33096" y="55678"/>
                  <a:pt x="33096" y="55678"/>
                  <a:pt x="33096" y="55678"/>
                </a:cubicBezTo>
                <a:cubicBezTo>
                  <a:pt x="33096" y="55678"/>
                  <a:pt x="29420" y="55678"/>
                  <a:pt x="29420" y="55678"/>
                </a:cubicBezTo>
                <a:cubicBezTo>
                  <a:pt x="29420" y="55678"/>
                  <a:pt x="29420" y="55678"/>
                  <a:pt x="29420" y="55678"/>
                </a:cubicBezTo>
                <a:cubicBezTo>
                  <a:pt x="29420" y="51966"/>
                  <a:pt x="25742" y="51966"/>
                  <a:pt x="25742" y="51966"/>
                </a:cubicBezTo>
                <a:cubicBezTo>
                  <a:pt x="25742" y="51966"/>
                  <a:pt x="25742" y="51966"/>
                  <a:pt x="22065" y="51966"/>
                </a:cubicBezTo>
                <a:cubicBezTo>
                  <a:pt x="22065" y="51966"/>
                  <a:pt x="18387" y="51966"/>
                  <a:pt x="18387" y="48255"/>
                </a:cubicBezTo>
                <a:cubicBezTo>
                  <a:pt x="18387" y="48255"/>
                  <a:pt x="18387" y="48255"/>
                  <a:pt x="18387" y="48255"/>
                </a:cubicBezTo>
                <a:cubicBezTo>
                  <a:pt x="22065" y="48255"/>
                  <a:pt x="22065" y="48255"/>
                  <a:pt x="22065" y="48255"/>
                </a:cubicBezTo>
                <a:cubicBezTo>
                  <a:pt x="22065" y="48255"/>
                  <a:pt x="22065" y="51966"/>
                  <a:pt x="25742" y="48255"/>
                </a:cubicBezTo>
                <a:cubicBezTo>
                  <a:pt x="25742" y="48255"/>
                  <a:pt x="22065" y="48255"/>
                  <a:pt x="25742" y="44543"/>
                </a:cubicBezTo>
                <a:cubicBezTo>
                  <a:pt x="25742" y="44543"/>
                  <a:pt x="25742" y="44543"/>
                  <a:pt x="25742" y="44543"/>
                </a:cubicBezTo>
                <a:cubicBezTo>
                  <a:pt x="29420" y="44543"/>
                  <a:pt x="29420" y="44543"/>
                  <a:pt x="29420" y="44543"/>
                </a:cubicBezTo>
                <a:cubicBezTo>
                  <a:pt x="29420" y="40830"/>
                  <a:pt x="29420" y="40830"/>
                  <a:pt x="29420" y="40830"/>
                </a:cubicBezTo>
                <a:cubicBezTo>
                  <a:pt x="29420" y="40830"/>
                  <a:pt x="29420" y="40830"/>
                  <a:pt x="29420" y="40830"/>
                </a:cubicBezTo>
                <a:cubicBezTo>
                  <a:pt x="29420" y="40830"/>
                  <a:pt x="29420" y="40830"/>
                  <a:pt x="29420" y="40830"/>
                </a:cubicBezTo>
                <a:cubicBezTo>
                  <a:pt x="25742" y="37118"/>
                  <a:pt x="25742" y="40830"/>
                  <a:pt x="25742" y="40830"/>
                </a:cubicBezTo>
                <a:cubicBezTo>
                  <a:pt x="25742" y="40830"/>
                  <a:pt x="25742" y="40830"/>
                  <a:pt x="25742" y="40830"/>
                </a:cubicBezTo>
                <a:cubicBezTo>
                  <a:pt x="25742" y="40830"/>
                  <a:pt x="25742" y="40830"/>
                  <a:pt x="25742" y="44543"/>
                </a:cubicBezTo>
                <a:cubicBezTo>
                  <a:pt x="25742" y="44543"/>
                  <a:pt x="25742" y="44543"/>
                  <a:pt x="25742" y="44543"/>
                </a:cubicBezTo>
                <a:cubicBezTo>
                  <a:pt x="22065" y="44543"/>
                  <a:pt x="18387" y="44543"/>
                  <a:pt x="18387" y="40830"/>
                </a:cubicBezTo>
                <a:cubicBezTo>
                  <a:pt x="18387" y="40830"/>
                  <a:pt x="18387" y="40830"/>
                  <a:pt x="18387" y="37118"/>
                </a:cubicBezTo>
                <a:cubicBezTo>
                  <a:pt x="18387" y="37118"/>
                  <a:pt x="18387" y="37118"/>
                  <a:pt x="22065" y="37118"/>
                </a:cubicBezTo>
                <a:cubicBezTo>
                  <a:pt x="22065" y="33407"/>
                  <a:pt x="22065" y="33407"/>
                  <a:pt x="25742" y="33407"/>
                </a:cubicBezTo>
                <a:cubicBezTo>
                  <a:pt x="25742" y="33407"/>
                  <a:pt x="25742" y="33407"/>
                  <a:pt x="25742" y="33407"/>
                </a:cubicBezTo>
                <a:cubicBezTo>
                  <a:pt x="29420" y="33407"/>
                  <a:pt x="25742" y="33407"/>
                  <a:pt x="29420" y="33407"/>
                </a:cubicBezTo>
                <a:cubicBezTo>
                  <a:pt x="29420" y="33407"/>
                  <a:pt x="29420" y="33407"/>
                  <a:pt x="29420" y="33407"/>
                </a:cubicBezTo>
                <a:cubicBezTo>
                  <a:pt x="29420" y="33407"/>
                  <a:pt x="29420" y="33407"/>
                  <a:pt x="29420" y="33407"/>
                </a:cubicBezTo>
                <a:cubicBezTo>
                  <a:pt x="25742" y="33407"/>
                  <a:pt x="25742" y="33407"/>
                  <a:pt x="25742" y="33407"/>
                </a:cubicBezTo>
                <a:cubicBezTo>
                  <a:pt x="22065" y="33407"/>
                  <a:pt x="22065" y="33407"/>
                  <a:pt x="22065" y="33407"/>
                </a:cubicBezTo>
                <a:cubicBezTo>
                  <a:pt x="22065" y="33407"/>
                  <a:pt x="22065" y="33407"/>
                  <a:pt x="22065" y="33407"/>
                </a:cubicBezTo>
                <a:cubicBezTo>
                  <a:pt x="22065" y="33407"/>
                  <a:pt x="22065" y="33407"/>
                  <a:pt x="18387" y="33407"/>
                </a:cubicBezTo>
                <a:cubicBezTo>
                  <a:pt x="18387" y="37118"/>
                  <a:pt x="18387" y="37118"/>
                  <a:pt x="18387" y="37118"/>
                </a:cubicBezTo>
                <a:cubicBezTo>
                  <a:pt x="18387" y="37118"/>
                  <a:pt x="18387" y="37118"/>
                  <a:pt x="18387" y="37118"/>
                </a:cubicBezTo>
                <a:cubicBezTo>
                  <a:pt x="18387" y="37118"/>
                  <a:pt x="14709" y="37118"/>
                  <a:pt x="14709" y="37118"/>
                </a:cubicBezTo>
                <a:cubicBezTo>
                  <a:pt x="11032" y="37118"/>
                  <a:pt x="14709" y="33407"/>
                  <a:pt x="14709" y="33407"/>
                </a:cubicBezTo>
                <a:cubicBezTo>
                  <a:pt x="11032" y="33407"/>
                  <a:pt x="11032" y="33407"/>
                  <a:pt x="11032" y="33407"/>
                </a:cubicBezTo>
                <a:cubicBezTo>
                  <a:pt x="11032" y="33407"/>
                  <a:pt x="7355" y="33407"/>
                  <a:pt x="7355" y="33407"/>
                </a:cubicBezTo>
                <a:cubicBezTo>
                  <a:pt x="7355" y="33407"/>
                  <a:pt x="7355" y="33407"/>
                  <a:pt x="7355" y="33407"/>
                </a:cubicBezTo>
                <a:cubicBezTo>
                  <a:pt x="7355" y="33407"/>
                  <a:pt x="3678" y="33407"/>
                  <a:pt x="3678" y="33407"/>
                </a:cubicBezTo>
                <a:cubicBezTo>
                  <a:pt x="3678" y="33407"/>
                  <a:pt x="3678" y="33407"/>
                  <a:pt x="3678" y="33407"/>
                </a:cubicBezTo>
                <a:cubicBezTo>
                  <a:pt x="3678" y="33407"/>
                  <a:pt x="3678" y="37118"/>
                  <a:pt x="3678" y="33407"/>
                </a:cubicBezTo>
                <a:cubicBezTo>
                  <a:pt x="3678" y="33407"/>
                  <a:pt x="3678" y="33407"/>
                  <a:pt x="3678" y="33407"/>
                </a:cubicBezTo>
                <a:cubicBezTo>
                  <a:pt x="3678" y="33407"/>
                  <a:pt x="3678" y="33407"/>
                  <a:pt x="3678" y="37118"/>
                </a:cubicBezTo>
                <a:cubicBezTo>
                  <a:pt x="0" y="33407"/>
                  <a:pt x="0" y="33407"/>
                  <a:pt x="0" y="33407"/>
                </a:cubicBezTo>
                <a:cubicBezTo>
                  <a:pt x="0" y="33407"/>
                  <a:pt x="0" y="33407"/>
                  <a:pt x="0" y="33407"/>
                </a:cubicBezTo>
                <a:cubicBezTo>
                  <a:pt x="0" y="33407"/>
                  <a:pt x="0" y="33407"/>
                  <a:pt x="0" y="33407"/>
                </a:cubicBezTo>
                <a:cubicBezTo>
                  <a:pt x="0" y="33407"/>
                  <a:pt x="0" y="29695"/>
                  <a:pt x="0" y="29695"/>
                </a:cubicBezTo>
                <a:cubicBezTo>
                  <a:pt x="0" y="29695"/>
                  <a:pt x="0" y="29695"/>
                  <a:pt x="0" y="29695"/>
                </a:cubicBezTo>
                <a:cubicBezTo>
                  <a:pt x="0" y="25983"/>
                  <a:pt x="3678" y="29695"/>
                  <a:pt x="3678" y="29695"/>
                </a:cubicBezTo>
                <a:cubicBezTo>
                  <a:pt x="3678" y="25983"/>
                  <a:pt x="7355" y="25983"/>
                  <a:pt x="7355" y="25983"/>
                </a:cubicBezTo>
                <a:cubicBezTo>
                  <a:pt x="11032" y="25983"/>
                  <a:pt x="11032" y="25983"/>
                  <a:pt x="11032" y="22271"/>
                </a:cubicBezTo>
                <a:cubicBezTo>
                  <a:pt x="11032" y="22271"/>
                  <a:pt x="7355" y="22271"/>
                  <a:pt x="7355" y="22271"/>
                </a:cubicBezTo>
                <a:cubicBezTo>
                  <a:pt x="7355" y="22271"/>
                  <a:pt x="7355" y="18560"/>
                  <a:pt x="3678" y="18560"/>
                </a:cubicBezTo>
                <a:cubicBezTo>
                  <a:pt x="3678" y="18560"/>
                  <a:pt x="3678" y="18560"/>
                  <a:pt x="3678" y="18560"/>
                </a:cubicBezTo>
                <a:cubicBezTo>
                  <a:pt x="3678" y="18560"/>
                  <a:pt x="3678" y="18560"/>
                  <a:pt x="3678" y="18560"/>
                </a:cubicBezTo>
                <a:cubicBezTo>
                  <a:pt x="3678" y="18560"/>
                  <a:pt x="3678" y="14848"/>
                  <a:pt x="3678" y="148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6" name="Freeform 66"/>
          <p:cNvSpPr/>
          <p:nvPr/>
        </p:nvSpPr>
        <p:spPr>
          <a:xfrm>
            <a:off x="762000" y="1054100"/>
            <a:ext cx="26257" cy="26257"/>
          </a:xfrm>
          <a:custGeom>
            <a:avLst/>
            <a:gdLst/>
            <a:ahLst/>
            <a:cxnLst/>
            <a:rect l="l" t="t" r="r" b="b"/>
            <a:pathLst>
              <a:path w="26257" h="26257">
                <a:moveTo>
                  <a:pt x="26257" y="22506"/>
                </a:moveTo>
                <a:cubicBezTo>
                  <a:pt x="26257" y="22506"/>
                  <a:pt x="26257" y="22506"/>
                  <a:pt x="26257" y="26257"/>
                </a:cubicBezTo>
                <a:cubicBezTo>
                  <a:pt x="22506" y="26257"/>
                  <a:pt x="22506" y="26257"/>
                  <a:pt x="22506" y="26257"/>
                </a:cubicBezTo>
                <a:cubicBezTo>
                  <a:pt x="22506" y="26257"/>
                  <a:pt x="22506" y="22506"/>
                  <a:pt x="18755" y="22506"/>
                </a:cubicBezTo>
                <a:cubicBezTo>
                  <a:pt x="18755" y="22506"/>
                  <a:pt x="18755" y="18755"/>
                  <a:pt x="18755" y="18755"/>
                </a:cubicBezTo>
                <a:cubicBezTo>
                  <a:pt x="18755" y="18755"/>
                  <a:pt x="18755" y="18755"/>
                  <a:pt x="18755" y="18755"/>
                </a:cubicBezTo>
                <a:cubicBezTo>
                  <a:pt x="18755" y="18755"/>
                  <a:pt x="18755" y="18755"/>
                  <a:pt x="15004" y="15004"/>
                </a:cubicBezTo>
                <a:cubicBezTo>
                  <a:pt x="15004" y="15004"/>
                  <a:pt x="15004" y="15004"/>
                  <a:pt x="15004" y="11253"/>
                </a:cubicBezTo>
                <a:cubicBezTo>
                  <a:pt x="11253" y="11253"/>
                  <a:pt x="11253" y="11253"/>
                  <a:pt x="11253" y="11253"/>
                </a:cubicBezTo>
                <a:cubicBezTo>
                  <a:pt x="7502" y="11253"/>
                  <a:pt x="7502" y="11253"/>
                  <a:pt x="7502" y="11253"/>
                </a:cubicBezTo>
                <a:cubicBezTo>
                  <a:pt x="3752" y="11253"/>
                  <a:pt x="3752" y="11253"/>
                  <a:pt x="3752" y="11253"/>
                </a:cubicBezTo>
                <a:cubicBezTo>
                  <a:pt x="3752" y="11253"/>
                  <a:pt x="3752" y="11253"/>
                  <a:pt x="3752" y="11253"/>
                </a:cubicBezTo>
                <a:cubicBezTo>
                  <a:pt x="3752" y="11253"/>
                  <a:pt x="3752" y="11253"/>
                  <a:pt x="0" y="7502"/>
                </a:cubicBezTo>
                <a:cubicBezTo>
                  <a:pt x="0" y="7502"/>
                  <a:pt x="0" y="7502"/>
                  <a:pt x="0" y="3752"/>
                </a:cubicBezTo>
                <a:cubicBezTo>
                  <a:pt x="0" y="3752"/>
                  <a:pt x="0" y="3752"/>
                  <a:pt x="0" y="3752"/>
                </a:cubicBezTo>
                <a:cubicBezTo>
                  <a:pt x="0" y="3752"/>
                  <a:pt x="0" y="0"/>
                  <a:pt x="0" y="0"/>
                </a:cubicBezTo>
                <a:cubicBezTo>
                  <a:pt x="0" y="0"/>
                  <a:pt x="3752" y="0"/>
                  <a:pt x="3752" y="0"/>
                </a:cubicBezTo>
                <a:cubicBezTo>
                  <a:pt x="3752" y="0"/>
                  <a:pt x="3752" y="3752"/>
                  <a:pt x="3752" y="3752"/>
                </a:cubicBezTo>
                <a:cubicBezTo>
                  <a:pt x="3752" y="3752"/>
                  <a:pt x="3752" y="3752"/>
                  <a:pt x="7502" y="3752"/>
                </a:cubicBezTo>
                <a:cubicBezTo>
                  <a:pt x="7502" y="3752"/>
                  <a:pt x="7502" y="3752"/>
                  <a:pt x="7502" y="3752"/>
                </a:cubicBezTo>
                <a:cubicBezTo>
                  <a:pt x="7502" y="3752"/>
                  <a:pt x="7502" y="7502"/>
                  <a:pt x="7502" y="7502"/>
                </a:cubicBezTo>
                <a:cubicBezTo>
                  <a:pt x="11253" y="7502"/>
                  <a:pt x="11253" y="11253"/>
                  <a:pt x="15004" y="11253"/>
                </a:cubicBezTo>
                <a:cubicBezTo>
                  <a:pt x="15004" y="11253"/>
                  <a:pt x="15004" y="11253"/>
                  <a:pt x="15004" y="11253"/>
                </a:cubicBezTo>
                <a:cubicBezTo>
                  <a:pt x="15004" y="11253"/>
                  <a:pt x="15004" y="11253"/>
                  <a:pt x="15004" y="11253"/>
                </a:cubicBezTo>
                <a:cubicBezTo>
                  <a:pt x="15004" y="11253"/>
                  <a:pt x="15004" y="15004"/>
                  <a:pt x="18755" y="15004"/>
                </a:cubicBezTo>
                <a:cubicBezTo>
                  <a:pt x="18755" y="15004"/>
                  <a:pt x="18755" y="15004"/>
                  <a:pt x="18755" y="15004"/>
                </a:cubicBezTo>
                <a:cubicBezTo>
                  <a:pt x="18755" y="15004"/>
                  <a:pt x="22506" y="15004"/>
                  <a:pt x="22506" y="15004"/>
                </a:cubicBezTo>
                <a:cubicBezTo>
                  <a:pt x="22506" y="15004"/>
                  <a:pt x="22506" y="15004"/>
                  <a:pt x="22506" y="15004"/>
                </a:cubicBezTo>
                <a:cubicBezTo>
                  <a:pt x="22506" y="18755"/>
                  <a:pt x="22506" y="18755"/>
                  <a:pt x="22506" y="18755"/>
                </a:cubicBezTo>
                <a:cubicBezTo>
                  <a:pt x="22506" y="18755"/>
                  <a:pt x="22506" y="18755"/>
                  <a:pt x="26257" y="18755"/>
                </a:cubicBezTo>
                <a:cubicBezTo>
                  <a:pt x="26257" y="18755"/>
                  <a:pt x="26257" y="18755"/>
                  <a:pt x="26257" y="2250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7" name="Freeform 67"/>
          <p:cNvSpPr/>
          <p:nvPr/>
        </p:nvSpPr>
        <p:spPr>
          <a:xfrm>
            <a:off x="749300" y="1054100"/>
            <a:ext cx="11253" cy="10629"/>
          </a:xfrm>
          <a:custGeom>
            <a:avLst/>
            <a:gdLst/>
            <a:ahLst/>
            <a:cxnLst/>
            <a:rect l="l" t="t" r="r" b="b"/>
            <a:pathLst>
              <a:path w="11253" h="10629">
                <a:moveTo>
                  <a:pt x="11253" y="7085"/>
                </a:moveTo>
                <a:cubicBezTo>
                  <a:pt x="11253" y="7085"/>
                  <a:pt x="11253" y="7085"/>
                  <a:pt x="11253" y="7085"/>
                </a:cubicBezTo>
                <a:cubicBezTo>
                  <a:pt x="11253" y="7085"/>
                  <a:pt x="11253" y="7085"/>
                  <a:pt x="11253" y="7085"/>
                </a:cubicBezTo>
                <a:cubicBezTo>
                  <a:pt x="11253" y="7085"/>
                  <a:pt x="11253" y="7085"/>
                  <a:pt x="11253" y="7085"/>
                </a:cubicBezTo>
                <a:cubicBezTo>
                  <a:pt x="11253" y="7085"/>
                  <a:pt x="11253" y="7085"/>
                  <a:pt x="7502" y="10629"/>
                </a:cubicBezTo>
                <a:cubicBezTo>
                  <a:pt x="7502" y="7085"/>
                  <a:pt x="7502" y="7085"/>
                  <a:pt x="7502" y="7085"/>
                </a:cubicBezTo>
                <a:cubicBezTo>
                  <a:pt x="7502" y="7085"/>
                  <a:pt x="7502" y="10629"/>
                  <a:pt x="7502" y="10629"/>
                </a:cubicBezTo>
                <a:cubicBezTo>
                  <a:pt x="7502" y="10629"/>
                  <a:pt x="3752" y="7085"/>
                  <a:pt x="3752" y="7085"/>
                </a:cubicBezTo>
                <a:cubicBezTo>
                  <a:pt x="3752" y="7085"/>
                  <a:pt x="3752" y="7085"/>
                  <a:pt x="3752" y="3543"/>
                </a:cubicBezTo>
                <a:cubicBezTo>
                  <a:pt x="3752" y="3543"/>
                  <a:pt x="3752" y="3543"/>
                  <a:pt x="0" y="3543"/>
                </a:cubicBezTo>
                <a:cubicBezTo>
                  <a:pt x="0" y="3543"/>
                  <a:pt x="0" y="3543"/>
                  <a:pt x="3752" y="3543"/>
                </a:cubicBezTo>
                <a:cubicBezTo>
                  <a:pt x="3752" y="3543"/>
                  <a:pt x="0" y="3543"/>
                  <a:pt x="0" y="3543"/>
                </a:cubicBezTo>
                <a:cubicBezTo>
                  <a:pt x="0" y="0"/>
                  <a:pt x="0" y="0"/>
                  <a:pt x="0" y="0"/>
                </a:cubicBezTo>
                <a:cubicBezTo>
                  <a:pt x="3752" y="0"/>
                  <a:pt x="3752" y="0"/>
                  <a:pt x="3752" y="0"/>
                </a:cubicBezTo>
                <a:cubicBezTo>
                  <a:pt x="3752" y="0"/>
                  <a:pt x="3752" y="0"/>
                  <a:pt x="3752" y="0"/>
                </a:cubicBezTo>
                <a:cubicBezTo>
                  <a:pt x="3752" y="0"/>
                  <a:pt x="3752" y="0"/>
                  <a:pt x="3752" y="0"/>
                </a:cubicBezTo>
                <a:cubicBezTo>
                  <a:pt x="3752" y="0"/>
                  <a:pt x="3752" y="0"/>
                  <a:pt x="3752" y="0"/>
                </a:cubicBezTo>
                <a:cubicBezTo>
                  <a:pt x="3752" y="0"/>
                  <a:pt x="3752" y="3543"/>
                  <a:pt x="7502" y="3543"/>
                </a:cubicBezTo>
                <a:cubicBezTo>
                  <a:pt x="7502" y="3543"/>
                  <a:pt x="7502" y="3543"/>
                  <a:pt x="7502" y="3543"/>
                </a:cubicBezTo>
                <a:cubicBezTo>
                  <a:pt x="7502" y="3543"/>
                  <a:pt x="7502" y="3543"/>
                  <a:pt x="7502" y="3543"/>
                </a:cubicBezTo>
                <a:cubicBezTo>
                  <a:pt x="7502" y="3543"/>
                  <a:pt x="7502" y="3543"/>
                  <a:pt x="7502" y="3543"/>
                </a:cubicBezTo>
                <a:cubicBezTo>
                  <a:pt x="11253" y="3543"/>
                  <a:pt x="11253" y="3543"/>
                  <a:pt x="11253" y="3543"/>
                </a:cubicBezTo>
                <a:cubicBezTo>
                  <a:pt x="11253" y="3543"/>
                  <a:pt x="11253" y="3543"/>
                  <a:pt x="11253" y="3543"/>
                </a:cubicBezTo>
                <a:cubicBezTo>
                  <a:pt x="11253" y="3543"/>
                  <a:pt x="11253" y="3543"/>
                  <a:pt x="11253" y="7085"/>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8" name="Freeform 68"/>
          <p:cNvSpPr/>
          <p:nvPr/>
        </p:nvSpPr>
        <p:spPr>
          <a:xfrm>
            <a:off x="863600" y="1079500"/>
            <a:ext cx="40636" cy="30008"/>
          </a:xfrm>
          <a:custGeom>
            <a:avLst/>
            <a:gdLst/>
            <a:ahLst/>
            <a:cxnLst/>
            <a:rect l="l" t="t" r="r" b="b"/>
            <a:pathLst>
              <a:path w="40636" h="30008">
                <a:moveTo>
                  <a:pt x="36942" y="22506"/>
                </a:moveTo>
                <a:cubicBezTo>
                  <a:pt x="36942" y="22506"/>
                  <a:pt x="36942" y="22506"/>
                  <a:pt x="36942" y="22506"/>
                </a:cubicBezTo>
                <a:cubicBezTo>
                  <a:pt x="33247" y="22506"/>
                  <a:pt x="33247" y="22506"/>
                  <a:pt x="33247" y="22506"/>
                </a:cubicBezTo>
                <a:cubicBezTo>
                  <a:pt x="33247" y="18755"/>
                  <a:pt x="33247" y="18755"/>
                  <a:pt x="33247" y="18755"/>
                </a:cubicBezTo>
                <a:cubicBezTo>
                  <a:pt x="33247" y="18755"/>
                  <a:pt x="33247" y="18755"/>
                  <a:pt x="33247" y="18755"/>
                </a:cubicBezTo>
                <a:cubicBezTo>
                  <a:pt x="33247" y="18755"/>
                  <a:pt x="33247" y="18755"/>
                  <a:pt x="33247" y="18755"/>
                </a:cubicBezTo>
                <a:cubicBezTo>
                  <a:pt x="33247" y="18755"/>
                  <a:pt x="33247" y="18755"/>
                  <a:pt x="33247" y="18755"/>
                </a:cubicBezTo>
                <a:cubicBezTo>
                  <a:pt x="29553" y="18755"/>
                  <a:pt x="29553" y="18755"/>
                  <a:pt x="29553" y="15004"/>
                </a:cubicBezTo>
                <a:cubicBezTo>
                  <a:pt x="29553" y="15004"/>
                  <a:pt x="29553" y="15004"/>
                  <a:pt x="33247" y="15004"/>
                </a:cubicBezTo>
                <a:cubicBezTo>
                  <a:pt x="33247" y="15004"/>
                  <a:pt x="33247" y="15004"/>
                  <a:pt x="33247" y="15004"/>
                </a:cubicBezTo>
                <a:cubicBezTo>
                  <a:pt x="33247" y="15004"/>
                  <a:pt x="33247" y="11253"/>
                  <a:pt x="33247" y="11253"/>
                </a:cubicBezTo>
                <a:cubicBezTo>
                  <a:pt x="33247" y="11253"/>
                  <a:pt x="33247" y="11253"/>
                  <a:pt x="33247" y="11253"/>
                </a:cubicBezTo>
                <a:cubicBezTo>
                  <a:pt x="33247" y="11253"/>
                  <a:pt x="33247" y="11253"/>
                  <a:pt x="33247" y="7502"/>
                </a:cubicBezTo>
                <a:cubicBezTo>
                  <a:pt x="33247" y="7502"/>
                  <a:pt x="33247" y="7502"/>
                  <a:pt x="33247" y="7502"/>
                </a:cubicBezTo>
                <a:cubicBezTo>
                  <a:pt x="33247" y="7502"/>
                  <a:pt x="33247" y="7502"/>
                  <a:pt x="33247" y="7502"/>
                </a:cubicBezTo>
                <a:cubicBezTo>
                  <a:pt x="33247" y="7502"/>
                  <a:pt x="33247" y="7502"/>
                  <a:pt x="33247" y="3752"/>
                </a:cubicBezTo>
                <a:cubicBezTo>
                  <a:pt x="29553" y="3752"/>
                  <a:pt x="29553" y="3752"/>
                  <a:pt x="29553" y="3752"/>
                </a:cubicBezTo>
                <a:cubicBezTo>
                  <a:pt x="29553" y="3752"/>
                  <a:pt x="29553" y="3752"/>
                  <a:pt x="29553" y="0"/>
                </a:cubicBezTo>
                <a:cubicBezTo>
                  <a:pt x="29553" y="0"/>
                  <a:pt x="29553" y="0"/>
                  <a:pt x="29553" y="0"/>
                </a:cubicBezTo>
                <a:cubicBezTo>
                  <a:pt x="29553" y="0"/>
                  <a:pt x="29553" y="0"/>
                  <a:pt x="29553" y="0"/>
                </a:cubicBezTo>
                <a:cubicBezTo>
                  <a:pt x="29553" y="0"/>
                  <a:pt x="29553" y="0"/>
                  <a:pt x="29553" y="0"/>
                </a:cubicBezTo>
                <a:cubicBezTo>
                  <a:pt x="29553" y="0"/>
                  <a:pt x="29553" y="0"/>
                  <a:pt x="29553" y="0"/>
                </a:cubicBezTo>
                <a:cubicBezTo>
                  <a:pt x="29553" y="0"/>
                  <a:pt x="29553" y="0"/>
                  <a:pt x="29553" y="0"/>
                </a:cubicBezTo>
                <a:cubicBezTo>
                  <a:pt x="29553" y="0"/>
                  <a:pt x="25860" y="0"/>
                  <a:pt x="25860" y="0"/>
                </a:cubicBezTo>
                <a:cubicBezTo>
                  <a:pt x="25860" y="0"/>
                  <a:pt x="25860" y="0"/>
                  <a:pt x="22165" y="0"/>
                </a:cubicBezTo>
                <a:cubicBezTo>
                  <a:pt x="22165" y="3752"/>
                  <a:pt x="22165" y="7502"/>
                  <a:pt x="22165" y="7502"/>
                </a:cubicBezTo>
                <a:cubicBezTo>
                  <a:pt x="22165" y="7502"/>
                  <a:pt x="22165" y="11253"/>
                  <a:pt x="22165" y="11253"/>
                </a:cubicBezTo>
                <a:cubicBezTo>
                  <a:pt x="22165" y="11253"/>
                  <a:pt x="22165" y="11253"/>
                  <a:pt x="18471" y="11253"/>
                </a:cubicBezTo>
                <a:cubicBezTo>
                  <a:pt x="18471" y="11253"/>
                  <a:pt x="18471" y="11253"/>
                  <a:pt x="18471" y="11253"/>
                </a:cubicBezTo>
                <a:cubicBezTo>
                  <a:pt x="18471" y="11253"/>
                  <a:pt x="18471" y="11253"/>
                  <a:pt x="18471" y="15004"/>
                </a:cubicBezTo>
                <a:cubicBezTo>
                  <a:pt x="18471" y="15004"/>
                  <a:pt x="18471" y="15004"/>
                  <a:pt x="18471" y="15004"/>
                </a:cubicBezTo>
                <a:cubicBezTo>
                  <a:pt x="18471" y="15004"/>
                  <a:pt x="18471" y="15004"/>
                  <a:pt x="18471" y="15004"/>
                </a:cubicBezTo>
                <a:cubicBezTo>
                  <a:pt x="18471" y="15004"/>
                  <a:pt x="18471" y="15004"/>
                  <a:pt x="18471" y="15004"/>
                </a:cubicBezTo>
                <a:cubicBezTo>
                  <a:pt x="18471" y="15004"/>
                  <a:pt x="18471" y="15004"/>
                  <a:pt x="14776" y="15004"/>
                </a:cubicBezTo>
                <a:cubicBezTo>
                  <a:pt x="14776" y="15004"/>
                  <a:pt x="14776" y="15004"/>
                  <a:pt x="14776" y="15004"/>
                </a:cubicBezTo>
                <a:cubicBezTo>
                  <a:pt x="14776" y="15004"/>
                  <a:pt x="14776" y="15004"/>
                  <a:pt x="14776" y="15004"/>
                </a:cubicBezTo>
                <a:cubicBezTo>
                  <a:pt x="14776" y="15004"/>
                  <a:pt x="14776" y="15004"/>
                  <a:pt x="14776" y="15004"/>
                </a:cubicBezTo>
                <a:cubicBezTo>
                  <a:pt x="14776" y="11253"/>
                  <a:pt x="14776" y="11253"/>
                  <a:pt x="14776" y="7502"/>
                </a:cubicBezTo>
                <a:cubicBezTo>
                  <a:pt x="14776" y="7502"/>
                  <a:pt x="14776" y="7502"/>
                  <a:pt x="14776" y="7502"/>
                </a:cubicBezTo>
                <a:cubicBezTo>
                  <a:pt x="14776" y="7502"/>
                  <a:pt x="14776" y="3752"/>
                  <a:pt x="14776" y="3752"/>
                </a:cubicBezTo>
                <a:cubicBezTo>
                  <a:pt x="14776" y="3752"/>
                  <a:pt x="14776" y="3752"/>
                  <a:pt x="14776" y="3752"/>
                </a:cubicBezTo>
                <a:cubicBezTo>
                  <a:pt x="14776" y="3752"/>
                  <a:pt x="14776" y="3752"/>
                  <a:pt x="14776" y="3752"/>
                </a:cubicBezTo>
                <a:cubicBezTo>
                  <a:pt x="11082" y="3752"/>
                  <a:pt x="11082" y="3752"/>
                  <a:pt x="11082" y="3752"/>
                </a:cubicBezTo>
                <a:cubicBezTo>
                  <a:pt x="11082" y="3752"/>
                  <a:pt x="11082" y="7502"/>
                  <a:pt x="11082" y="7502"/>
                </a:cubicBezTo>
                <a:cubicBezTo>
                  <a:pt x="7389" y="7502"/>
                  <a:pt x="7389" y="7502"/>
                  <a:pt x="7389" y="7502"/>
                </a:cubicBezTo>
                <a:cubicBezTo>
                  <a:pt x="7389" y="7502"/>
                  <a:pt x="3694" y="11253"/>
                  <a:pt x="3694" y="11253"/>
                </a:cubicBezTo>
                <a:cubicBezTo>
                  <a:pt x="3694" y="11253"/>
                  <a:pt x="3694" y="11253"/>
                  <a:pt x="3694" y="11253"/>
                </a:cubicBezTo>
                <a:cubicBezTo>
                  <a:pt x="3694" y="11253"/>
                  <a:pt x="3694" y="11253"/>
                  <a:pt x="3694" y="11253"/>
                </a:cubicBezTo>
                <a:cubicBezTo>
                  <a:pt x="3694" y="11253"/>
                  <a:pt x="0" y="11253"/>
                  <a:pt x="0" y="11253"/>
                </a:cubicBezTo>
                <a:cubicBezTo>
                  <a:pt x="0" y="11253"/>
                  <a:pt x="0" y="11253"/>
                  <a:pt x="0" y="11253"/>
                </a:cubicBezTo>
                <a:cubicBezTo>
                  <a:pt x="0" y="11253"/>
                  <a:pt x="0" y="15004"/>
                  <a:pt x="0" y="15004"/>
                </a:cubicBezTo>
                <a:cubicBezTo>
                  <a:pt x="0" y="15004"/>
                  <a:pt x="0" y="15004"/>
                  <a:pt x="0" y="15004"/>
                </a:cubicBezTo>
                <a:cubicBezTo>
                  <a:pt x="0" y="15004"/>
                  <a:pt x="0" y="15004"/>
                  <a:pt x="0" y="15004"/>
                </a:cubicBezTo>
                <a:cubicBezTo>
                  <a:pt x="0" y="18755"/>
                  <a:pt x="0" y="18755"/>
                  <a:pt x="3694" y="18755"/>
                </a:cubicBezTo>
                <a:cubicBezTo>
                  <a:pt x="3694" y="18755"/>
                  <a:pt x="3694" y="18755"/>
                  <a:pt x="3694" y="22506"/>
                </a:cubicBezTo>
                <a:cubicBezTo>
                  <a:pt x="3694" y="22506"/>
                  <a:pt x="3694" y="22506"/>
                  <a:pt x="3694" y="22506"/>
                </a:cubicBezTo>
                <a:cubicBezTo>
                  <a:pt x="3694" y="22506"/>
                  <a:pt x="3694" y="22506"/>
                  <a:pt x="3694" y="22506"/>
                </a:cubicBezTo>
                <a:cubicBezTo>
                  <a:pt x="3694" y="22506"/>
                  <a:pt x="3694" y="22506"/>
                  <a:pt x="3694" y="22506"/>
                </a:cubicBezTo>
                <a:cubicBezTo>
                  <a:pt x="3694" y="22506"/>
                  <a:pt x="7389" y="22506"/>
                  <a:pt x="7389" y="22506"/>
                </a:cubicBezTo>
                <a:cubicBezTo>
                  <a:pt x="7389" y="22506"/>
                  <a:pt x="7389" y="22506"/>
                  <a:pt x="7389" y="22506"/>
                </a:cubicBezTo>
                <a:cubicBezTo>
                  <a:pt x="7389" y="22506"/>
                  <a:pt x="7389" y="26257"/>
                  <a:pt x="7389" y="26257"/>
                </a:cubicBezTo>
                <a:cubicBezTo>
                  <a:pt x="7389" y="26257"/>
                  <a:pt x="7389" y="22506"/>
                  <a:pt x="7389" y="22506"/>
                </a:cubicBezTo>
                <a:cubicBezTo>
                  <a:pt x="7389" y="22506"/>
                  <a:pt x="7389" y="22506"/>
                  <a:pt x="7389" y="22506"/>
                </a:cubicBezTo>
                <a:cubicBezTo>
                  <a:pt x="7389" y="22506"/>
                  <a:pt x="7389" y="22506"/>
                  <a:pt x="7389" y="22506"/>
                </a:cubicBezTo>
                <a:cubicBezTo>
                  <a:pt x="7389" y="22506"/>
                  <a:pt x="7389" y="22506"/>
                  <a:pt x="7389" y="22506"/>
                </a:cubicBezTo>
                <a:cubicBezTo>
                  <a:pt x="11082" y="22506"/>
                  <a:pt x="11082" y="22506"/>
                  <a:pt x="11082" y="22506"/>
                </a:cubicBezTo>
                <a:cubicBezTo>
                  <a:pt x="11082" y="18755"/>
                  <a:pt x="11082" y="18755"/>
                  <a:pt x="11082" y="18755"/>
                </a:cubicBezTo>
                <a:cubicBezTo>
                  <a:pt x="11082" y="18755"/>
                  <a:pt x="11082" y="18755"/>
                  <a:pt x="11082" y="18755"/>
                </a:cubicBezTo>
                <a:cubicBezTo>
                  <a:pt x="11082" y="18755"/>
                  <a:pt x="14776" y="18755"/>
                  <a:pt x="14776" y="18755"/>
                </a:cubicBezTo>
                <a:cubicBezTo>
                  <a:pt x="14776" y="22506"/>
                  <a:pt x="14776" y="22506"/>
                  <a:pt x="18471" y="22506"/>
                </a:cubicBezTo>
                <a:cubicBezTo>
                  <a:pt x="18471" y="22506"/>
                  <a:pt x="22165" y="22506"/>
                  <a:pt x="22165" y="22506"/>
                </a:cubicBezTo>
                <a:cubicBezTo>
                  <a:pt x="22165" y="22506"/>
                  <a:pt x="22165" y="22506"/>
                  <a:pt x="25860" y="22506"/>
                </a:cubicBezTo>
                <a:cubicBezTo>
                  <a:pt x="25860" y="22506"/>
                  <a:pt x="25860" y="22506"/>
                  <a:pt x="25860" y="22506"/>
                </a:cubicBezTo>
                <a:cubicBezTo>
                  <a:pt x="25860" y="22506"/>
                  <a:pt x="25860" y="26257"/>
                  <a:pt x="29553" y="26257"/>
                </a:cubicBezTo>
                <a:cubicBezTo>
                  <a:pt x="29553" y="26257"/>
                  <a:pt x="29553" y="26257"/>
                  <a:pt x="29553" y="26257"/>
                </a:cubicBezTo>
                <a:cubicBezTo>
                  <a:pt x="29553" y="26257"/>
                  <a:pt x="29553" y="26257"/>
                  <a:pt x="33247" y="26257"/>
                </a:cubicBezTo>
                <a:cubicBezTo>
                  <a:pt x="33247" y="26257"/>
                  <a:pt x="36942" y="30008"/>
                  <a:pt x="36942" y="30008"/>
                </a:cubicBezTo>
                <a:cubicBezTo>
                  <a:pt x="36942" y="30008"/>
                  <a:pt x="36942" y="26257"/>
                  <a:pt x="36942" y="26257"/>
                </a:cubicBezTo>
                <a:cubicBezTo>
                  <a:pt x="36942" y="26257"/>
                  <a:pt x="36942" y="26257"/>
                  <a:pt x="36942" y="26257"/>
                </a:cubicBezTo>
                <a:cubicBezTo>
                  <a:pt x="36942" y="26257"/>
                  <a:pt x="40636" y="26257"/>
                  <a:pt x="36942" y="26257"/>
                </a:cubicBezTo>
                <a:cubicBezTo>
                  <a:pt x="36942" y="22506"/>
                  <a:pt x="36942" y="22506"/>
                  <a:pt x="36942" y="2250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9" name="Freeform 69"/>
          <p:cNvSpPr/>
          <p:nvPr/>
        </p:nvSpPr>
        <p:spPr>
          <a:xfrm>
            <a:off x="901700" y="1092200"/>
            <a:ext cx="15004" cy="22506"/>
          </a:xfrm>
          <a:custGeom>
            <a:avLst/>
            <a:gdLst/>
            <a:ahLst/>
            <a:cxnLst/>
            <a:rect l="l" t="t" r="r" b="b"/>
            <a:pathLst>
              <a:path w="15004" h="22506">
                <a:moveTo>
                  <a:pt x="15004" y="11253"/>
                </a:moveTo>
                <a:cubicBezTo>
                  <a:pt x="15004" y="11253"/>
                  <a:pt x="15004" y="11253"/>
                  <a:pt x="15004" y="7502"/>
                </a:cubicBezTo>
                <a:cubicBezTo>
                  <a:pt x="15004" y="7502"/>
                  <a:pt x="15004" y="7502"/>
                  <a:pt x="15004" y="7502"/>
                </a:cubicBezTo>
                <a:cubicBezTo>
                  <a:pt x="15004" y="7502"/>
                  <a:pt x="15004" y="7502"/>
                  <a:pt x="15004" y="7502"/>
                </a:cubicBezTo>
                <a:cubicBezTo>
                  <a:pt x="15004" y="7502"/>
                  <a:pt x="15004" y="7502"/>
                  <a:pt x="15004" y="7502"/>
                </a:cubicBezTo>
                <a:cubicBezTo>
                  <a:pt x="15004" y="3752"/>
                  <a:pt x="15004" y="3752"/>
                  <a:pt x="11253" y="3752"/>
                </a:cubicBezTo>
                <a:cubicBezTo>
                  <a:pt x="11253" y="3752"/>
                  <a:pt x="11253" y="3752"/>
                  <a:pt x="11253" y="3752"/>
                </a:cubicBezTo>
                <a:cubicBezTo>
                  <a:pt x="11253" y="3752"/>
                  <a:pt x="11253" y="3752"/>
                  <a:pt x="11253" y="0"/>
                </a:cubicBezTo>
                <a:cubicBezTo>
                  <a:pt x="11253" y="0"/>
                  <a:pt x="11253" y="0"/>
                  <a:pt x="11253" y="0"/>
                </a:cubicBezTo>
                <a:cubicBezTo>
                  <a:pt x="11253" y="0"/>
                  <a:pt x="11253" y="0"/>
                  <a:pt x="11253" y="0"/>
                </a:cubicBezTo>
                <a:cubicBezTo>
                  <a:pt x="11253" y="0"/>
                  <a:pt x="7502" y="0"/>
                  <a:pt x="7502" y="3752"/>
                </a:cubicBezTo>
                <a:cubicBezTo>
                  <a:pt x="7502" y="3752"/>
                  <a:pt x="7502" y="3752"/>
                  <a:pt x="7502" y="3752"/>
                </a:cubicBezTo>
                <a:cubicBezTo>
                  <a:pt x="7502" y="3752"/>
                  <a:pt x="7502" y="3752"/>
                  <a:pt x="7502" y="3752"/>
                </a:cubicBezTo>
                <a:cubicBezTo>
                  <a:pt x="7502" y="3752"/>
                  <a:pt x="7502" y="7502"/>
                  <a:pt x="7502" y="7502"/>
                </a:cubicBezTo>
                <a:cubicBezTo>
                  <a:pt x="7502" y="7502"/>
                  <a:pt x="7502" y="7502"/>
                  <a:pt x="7502" y="7502"/>
                </a:cubicBezTo>
                <a:cubicBezTo>
                  <a:pt x="7502" y="7502"/>
                  <a:pt x="7502" y="7502"/>
                  <a:pt x="7502" y="11253"/>
                </a:cubicBezTo>
                <a:cubicBezTo>
                  <a:pt x="3752" y="11253"/>
                  <a:pt x="3752" y="11253"/>
                  <a:pt x="3752" y="11253"/>
                </a:cubicBezTo>
                <a:cubicBezTo>
                  <a:pt x="3752" y="11253"/>
                  <a:pt x="3752" y="11253"/>
                  <a:pt x="3752" y="15004"/>
                </a:cubicBezTo>
                <a:cubicBezTo>
                  <a:pt x="3752" y="15004"/>
                  <a:pt x="3752" y="15004"/>
                  <a:pt x="3752" y="15004"/>
                </a:cubicBezTo>
                <a:cubicBezTo>
                  <a:pt x="3752" y="15004"/>
                  <a:pt x="0" y="18755"/>
                  <a:pt x="3752" y="18755"/>
                </a:cubicBezTo>
                <a:cubicBezTo>
                  <a:pt x="3752" y="18755"/>
                  <a:pt x="3752" y="22506"/>
                  <a:pt x="7502" y="22506"/>
                </a:cubicBezTo>
                <a:cubicBezTo>
                  <a:pt x="7502" y="22506"/>
                  <a:pt x="7502" y="22506"/>
                  <a:pt x="7502" y="22506"/>
                </a:cubicBezTo>
                <a:cubicBezTo>
                  <a:pt x="7502" y="22506"/>
                  <a:pt x="7502" y="22506"/>
                  <a:pt x="7502" y="22506"/>
                </a:cubicBezTo>
                <a:cubicBezTo>
                  <a:pt x="7502" y="22506"/>
                  <a:pt x="7502" y="22506"/>
                  <a:pt x="7502" y="22506"/>
                </a:cubicBezTo>
                <a:cubicBezTo>
                  <a:pt x="7502" y="18755"/>
                  <a:pt x="11253" y="18755"/>
                  <a:pt x="11253" y="18755"/>
                </a:cubicBezTo>
                <a:cubicBezTo>
                  <a:pt x="11253" y="18755"/>
                  <a:pt x="11253" y="18755"/>
                  <a:pt x="11253" y="18755"/>
                </a:cubicBezTo>
                <a:cubicBezTo>
                  <a:pt x="11253" y="18755"/>
                  <a:pt x="11253" y="18755"/>
                  <a:pt x="11253" y="15004"/>
                </a:cubicBezTo>
                <a:cubicBezTo>
                  <a:pt x="11253" y="15004"/>
                  <a:pt x="15004" y="11253"/>
                  <a:pt x="15004" y="11253"/>
                </a:cubicBezTo>
                <a:cubicBezTo>
                  <a:pt x="15004" y="11253"/>
                  <a:pt x="15004" y="11253"/>
                  <a:pt x="15004" y="1125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0" name="Freeform 70"/>
          <p:cNvSpPr/>
          <p:nvPr/>
        </p:nvSpPr>
        <p:spPr>
          <a:xfrm>
            <a:off x="1092200" y="1054100"/>
            <a:ext cx="15004" cy="15004"/>
          </a:xfrm>
          <a:custGeom>
            <a:avLst/>
            <a:gdLst/>
            <a:ahLst/>
            <a:cxnLst/>
            <a:rect l="l" t="t" r="r" b="b"/>
            <a:pathLst>
              <a:path w="15004" h="15004">
                <a:moveTo>
                  <a:pt x="3752" y="3752"/>
                </a:moveTo>
                <a:cubicBezTo>
                  <a:pt x="3752" y="0"/>
                  <a:pt x="7502" y="0"/>
                  <a:pt x="7502" y="0"/>
                </a:cubicBezTo>
                <a:cubicBezTo>
                  <a:pt x="7502" y="0"/>
                  <a:pt x="7502" y="0"/>
                  <a:pt x="7502" y="0"/>
                </a:cubicBezTo>
                <a:cubicBezTo>
                  <a:pt x="11253" y="3752"/>
                  <a:pt x="11253" y="3752"/>
                  <a:pt x="11253" y="7502"/>
                </a:cubicBezTo>
                <a:cubicBezTo>
                  <a:pt x="15004" y="7502"/>
                  <a:pt x="15004" y="7502"/>
                  <a:pt x="15004" y="7502"/>
                </a:cubicBezTo>
                <a:cubicBezTo>
                  <a:pt x="15004" y="11253"/>
                  <a:pt x="15004" y="11253"/>
                  <a:pt x="15004" y="11253"/>
                </a:cubicBezTo>
                <a:cubicBezTo>
                  <a:pt x="15004" y="11253"/>
                  <a:pt x="15004" y="15004"/>
                  <a:pt x="15004" y="15004"/>
                </a:cubicBezTo>
                <a:cubicBezTo>
                  <a:pt x="15004" y="15004"/>
                  <a:pt x="11253" y="15004"/>
                  <a:pt x="11253" y="15004"/>
                </a:cubicBezTo>
                <a:cubicBezTo>
                  <a:pt x="11253" y="15004"/>
                  <a:pt x="7502" y="15004"/>
                  <a:pt x="7502" y="15004"/>
                </a:cubicBezTo>
                <a:cubicBezTo>
                  <a:pt x="7502" y="15004"/>
                  <a:pt x="7502" y="15004"/>
                  <a:pt x="7502" y="15004"/>
                </a:cubicBezTo>
                <a:cubicBezTo>
                  <a:pt x="7502" y="15004"/>
                  <a:pt x="7502" y="11253"/>
                  <a:pt x="7502" y="11253"/>
                </a:cubicBezTo>
                <a:cubicBezTo>
                  <a:pt x="3752" y="11253"/>
                  <a:pt x="3752" y="11253"/>
                  <a:pt x="3752" y="7502"/>
                </a:cubicBezTo>
                <a:cubicBezTo>
                  <a:pt x="3752" y="7502"/>
                  <a:pt x="0" y="7502"/>
                  <a:pt x="0" y="3752"/>
                </a:cubicBezTo>
                <a:cubicBezTo>
                  <a:pt x="0" y="3752"/>
                  <a:pt x="3752" y="3752"/>
                  <a:pt x="3752" y="37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1" name="Freeform 71"/>
          <p:cNvSpPr/>
          <p:nvPr/>
        </p:nvSpPr>
        <p:spPr>
          <a:xfrm>
            <a:off x="1092200" y="1016000"/>
            <a:ext cx="62516" cy="66892"/>
          </a:xfrm>
          <a:custGeom>
            <a:avLst/>
            <a:gdLst/>
            <a:ahLst/>
            <a:cxnLst/>
            <a:rect l="l" t="t" r="r" b="b"/>
            <a:pathLst>
              <a:path w="62516" h="66892">
                <a:moveTo>
                  <a:pt x="44129" y="59460"/>
                </a:moveTo>
                <a:cubicBezTo>
                  <a:pt x="44129" y="59460"/>
                  <a:pt x="44129" y="59460"/>
                  <a:pt x="44129" y="59460"/>
                </a:cubicBezTo>
                <a:cubicBezTo>
                  <a:pt x="47807" y="59460"/>
                  <a:pt x="47807" y="59460"/>
                  <a:pt x="47807" y="59460"/>
                </a:cubicBezTo>
                <a:cubicBezTo>
                  <a:pt x="47807" y="55743"/>
                  <a:pt x="47807" y="55743"/>
                  <a:pt x="47807" y="52027"/>
                </a:cubicBezTo>
                <a:cubicBezTo>
                  <a:pt x="47807" y="52027"/>
                  <a:pt x="47807" y="52027"/>
                  <a:pt x="47807" y="52027"/>
                </a:cubicBezTo>
                <a:cubicBezTo>
                  <a:pt x="47807" y="52027"/>
                  <a:pt x="44129" y="52027"/>
                  <a:pt x="44129" y="52027"/>
                </a:cubicBezTo>
                <a:cubicBezTo>
                  <a:pt x="44129" y="52027"/>
                  <a:pt x="44129" y="52027"/>
                  <a:pt x="44129" y="52027"/>
                </a:cubicBezTo>
                <a:cubicBezTo>
                  <a:pt x="44129" y="55743"/>
                  <a:pt x="44129" y="55743"/>
                  <a:pt x="44129" y="55743"/>
                </a:cubicBezTo>
                <a:cubicBezTo>
                  <a:pt x="44129" y="55743"/>
                  <a:pt x="44129" y="55743"/>
                  <a:pt x="44129" y="55743"/>
                </a:cubicBezTo>
                <a:cubicBezTo>
                  <a:pt x="44129" y="55743"/>
                  <a:pt x="40452" y="55743"/>
                  <a:pt x="40452" y="55743"/>
                </a:cubicBezTo>
                <a:cubicBezTo>
                  <a:pt x="40452" y="59460"/>
                  <a:pt x="40452" y="59460"/>
                  <a:pt x="40452" y="59460"/>
                </a:cubicBezTo>
                <a:cubicBezTo>
                  <a:pt x="40452" y="59460"/>
                  <a:pt x="40452" y="59460"/>
                  <a:pt x="44129" y="59460"/>
                </a:cubicBezTo>
                <a:close/>
                <a:moveTo>
                  <a:pt x="22065" y="18581"/>
                </a:moveTo>
                <a:cubicBezTo>
                  <a:pt x="22065" y="22297"/>
                  <a:pt x="22065" y="26013"/>
                  <a:pt x="25742" y="26013"/>
                </a:cubicBezTo>
                <a:cubicBezTo>
                  <a:pt x="25742" y="26013"/>
                  <a:pt x="29420" y="26013"/>
                  <a:pt x="29420" y="22297"/>
                </a:cubicBezTo>
                <a:cubicBezTo>
                  <a:pt x="29420" y="22297"/>
                  <a:pt x="29420" y="22297"/>
                  <a:pt x="29420" y="22297"/>
                </a:cubicBezTo>
                <a:cubicBezTo>
                  <a:pt x="25742" y="22297"/>
                  <a:pt x="25742" y="22297"/>
                  <a:pt x="25742" y="22297"/>
                </a:cubicBezTo>
                <a:cubicBezTo>
                  <a:pt x="25742" y="22297"/>
                  <a:pt x="25742" y="22297"/>
                  <a:pt x="22065" y="22297"/>
                </a:cubicBezTo>
                <a:cubicBezTo>
                  <a:pt x="22065" y="18581"/>
                  <a:pt x="22065" y="18581"/>
                  <a:pt x="22065" y="18581"/>
                </a:cubicBezTo>
                <a:cubicBezTo>
                  <a:pt x="22065" y="18581"/>
                  <a:pt x="22065" y="18581"/>
                  <a:pt x="22065" y="18581"/>
                </a:cubicBezTo>
                <a:close/>
                <a:moveTo>
                  <a:pt x="25742" y="18581"/>
                </a:moveTo>
                <a:cubicBezTo>
                  <a:pt x="25742" y="18581"/>
                  <a:pt x="25742" y="18581"/>
                  <a:pt x="25742" y="18581"/>
                </a:cubicBezTo>
                <a:cubicBezTo>
                  <a:pt x="25742" y="18581"/>
                  <a:pt x="25742" y="18581"/>
                  <a:pt x="25742" y="18581"/>
                </a:cubicBezTo>
                <a:cubicBezTo>
                  <a:pt x="25742" y="14865"/>
                  <a:pt x="25742" y="14865"/>
                  <a:pt x="25742" y="14865"/>
                </a:cubicBezTo>
                <a:cubicBezTo>
                  <a:pt x="25742" y="14865"/>
                  <a:pt x="25742" y="14865"/>
                  <a:pt x="25742" y="18581"/>
                </a:cubicBezTo>
                <a:close/>
                <a:moveTo>
                  <a:pt x="11032" y="3716"/>
                </a:moveTo>
                <a:cubicBezTo>
                  <a:pt x="11032" y="3716"/>
                  <a:pt x="11032" y="3716"/>
                  <a:pt x="14709" y="0"/>
                </a:cubicBezTo>
                <a:cubicBezTo>
                  <a:pt x="14709" y="3716"/>
                  <a:pt x="14709" y="3716"/>
                  <a:pt x="14709" y="3716"/>
                </a:cubicBezTo>
                <a:cubicBezTo>
                  <a:pt x="14709" y="3716"/>
                  <a:pt x="14709" y="3716"/>
                  <a:pt x="14709" y="3716"/>
                </a:cubicBezTo>
                <a:cubicBezTo>
                  <a:pt x="14709" y="7432"/>
                  <a:pt x="14709" y="7432"/>
                  <a:pt x="14709" y="7432"/>
                </a:cubicBezTo>
                <a:cubicBezTo>
                  <a:pt x="14709" y="7432"/>
                  <a:pt x="11032" y="11148"/>
                  <a:pt x="11032" y="11148"/>
                </a:cubicBezTo>
                <a:cubicBezTo>
                  <a:pt x="11032" y="11148"/>
                  <a:pt x="11032" y="11148"/>
                  <a:pt x="11032" y="11148"/>
                </a:cubicBezTo>
                <a:cubicBezTo>
                  <a:pt x="11032" y="11148"/>
                  <a:pt x="11032" y="11148"/>
                  <a:pt x="11032" y="14865"/>
                </a:cubicBezTo>
                <a:cubicBezTo>
                  <a:pt x="14709" y="14865"/>
                  <a:pt x="14709" y="14865"/>
                  <a:pt x="14709" y="14865"/>
                </a:cubicBezTo>
                <a:cubicBezTo>
                  <a:pt x="14709" y="14865"/>
                  <a:pt x="14709" y="14865"/>
                  <a:pt x="18387" y="14865"/>
                </a:cubicBezTo>
                <a:cubicBezTo>
                  <a:pt x="18387" y="14865"/>
                  <a:pt x="18387" y="14865"/>
                  <a:pt x="18387" y="14865"/>
                </a:cubicBezTo>
                <a:cubicBezTo>
                  <a:pt x="18387" y="14865"/>
                  <a:pt x="18387" y="14865"/>
                  <a:pt x="18387" y="14865"/>
                </a:cubicBezTo>
                <a:cubicBezTo>
                  <a:pt x="18387" y="14865"/>
                  <a:pt x="18387" y="14865"/>
                  <a:pt x="22065" y="14865"/>
                </a:cubicBezTo>
                <a:cubicBezTo>
                  <a:pt x="22065" y="11148"/>
                  <a:pt x="22065" y="11148"/>
                  <a:pt x="25742" y="14865"/>
                </a:cubicBezTo>
                <a:cubicBezTo>
                  <a:pt x="22065" y="11148"/>
                  <a:pt x="22065" y="11148"/>
                  <a:pt x="22065" y="7432"/>
                </a:cubicBezTo>
                <a:cubicBezTo>
                  <a:pt x="18387" y="7432"/>
                  <a:pt x="18387" y="7432"/>
                  <a:pt x="18387" y="7432"/>
                </a:cubicBezTo>
                <a:cubicBezTo>
                  <a:pt x="18387" y="7432"/>
                  <a:pt x="18387" y="7432"/>
                  <a:pt x="18387" y="11148"/>
                </a:cubicBezTo>
                <a:cubicBezTo>
                  <a:pt x="18387" y="11148"/>
                  <a:pt x="18387" y="11148"/>
                  <a:pt x="18387" y="11148"/>
                </a:cubicBezTo>
                <a:cubicBezTo>
                  <a:pt x="18387" y="14865"/>
                  <a:pt x="18387" y="14865"/>
                  <a:pt x="14709" y="14865"/>
                </a:cubicBezTo>
                <a:cubicBezTo>
                  <a:pt x="14709" y="14865"/>
                  <a:pt x="14709" y="14865"/>
                  <a:pt x="14709" y="11148"/>
                </a:cubicBezTo>
                <a:cubicBezTo>
                  <a:pt x="14709" y="11148"/>
                  <a:pt x="14709" y="11148"/>
                  <a:pt x="14709" y="11148"/>
                </a:cubicBezTo>
                <a:cubicBezTo>
                  <a:pt x="14709" y="7432"/>
                  <a:pt x="14709" y="3716"/>
                  <a:pt x="18387" y="3716"/>
                </a:cubicBezTo>
                <a:cubicBezTo>
                  <a:pt x="18387" y="3716"/>
                  <a:pt x="18387" y="3716"/>
                  <a:pt x="22065" y="3716"/>
                </a:cubicBezTo>
                <a:cubicBezTo>
                  <a:pt x="22065" y="3716"/>
                  <a:pt x="22065" y="3716"/>
                  <a:pt x="25742" y="3716"/>
                </a:cubicBezTo>
                <a:cubicBezTo>
                  <a:pt x="25742" y="3716"/>
                  <a:pt x="25742" y="3716"/>
                  <a:pt x="25742" y="3716"/>
                </a:cubicBezTo>
                <a:cubicBezTo>
                  <a:pt x="25742" y="3716"/>
                  <a:pt x="25742" y="7432"/>
                  <a:pt x="25742" y="7432"/>
                </a:cubicBezTo>
                <a:cubicBezTo>
                  <a:pt x="25742" y="7432"/>
                  <a:pt x="29420" y="7432"/>
                  <a:pt x="29420" y="11148"/>
                </a:cubicBezTo>
                <a:cubicBezTo>
                  <a:pt x="29420" y="11148"/>
                  <a:pt x="29420" y="14865"/>
                  <a:pt x="29420" y="14865"/>
                </a:cubicBezTo>
                <a:cubicBezTo>
                  <a:pt x="29420" y="14865"/>
                  <a:pt x="33096" y="14865"/>
                  <a:pt x="33096" y="18581"/>
                </a:cubicBezTo>
                <a:cubicBezTo>
                  <a:pt x="33096" y="18581"/>
                  <a:pt x="33096" y="18581"/>
                  <a:pt x="33096" y="18581"/>
                </a:cubicBezTo>
                <a:cubicBezTo>
                  <a:pt x="33096" y="18581"/>
                  <a:pt x="33096" y="18581"/>
                  <a:pt x="33096" y="18581"/>
                </a:cubicBezTo>
                <a:cubicBezTo>
                  <a:pt x="33096" y="18581"/>
                  <a:pt x="33096" y="18581"/>
                  <a:pt x="33096" y="18581"/>
                </a:cubicBezTo>
                <a:cubicBezTo>
                  <a:pt x="36774" y="14865"/>
                  <a:pt x="36774" y="14865"/>
                  <a:pt x="36774" y="14865"/>
                </a:cubicBezTo>
                <a:cubicBezTo>
                  <a:pt x="36774" y="14865"/>
                  <a:pt x="40452" y="14865"/>
                  <a:pt x="40452" y="14865"/>
                </a:cubicBezTo>
                <a:cubicBezTo>
                  <a:pt x="44129" y="14865"/>
                  <a:pt x="44129" y="11148"/>
                  <a:pt x="44129" y="11148"/>
                </a:cubicBezTo>
                <a:cubicBezTo>
                  <a:pt x="44129" y="14865"/>
                  <a:pt x="47807" y="14865"/>
                  <a:pt x="47807" y="14865"/>
                </a:cubicBezTo>
                <a:cubicBezTo>
                  <a:pt x="47807" y="14865"/>
                  <a:pt x="47807" y="14865"/>
                  <a:pt x="47807" y="14865"/>
                </a:cubicBezTo>
                <a:cubicBezTo>
                  <a:pt x="47807" y="18581"/>
                  <a:pt x="44129" y="18581"/>
                  <a:pt x="44129" y="22297"/>
                </a:cubicBezTo>
                <a:cubicBezTo>
                  <a:pt x="44129" y="26013"/>
                  <a:pt x="40452" y="26013"/>
                  <a:pt x="40452" y="29729"/>
                </a:cubicBezTo>
                <a:cubicBezTo>
                  <a:pt x="40452" y="29729"/>
                  <a:pt x="40452" y="33445"/>
                  <a:pt x="40452" y="33445"/>
                </a:cubicBezTo>
                <a:cubicBezTo>
                  <a:pt x="40452" y="33445"/>
                  <a:pt x="44129" y="33445"/>
                  <a:pt x="44129" y="33445"/>
                </a:cubicBezTo>
                <a:cubicBezTo>
                  <a:pt x="40452" y="37163"/>
                  <a:pt x="40452" y="37163"/>
                  <a:pt x="40452" y="37163"/>
                </a:cubicBezTo>
                <a:cubicBezTo>
                  <a:pt x="40452" y="37163"/>
                  <a:pt x="40452" y="40879"/>
                  <a:pt x="40452" y="40879"/>
                </a:cubicBezTo>
                <a:cubicBezTo>
                  <a:pt x="40452" y="40879"/>
                  <a:pt x="40452" y="44595"/>
                  <a:pt x="40452" y="44595"/>
                </a:cubicBezTo>
                <a:cubicBezTo>
                  <a:pt x="44129" y="44595"/>
                  <a:pt x="44129" y="44595"/>
                  <a:pt x="44129" y="44595"/>
                </a:cubicBezTo>
                <a:cubicBezTo>
                  <a:pt x="47807" y="44595"/>
                  <a:pt x="47807" y="44595"/>
                  <a:pt x="47807" y="44595"/>
                </a:cubicBezTo>
                <a:cubicBezTo>
                  <a:pt x="47807" y="40879"/>
                  <a:pt x="51483" y="40879"/>
                  <a:pt x="51483" y="40879"/>
                </a:cubicBezTo>
                <a:cubicBezTo>
                  <a:pt x="55161" y="37163"/>
                  <a:pt x="55161" y="37163"/>
                  <a:pt x="55161" y="37163"/>
                </a:cubicBezTo>
                <a:cubicBezTo>
                  <a:pt x="55161" y="37163"/>
                  <a:pt x="58839" y="37163"/>
                  <a:pt x="58839" y="37163"/>
                </a:cubicBezTo>
                <a:cubicBezTo>
                  <a:pt x="58839" y="37163"/>
                  <a:pt x="62516" y="37163"/>
                  <a:pt x="62516" y="40879"/>
                </a:cubicBezTo>
                <a:cubicBezTo>
                  <a:pt x="62516" y="40879"/>
                  <a:pt x="62516" y="40879"/>
                  <a:pt x="62516" y="40879"/>
                </a:cubicBezTo>
                <a:cubicBezTo>
                  <a:pt x="62516" y="40879"/>
                  <a:pt x="58839" y="40879"/>
                  <a:pt x="58839" y="40879"/>
                </a:cubicBezTo>
                <a:cubicBezTo>
                  <a:pt x="58839" y="40879"/>
                  <a:pt x="58839" y="40879"/>
                  <a:pt x="58839" y="44595"/>
                </a:cubicBezTo>
                <a:cubicBezTo>
                  <a:pt x="58839" y="44595"/>
                  <a:pt x="58839" y="44595"/>
                  <a:pt x="58839" y="44595"/>
                </a:cubicBezTo>
                <a:cubicBezTo>
                  <a:pt x="55161" y="44595"/>
                  <a:pt x="55161" y="44595"/>
                  <a:pt x="55161" y="48311"/>
                </a:cubicBezTo>
                <a:cubicBezTo>
                  <a:pt x="51483" y="48311"/>
                  <a:pt x="51483" y="48311"/>
                  <a:pt x="51483" y="48311"/>
                </a:cubicBezTo>
                <a:cubicBezTo>
                  <a:pt x="51483" y="48311"/>
                  <a:pt x="55161" y="52027"/>
                  <a:pt x="55161" y="52027"/>
                </a:cubicBezTo>
                <a:cubicBezTo>
                  <a:pt x="55161" y="55743"/>
                  <a:pt x="51483" y="55743"/>
                  <a:pt x="51483" y="59460"/>
                </a:cubicBezTo>
                <a:cubicBezTo>
                  <a:pt x="51483" y="59460"/>
                  <a:pt x="51483" y="63176"/>
                  <a:pt x="47807" y="63176"/>
                </a:cubicBezTo>
                <a:cubicBezTo>
                  <a:pt x="47807" y="63176"/>
                  <a:pt x="47807" y="63176"/>
                  <a:pt x="47807" y="63176"/>
                </a:cubicBezTo>
                <a:cubicBezTo>
                  <a:pt x="47807" y="63176"/>
                  <a:pt x="44129" y="63176"/>
                  <a:pt x="44129" y="63176"/>
                </a:cubicBezTo>
                <a:cubicBezTo>
                  <a:pt x="44129" y="66892"/>
                  <a:pt x="44129" y="63176"/>
                  <a:pt x="44129" y="63176"/>
                </a:cubicBezTo>
                <a:cubicBezTo>
                  <a:pt x="44129" y="66892"/>
                  <a:pt x="44129" y="63176"/>
                  <a:pt x="40452" y="66892"/>
                </a:cubicBezTo>
                <a:cubicBezTo>
                  <a:pt x="40452" y="63176"/>
                  <a:pt x="40452" y="63176"/>
                  <a:pt x="36774" y="59460"/>
                </a:cubicBezTo>
                <a:cubicBezTo>
                  <a:pt x="36774" y="59460"/>
                  <a:pt x="36774" y="59460"/>
                  <a:pt x="36774" y="59460"/>
                </a:cubicBezTo>
                <a:cubicBezTo>
                  <a:pt x="36774" y="59460"/>
                  <a:pt x="36774" y="55743"/>
                  <a:pt x="36774" y="55743"/>
                </a:cubicBezTo>
                <a:cubicBezTo>
                  <a:pt x="36774" y="55743"/>
                  <a:pt x="36774" y="55743"/>
                  <a:pt x="36774" y="55743"/>
                </a:cubicBezTo>
                <a:cubicBezTo>
                  <a:pt x="36774" y="55743"/>
                  <a:pt x="40452" y="55743"/>
                  <a:pt x="40452" y="55743"/>
                </a:cubicBezTo>
                <a:cubicBezTo>
                  <a:pt x="40452" y="52027"/>
                  <a:pt x="40452" y="52027"/>
                  <a:pt x="40452" y="52027"/>
                </a:cubicBezTo>
                <a:cubicBezTo>
                  <a:pt x="40452" y="52027"/>
                  <a:pt x="40452" y="52027"/>
                  <a:pt x="40452" y="48311"/>
                </a:cubicBezTo>
                <a:cubicBezTo>
                  <a:pt x="40452" y="48311"/>
                  <a:pt x="40452" y="48311"/>
                  <a:pt x="40452" y="48311"/>
                </a:cubicBezTo>
                <a:cubicBezTo>
                  <a:pt x="40452" y="48311"/>
                  <a:pt x="40452" y="48311"/>
                  <a:pt x="40452" y="48311"/>
                </a:cubicBezTo>
                <a:cubicBezTo>
                  <a:pt x="36774" y="48311"/>
                  <a:pt x="36774" y="48311"/>
                  <a:pt x="36774" y="48311"/>
                </a:cubicBezTo>
                <a:cubicBezTo>
                  <a:pt x="36774" y="48311"/>
                  <a:pt x="36774" y="48311"/>
                  <a:pt x="36774" y="44595"/>
                </a:cubicBezTo>
                <a:cubicBezTo>
                  <a:pt x="36774" y="44595"/>
                  <a:pt x="36774" y="44595"/>
                  <a:pt x="36774" y="40879"/>
                </a:cubicBezTo>
                <a:cubicBezTo>
                  <a:pt x="33096" y="40879"/>
                  <a:pt x="33096" y="44595"/>
                  <a:pt x="33096" y="44595"/>
                </a:cubicBezTo>
                <a:cubicBezTo>
                  <a:pt x="33096" y="44595"/>
                  <a:pt x="33096" y="44595"/>
                  <a:pt x="33096" y="44595"/>
                </a:cubicBezTo>
                <a:cubicBezTo>
                  <a:pt x="33096" y="48311"/>
                  <a:pt x="33096" y="48311"/>
                  <a:pt x="33096" y="48311"/>
                </a:cubicBezTo>
                <a:cubicBezTo>
                  <a:pt x="29420" y="48311"/>
                  <a:pt x="29420" y="52027"/>
                  <a:pt x="29420" y="52027"/>
                </a:cubicBezTo>
                <a:cubicBezTo>
                  <a:pt x="29420" y="48311"/>
                  <a:pt x="29420" y="48311"/>
                  <a:pt x="25742" y="48311"/>
                </a:cubicBezTo>
                <a:cubicBezTo>
                  <a:pt x="25742" y="48311"/>
                  <a:pt x="29420" y="44595"/>
                  <a:pt x="29420" y="44595"/>
                </a:cubicBezTo>
                <a:cubicBezTo>
                  <a:pt x="29420" y="40879"/>
                  <a:pt x="29420" y="40879"/>
                  <a:pt x="29420" y="37163"/>
                </a:cubicBezTo>
                <a:cubicBezTo>
                  <a:pt x="29420" y="37163"/>
                  <a:pt x="29420" y="37163"/>
                  <a:pt x="33096" y="37163"/>
                </a:cubicBezTo>
                <a:cubicBezTo>
                  <a:pt x="33096" y="37163"/>
                  <a:pt x="33096" y="33445"/>
                  <a:pt x="33096" y="33445"/>
                </a:cubicBezTo>
                <a:cubicBezTo>
                  <a:pt x="33096" y="33445"/>
                  <a:pt x="33096" y="33445"/>
                  <a:pt x="36774" y="33445"/>
                </a:cubicBezTo>
                <a:cubicBezTo>
                  <a:pt x="36774" y="33445"/>
                  <a:pt x="36774" y="33445"/>
                  <a:pt x="36774" y="33445"/>
                </a:cubicBezTo>
                <a:cubicBezTo>
                  <a:pt x="36774" y="33445"/>
                  <a:pt x="36774" y="29729"/>
                  <a:pt x="36774" y="29729"/>
                </a:cubicBezTo>
                <a:cubicBezTo>
                  <a:pt x="36774" y="29729"/>
                  <a:pt x="36774" y="29729"/>
                  <a:pt x="36774" y="29729"/>
                </a:cubicBezTo>
                <a:cubicBezTo>
                  <a:pt x="36774" y="26013"/>
                  <a:pt x="36774" y="26013"/>
                  <a:pt x="36774" y="26013"/>
                </a:cubicBezTo>
                <a:cubicBezTo>
                  <a:pt x="36774" y="26013"/>
                  <a:pt x="40452" y="22297"/>
                  <a:pt x="36774" y="22297"/>
                </a:cubicBezTo>
                <a:cubicBezTo>
                  <a:pt x="36774" y="22297"/>
                  <a:pt x="33096" y="26013"/>
                  <a:pt x="29420" y="29729"/>
                </a:cubicBezTo>
                <a:cubicBezTo>
                  <a:pt x="29420" y="29729"/>
                  <a:pt x="29420" y="29729"/>
                  <a:pt x="29420" y="29729"/>
                </a:cubicBezTo>
                <a:cubicBezTo>
                  <a:pt x="29420" y="29729"/>
                  <a:pt x="29420" y="33445"/>
                  <a:pt x="25742" y="33445"/>
                </a:cubicBezTo>
                <a:cubicBezTo>
                  <a:pt x="25742" y="33445"/>
                  <a:pt x="25742" y="37163"/>
                  <a:pt x="22065" y="37163"/>
                </a:cubicBezTo>
                <a:cubicBezTo>
                  <a:pt x="22065" y="37163"/>
                  <a:pt x="22065" y="40879"/>
                  <a:pt x="22065" y="40879"/>
                </a:cubicBezTo>
                <a:cubicBezTo>
                  <a:pt x="22065" y="40879"/>
                  <a:pt x="22065" y="40879"/>
                  <a:pt x="22065" y="40879"/>
                </a:cubicBezTo>
                <a:cubicBezTo>
                  <a:pt x="22065" y="40879"/>
                  <a:pt x="22065" y="44595"/>
                  <a:pt x="18387" y="44595"/>
                </a:cubicBezTo>
                <a:cubicBezTo>
                  <a:pt x="18387" y="44595"/>
                  <a:pt x="18387" y="44595"/>
                  <a:pt x="18387" y="44595"/>
                </a:cubicBezTo>
                <a:cubicBezTo>
                  <a:pt x="14709" y="44595"/>
                  <a:pt x="14709" y="44595"/>
                  <a:pt x="14709" y="44595"/>
                </a:cubicBezTo>
                <a:cubicBezTo>
                  <a:pt x="14709" y="44595"/>
                  <a:pt x="14709" y="44595"/>
                  <a:pt x="14709" y="44595"/>
                </a:cubicBezTo>
                <a:cubicBezTo>
                  <a:pt x="11032" y="44595"/>
                  <a:pt x="14709" y="44595"/>
                  <a:pt x="14709" y="40879"/>
                </a:cubicBezTo>
                <a:cubicBezTo>
                  <a:pt x="14709" y="40879"/>
                  <a:pt x="11032" y="40879"/>
                  <a:pt x="7355" y="37163"/>
                </a:cubicBezTo>
                <a:cubicBezTo>
                  <a:pt x="7355" y="37163"/>
                  <a:pt x="7355" y="37163"/>
                  <a:pt x="7355" y="37163"/>
                </a:cubicBezTo>
                <a:cubicBezTo>
                  <a:pt x="7355" y="37163"/>
                  <a:pt x="3678" y="37163"/>
                  <a:pt x="3678" y="37163"/>
                </a:cubicBezTo>
                <a:cubicBezTo>
                  <a:pt x="3678" y="37163"/>
                  <a:pt x="3678" y="37163"/>
                  <a:pt x="3678" y="33445"/>
                </a:cubicBezTo>
                <a:cubicBezTo>
                  <a:pt x="3678" y="33445"/>
                  <a:pt x="3678" y="33445"/>
                  <a:pt x="3678" y="33445"/>
                </a:cubicBezTo>
                <a:cubicBezTo>
                  <a:pt x="3678" y="33445"/>
                  <a:pt x="3678" y="33445"/>
                  <a:pt x="3678" y="33445"/>
                </a:cubicBezTo>
                <a:cubicBezTo>
                  <a:pt x="3678" y="33445"/>
                  <a:pt x="0" y="33445"/>
                  <a:pt x="0" y="33445"/>
                </a:cubicBezTo>
                <a:cubicBezTo>
                  <a:pt x="0" y="33445"/>
                  <a:pt x="0" y="29729"/>
                  <a:pt x="0" y="29729"/>
                </a:cubicBezTo>
                <a:cubicBezTo>
                  <a:pt x="0" y="29729"/>
                  <a:pt x="0" y="29729"/>
                  <a:pt x="0" y="29729"/>
                </a:cubicBezTo>
                <a:cubicBezTo>
                  <a:pt x="0" y="29729"/>
                  <a:pt x="0" y="29729"/>
                  <a:pt x="3678" y="29729"/>
                </a:cubicBezTo>
                <a:cubicBezTo>
                  <a:pt x="3678" y="29729"/>
                  <a:pt x="3678" y="29729"/>
                  <a:pt x="7355" y="29729"/>
                </a:cubicBezTo>
                <a:cubicBezTo>
                  <a:pt x="7355" y="29729"/>
                  <a:pt x="7355" y="29729"/>
                  <a:pt x="7355" y="29729"/>
                </a:cubicBezTo>
                <a:cubicBezTo>
                  <a:pt x="7355" y="29729"/>
                  <a:pt x="7355" y="29729"/>
                  <a:pt x="11032" y="33445"/>
                </a:cubicBezTo>
                <a:cubicBezTo>
                  <a:pt x="11032" y="33445"/>
                  <a:pt x="11032" y="33445"/>
                  <a:pt x="11032" y="33445"/>
                </a:cubicBezTo>
                <a:cubicBezTo>
                  <a:pt x="11032" y="33445"/>
                  <a:pt x="11032" y="33445"/>
                  <a:pt x="11032" y="33445"/>
                </a:cubicBezTo>
                <a:cubicBezTo>
                  <a:pt x="11032" y="33445"/>
                  <a:pt x="11032" y="33445"/>
                  <a:pt x="14709" y="33445"/>
                </a:cubicBezTo>
                <a:cubicBezTo>
                  <a:pt x="14709" y="33445"/>
                  <a:pt x="14709" y="33445"/>
                  <a:pt x="14709" y="37163"/>
                </a:cubicBezTo>
                <a:cubicBezTo>
                  <a:pt x="14709" y="37163"/>
                  <a:pt x="14709" y="37163"/>
                  <a:pt x="14709" y="37163"/>
                </a:cubicBezTo>
                <a:cubicBezTo>
                  <a:pt x="14709" y="37163"/>
                  <a:pt x="14709" y="37163"/>
                  <a:pt x="18387" y="37163"/>
                </a:cubicBezTo>
                <a:cubicBezTo>
                  <a:pt x="18387" y="37163"/>
                  <a:pt x="18387" y="37163"/>
                  <a:pt x="18387" y="37163"/>
                </a:cubicBezTo>
                <a:cubicBezTo>
                  <a:pt x="18387" y="33445"/>
                  <a:pt x="14709" y="33445"/>
                  <a:pt x="14709" y="33445"/>
                </a:cubicBezTo>
                <a:cubicBezTo>
                  <a:pt x="11032" y="33445"/>
                  <a:pt x="11032" y="29729"/>
                  <a:pt x="11032" y="29729"/>
                </a:cubicBezTo>
                <a:cubicBezTo>
                  <a:pt x="7355" y="29729"/>
                  <a:pt x="7355" y="26013"/>
                  <a:pt x="7355" y="26013"/>
                </a:cubicBezTo>
                <a:cubicBezTo>
                  <a:pt x="7355" y="26013"/>
                  <a:pt x="7355" y="26013"/>
                  <a:pt x="7355" y="26013"/>
                </a:cubicBezTo>
                <a:cubicBezTo>
                  <a:pt x="3678" y="26013"/>
                  <a:pt x="3678" y="26013"/>
                  <a:pt x="3678" y="26013"/>
                </a:cubicBezTo>
                <a:cubicBezTo>
                  <a:pt x="3678" y="22297"/>
                  <a:pt x="3678" y="22297"/>
                  <a:pt x="3678" y="22297"/>
                </a:cubicBezTo>
                <a:cubicBezTo>
                  <a:pt x="3678" y="22297"/>
                  <a:pt x="3678" y="18581"/>
                  <a:pt x="3678" y="18581"/>
                </a:cubicBezTo>
                <a:cubicBezTo>
                  <a:pt x="7355" y="18581"/>
                  <a:pt x="7355" y="22297"/>
                  <a:pt x="11032" y="22297"/>
                </a:cubicBezTo>
                <a:cubicBezTo>
                  <a:pt x="11032" y="22297"/>
                  <a:pt x="11032" y="22297"/>
                  <a:pt x="11032" y="22297"/>
                </a:cubicBezTo>
                <a:cubicBezTo>
                  <a:pt x="14709" y="26013"/>
                  <a:pt x="14709" y="29729"/>
                  <a:pt x="18387" y="33445"/>
                </a:cubicBezTo>
                <a:cubicBezTo>
                  <a:pt x="22065" y="33445"/>
                  <a:pt x="18387" y="33445"/>
                  <a:pt x="18387" y="33445"/>
                </a:cubicBezTo>
                <a:cubicBezTo>
                  <a:pt x="18387" y="29729"/>
                  <a:pt x="18387" y="29729"/>
                  <a:pt x="18387" y="29729"/>
                </a:cubicBezTo>
                <a:cubicBezTo>
                  <a:pt x="18387" y="29729"/>
                  <a:pt x="18387" y="29729"/>
                  <a:pt x="18387" y="29729"/>
                </a:cubicBezTo>
                <a:cubicBezTo>
                  <a:pt x="18387" y="29729"/>
                  <a:pt x="14709" y="29729"/>
                  <a:pt x="14709" y="26013"/>
                </a:cubicBezTo>
                <a:cubicBezTo>
                  <a:pt x="14709" y="26013"/>
                  <a:pt x="14709" y="26013"/>
                  <a:pt x="14709" y="26013"/>
                </a:cubicBezTo>
                <a:cubicBezTo>
                  <a:pt x="14709" y="26013"/>
                  <a:pt x="14709" y="26013"/>
                  <a:pt x="14709" y="22297"/>
                </a:cubicBezTo>
                <a:cubicBezTo>
                  <a:pt x="14709" y="22297"/>
                  <a:pt x="14709" y="22297"/>
                  <a:pt x="14709" y="22297"/>
                </a:cubicBezTo>
                <a:cubicBezTo>
                  <a:pt x="14709" y="22297"/>
                  <a:pt x="14709" y="22297"/>
                  <a:pt x="14709" y="22297"/>
                </a:cubicBezTo>
                <a:cubicBezTo>
                  <a:pt x="14709" y="22297"/>
                  <a:pt x="14709" y="22297"/>
                  <a:pt x="14709" y="22297"/>
                </a:cubicBezTo>
                <a:cubicBezTo>
                  <a:pt x="14709" y="22297"/>
                  <a:pt x="18387" y="22297"/>
                  <a:pt x="18387" y="22297"/>
                </a:cubicBezTo>
                <a:cubicBezTo>
                  <a:pt x="18387" y="22297"/>
                  <a:pt x="18387" y="22297"/>
                  <a:pt x="18387" y="26013"/>
                </a:cubicBezTo>
                <a:cubicBezTo>
                  <a:pt x="18387" y="26013"/>
                  <a:pt x="18387" y="26013"/>
                  <a:pt x="18387" y="26013"/>
                </a:cubicBezTo>
                <a:cubicBezTo>
                  <a:pt x="18387" y="26013"/>
                  <a:pt x="18387" y="26013"/>
                  <a:pt x="22065" y="29729"/>
                </a:cubicBezTo>
                <a:cubicBezTo>
                  <a:pt x="22065" y="29729"/>
                  <a:pt x="22065" y="29729"/>
                  <a:pt x="22065" y="29729"/>
                </a:cubicBezTo>
                <a:cubicBezTo>
                  <a:pt x="22065" y="29729"/>
                  <a:pt x="22065" y="29729"/>
                  <a:pt x="22065" y="29729"/>
                </a:cubicBezTo>
                <a:cubicBezTo>
                  <a:pt x="22065" y="29729"/>
                  <a:pt x="22065" y="29729"/>
                  <a:pt x="22065" y="26013"/>
                </a:cubicBezTo>
                <a:cubicBezTo>
                  <a:pt x="22065" y="26013"/>
                  <a:pt x="22065" y="26013"/>
                  <a:pt x="22065" y="26013"/>
                </a:cubicBezTo>
                <a:cubicBezTo>
                  <a:pt x="18387" y="22297"/>
                  <a:pt x="18387" y="22297"/>
                  <a:pt x="18387" y="22297"/>
                </a:cubicBezTo>
                <a:cubicBezTo>
                  <a:pt x="18387" y="18581"/>
                  <a:pt x="14709" y="18581"/>
                  <a:pt x="14709" y="22297"/>
                </a:cubicBezTo>
                <a:cubicBezTo>
                  <a:pt x="14709" y="22297"/>
                  <a:pt x="11032" y="22297"/>
                  <a:pt x="11032" y="22297"/>
                </a:cubicBezTo>
                <a:cubicBezTo>
                  <a:pt x="11032" y="22297"/>
                  <a:pt x="11032" y="18581"/>
                  <a:pt x="11032" y="18581"/>
                </a:cubicBezTo>
                <a:cubicBezTo>
                  <a:pt x="11032" y="18581"/>
                  <a:pt x="7355" y="14865"/>
                  <a:pt x="7355" y="14865"/>
                </a:cubicBezTo>
                <a:cubicBezTo>
                  <a:pt x="7355" y="14865"/>
                  <a:pt x="7355" y="14865"/>
                  <a:pt x="7355" y="14865"/>
                </a:cubicBezTo>
                <a:cubicBezTo>
                  <a:pt x="3678" y="11148"/>
                  <a:pt x="3678" y="11148"/>
                  <a:pt x="3678" y="11148"/>
                </a:cubicBezTo>
                <a:cubicBezTo>
                  <a:pt x="3678" y="11148"/>
                  <a:pt x="3678" y="11148"/>
                  <a:pt x="0" y="11148"/>
                </a:cubicBezTo>
                <a:cubicBezTo>
                  <a:pt x="0" y="7432"/>
                  <a:pt x="0" y="7432"/>
                  <a:pt x="0" y="7432"/>
                </a:cubicBezTo>
                <a:cubicBezTo>
                  <a:pt x="3678" y="7432"/>
                  <a:pt x="3678" y="7432"/>
                  <a:pt x="7355" y="3716"/>
                </a:cubicBezTo>
                <a:cubicBezTo>
                  <a:pt x="7355" y="3716"/>
                  <a:pt x="7355" y="7432"/>
                  <a:pt x="7355" y="7432"/>
                </a:cubicBezTo>
                <a:cubicBezTo>
                  <a:pt x="7355" y="3716"/>
                  <a:pt x="11032" y="3716"/>
                  <a:pt x="11032" y="371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2" name="Freeform 72"/>
          <p:cNvSpPr/>
          <p:nvPr/>
        </p:nvSpPr>
        <p:spPr>
          <a:xfrm>
            <a:off x="990600" y="1066800"/>
            <a:ext cx="51888" cy="52513"/>
          </a:xfrm>
          <a:custGeom>
            <a:avLst/>
            <a:gdLst/>
            <a:ahLst/>
            <a:cxnLst/>
            <a:rect l="l" t="t" r="r" b="b"/>
            <a:pathLst>
              <a:path w="51888" h="52513">
                <a:moveTo>
                  <a:pt x="51888" y="37509"/>
                </a:moveTo>
                <a:cubicBezTo>
                  <a:pt x="51888" y="37509"/>
                  <a:pt x="48181" y="37509"/>
                  <a:pt x="48181" y="37509"/>
                </a:cubicBezTo>
                <a:cubicBezTo>
                  <a:pt x="48181" y="37509"/>
                  <a:pt x="44475" y="41260"/>
                  <a:pt x="40770" y="41260"/>
                </a:cubicBezTo>
                <a:cubicBezTo>
                  <a:pt x="40770" y="41260"/>
                  <a:pt x="40770" y="41260"/>
                  <a:pt x="40770" y="41260"/>
                </a:cubicBezTo>
                <a:cubicBezTo>
                  <a:pt x="40770" y="41260"/>
                  <a:pt x="37062" y="41260"/>
                  <a:pt x="37062" y="41260"/>
                </a:cubicBezTo>
                <a:cubicBezTo>
                  <a:pt x="37062" y="41260"/>
                  <a:pt x="33357" y="41260"/>
                  <a:pt x="33357" y="41260"/>
                </a:cubicBezTo>
                <a:cubicBezTo>
                  <a:pt x="33357" y="41260"/>
                  <a:pt x="33357" y="41260"/>
                  <a:pt x="33357" y="41260"/>
                </a:cubicBezTo>
                <a:cubicBezTo>
                  <a:pt x="33357" y="41260"/>
                  <a:pt x="37062" y="37509"/>
                  <a:pt x="37062" y="37509"/>
                </a:cubicBezTo>
                <a:cubicBezTo>
                  <a:pt x="37062" y="33758"/>
                  <a:pt x="37062" y="33758"/>
                  <a:pt x="37062" y="33758"/>
                </a:cubicBezTo>
                <a:cubicBezTo>
                  <a:pt x="33357" y="33758"/>
                  <a:pt x="33357" y="33758"/>
                  <a:pt x="29651" y="33758"/>
                </a:cubicBezTo>
                <a:cubicBezTo>
                  <a:pt x="29651" y="33758"/>
                  <a:pt x="29651" y="33758"/>
                  <a:pt x="29651" y="33758"/>
                </a:cubicBezTo>
                <a:cubicBezTo>
                  <a:pt x="29651" y="37509"/>
                  <a:pt x="29651" y="37509"/>
                  <a:pt x="25944" y="37509"/>
                </a:cubicBezTo>
                <a:cubicBezTo>
                  <a:pt x="25944" y="37509"/>
                  <a:pt x="25944" y="37509"/>
                  <a:pt x="25944" y="37509"/>
                </a:cubicBezTo>
                <a:cubicBezTo>
                  <a:pt x="22238" y="37509"/>
                  <a:pt x="22238" y="37509"/>
                  <a:pt x="22238" y="37509"/>
                </a:cubicBezTo>
                <a:cubicBezTo>
                  <a:pt x="22238" y="37509"/>
                  <a:pt x="22238" y="37509"/>
                  <a:pt x="22238" y="37509"/>
                </a:cubicBezTo>
                <a:cubicBezTo>
                  <a:pt x="22238" y="37509"/>
                  <a:pt x="18532" y="37509"/>
                  <a:pt x="18532" y="37509"/>
                </a:cubicBezTo>
                <a:cubicBezTo>
                  <a:pt x="18532" y="37509"/>
                  <a:pt x="18532" y="41260"/>
                  <a:pt x="18532" y="45011"/>
                </a:cubicBezTo>
                <a:cubicBezTo>
                  <a:pt x="14825" y="48762"/>
                  <a:pt x="14825" y="48762"/>
                  <a:pt x="11119" y="52513"/>
                </a:cubicBezTo>
                <a:cubicBezTo>
                  <a:pt x="11119" y="52513"/>
                  <a:pt x="11119" y="52513"/>
                  <a:pt x="11119" y="52513"/>
                </a:cubicBezTo>
                <a:cubicBezTo>
                  <a:pt x="11119" y="52513"/>
                  <a:pt x="7413" y="52513"/>
                  <a:pt x="7413" y="52513"/>
                </a:cubicBezTo>
                <a:cubicBezTo>
                  <a:pt x="7413" y="52513"/>
                  <a:pt x="3706" y="45011"/>
                  <a:pt x="3706" y="45011"/>
                </a:cubicBezTo>
                <a:cubicBezTo>
                  <a:pt x="3706" y="45011"/>
                  <a:pt x="7413" y="45011"/>
                  <a:pt x="7413" y="41260"/>
                </a:cubicBezTo>
                <a:cubicBezTo>
                  <a:pt x="7413" y="41260"/>
                  <a:pt x="7413" y="41260"/>
                  <a:pt x="7413" y="41260"/>
                </a:cubicBezTo>
                <a:cubicBezTo>
                  <a:pt x="7413" y="41260"/>
                  <a:pt x="7413" y="41260"/>
                  <a:pt x="7413" y="45011"/>
                </a:cubicBezTo>
                <a:cubicBezTo>
                  <a:pt x="11119" y="41260"/>
                  <a:pt x="11119" y="41260"/>
                  <a:pt x="11119" y="41260"/>
                </a:cubicBezTo>
                <a:cubicBezTo>
                  <a:pt x="11119" y="37509"/>
                  <a:pt x="11119" y="37509"/>
                  <a:pt x="11119" y="33758"/>
                </a:cubicBezTo>
                <a:cubicBezTo>
                  <a:pt x="11119" y="33758"/>
                  <a:pt x="11119" y="33758"/>
                  <a:pt x="11119" y="33758"/>
                </a:cubicBezTo>
                <a:cubicBezTo>
                  <a:pt x="11119" y="30008"/>
                  <a:pt x="11119" y="30008"/>
                  <a:pt x="11119" y="26256"/>
                </a:cubicBezTo>
                <a:cubicBezTo>
                  <a:pt x="14825" y="26256"/>
                  <a:pt x="14825" y="22506"/>
                  <a:pt x="14825" y="22506"/>
                </a:cubicBezTo>
                <a:cubicBezTo>
                  <a:pt x="14825" y="22506"/>
                  <a:pt x="14825" y="22506"/>
                  <a:pt x="14825" y="22506"/>
                </a:cubicBezTo>
                <a:cubicBezTo>
                  <a:pt x="14825" y="22506"/>
                  <a:pt x="14825" y="18754"/>
                  <a:pt x="14825" y="22506"/>
                </a:cubicBezTo>
                <a:cubicBezTo>
                  <a:pt x="11119" y="22506"/>
                  <a:pt x="11119" y="22506"/>
                  <a:pt x="11119" y="22506"/>
                </a:cubicBezTo>
                <a:cubicBezTo>
                  <a:pt x="11119" y="22506"/>
                  <a:pt x="11119" y="22506"/>
                  <a:pt x="7413" y="22506"/>
                </a:cubicBezTo>
                <a:cubicBezTo>
                  <a:pt x="7413" y="22506"/>
                  <a:pt x="7413" y="26256"/>
                  <a:pt x="3706" y="26256"/>
                </a:cubicBezTo>
                <a:cubicBezTo>
                  <a:pt x="3706" y="26256"/>
                  <a:pt x="3706" y="22506"/>
                  <a:pt x="3706" y="22506"/>
                </a:cubicBezTo>
                <a:cubicBezTo>
                  <a:pt x="0" y="22506"/>
                  <a:pt x="0" y="18754"/>
                  <a:pt x="3706" y="18754"/>
                </a:cubicBezTo>
                <a:cubicBezTo>
                  <a:pt x="3706" y="18754"/>
                  <a:pt x="3706" y="18754"/>
                  <a:pt x="3706" y="18754"/>
                </a:cubicBezTo>
                <a:cubicBezTo>
                  <a:pt x="3706" y="18754"/>
                  <a:pt x="3706" y="18754"/>
                  <a:pt x="7413" y="18754"/>
                </a:cubicBezTo>
                <a:cubicBezTo>
                  <a:pt x="7413" y="18754"/>
                  <a:pt x="7413" y="18754"/>
                  <a:pt x="7413" y="15004"/>
                </a:cubicBezTo>
                <a:cubicBezTo>
                  <a:pt x="11119" y="15004"/>
                  <a:pt x="11119" y="15004"/>
                  <a:pt x="11119" y="15004"/>
                </a:cubicBezTo>
                <a:cubicBezTo>
                  <a:pt x="11119" y="15004"/>
                  <a:pt x="14825" y="15004"/>
                  <a:pt x="14825" y="15004"/>
                </a:cubicBezTo>
                <a:cubicBezTo>
                  <a:pt x="14825" y="15004"/>
                  <a:pt x="14825" y="11252"/>
                  <a:pt x="14825" y="7502"/>
                </a:cubicBezTo>
                <a:cubicBezTo>
                  <a:pt x="14825" y="7502"/>
                  <a:pt x="14825" y="7502"/>
                  <a:pt x="14825" y="7502"/>
                </a:cubicBezTo>
                <a:cubicBezTo>
                  <a:pt x="14825" y="7502"/>
                  <a:pt x="14825" y="7502"/>
                  <a:pt x="14825" y="3750"/>
                </a:cubicBezTo>
                <a:cubicBezTo>
                  <a:pt x="14825" y="3750"/>
                  <a:pt x="14825" y="3750"/>
                  <a:pt x="18532" y="3750"/>
                </a:cubicBezTo>
                <a:cubicBezTo>
                  <a:pt x="18532" y="0"/>
                  <a:pt x="18532" y="0"/>
                  <a:pt x="18532" y="0"/>
                </a:cubicBezTo>
                <a:cubicBezTo>
                  <a:pt x="18532" y="0"/>
                  <a:pt x="18532" y="0"/>
                  <a:pt x="22238" y="0"/>
                </a:cubicBezTo>
                <a:cubicBezTo>
                  <a:pt x="22238" y="0"/>
                  <a:pt x="22238" y="0"/>
                  <a:pt x="25944" y="3750"/>
                </a:cubicBezTo>
                <a:cubicBezTo>
                  <a:pt x="25944" y="3750"/>
                  <a:pt x="25944" y="3750"/>
                  <a:pt x="25944" y="3750"/>
                </a:cubicBezTo>
                <a:cubicBezTo>
                  <a:pt x="25944" y="3750"/>
                  <a:pt x="25944" y="3750"/>
                  <a:pt x="22238" y="3750"/>
                </a:cubicBezTo>
                <a:cubicBezTo>
                  <a:pt x="22238" y="7502"/>
                  <a:pt x="22238" y="7502"/>
                  <a:pt x="22238" y="7502"/>
                </a:cubicBezTo>
                <a:cubicBezTo>
                  <a:pt x="22238" y="7502"/>
                  <a:pt x="25944" y="7502"/>
                  <a:pt x="25944" y="7502"/>
                </a:cubicBezTo>
                <a:cubicBezTo>
                  <a:pt x="25944" y="7502"/>
                  <a:pt x="25944" y="3750"/>
                  <a:pt x="25944" y="3750"/>
                </a:cubicBezTo>
                <a:cubicBezTo>
                  <a:pt x="25944" y="3750"/>
                  <a:pt x="29651" y="3750"/>
                  <a:pt x="29651" y="3750"/>
                </a:cubicBezTo>
                <a:cubicBezTo>
                  <a:pt x="29651" y="7502"/>
                  <a:pt x="33357" y="3750"/>
                  <a:pt x="33357" y="3750"/>
                </a:cubicBezTo>
                <a:cubicBezTo>
                  <a:pt x="33357" y="3750"/>
                  <a:pt x="37062" y="7502"/>
                  <a:pt x="37062" y="7502"/>
                </a:cubicBezTo>
                <a:cubicBezTo>
                  <a:pt x="37062" y="7502"/>
                  <a:pt x="37062" y="7502"/>
                  <a:pt x="37062" y="7502"/>
                </a:cubicBezTo>
                <a:cubicBezTo>
                  <a:pt x="37062" y="11252"/>
                  <a:pt x="33357" y="11252"/>
                  <a:pt x="33357" y="11252"/>
                </a:cubicBezTo>
                <a:cubicBezTo>
                  <a:pt x="33357" y="11252"/>
                  <a:pt x="33357" y="11252"/>
                  <a:pt x="33357" y="11252"/>
                </a:cubicBezTo>
                <a:cubicBezTo>
                  <a:pt x="33357" y="11252"/>
                  <a:pt x="29651" y="11252"/>
                  <a:pt x="29651" y="11252"/>
                </a:cubicBezTo>
                <a:cubicBezTo>
                  <a:pt x="29651" y="11252"/>
                  <a:pt x="25944" y="15004"/>
                  <a:pt x="25944" y="15004"/>
                </a:cubicBezTo>
                <a:cubicBezTo>
                  <a:pt x="25944" y="15004"/>
                  <a:pt x="22238" y="15004"/>
                  <a:pt x="22238" y="15004"/>
                </a:cubicBezTo>
                <a:cubicBezTo>
                  <a:pt x="22238" y="15004"/>
                  <a:pt x="22238" y="15004"/>
                  <a:pt x="22238" y="15004"/>
                </a:cubicBezTo>
                <a:cubicBezTo>
                  <a:pt x="22238" y="18754"/>
                  <a:pt x="22238" y="18754"/>
                  <a:pt x="22238" y="18754"/>
                </a:cubicBezTo>
                <a:cubicBezTo>
                  <a:pt x="22238" y="18754"/>
                  <a:pt x="22238" y="22506"/>
                  <a:pt x="22238" y="22506"/>
                </a:cubicBezTo>
                <a:cubicBezTo>
                  <a:pt x="22238" y="22506"/>
                  <a:pt x="18532" y="22506"/>
                  <a:pt x="18532" y="26256"/>
                </a:cubicBezTo>
                <a:cubicBezTo>
                  <a:pt x="18532" y="26256"/>
                  <a:pt x="18532" y="26256"/>
                  <a:pt x="18532" y="26256"/>
                </a:cubicBezTo>
                <a:cubicBezTo>
                  <a:pt x="18532" y="26256"/>
                  <a:pt x="18532" y="26256"/>
                  <a:pt x="18532" y="30008"/>
                </a:cubicBezTo>
                <a:cubicBezTo>
                  <a:pt x="18532" y="30008"/>
                  <a:pt x="18532" y="30008"/>
                  <a:pt x="18532" y="30008"/>
                </a:cubicBezTo>
                <a:cubicBezTo>
                  <a:pt x="18532" y="30008"/>
                  <a:pt x="18532" y="30008"/>
                  <a:pt x="18532" y="33758"/>
                </a:cubicBezTo>
                <a:cubicBezTo>
                  <a:pt x="18532" y="33758"/>
                  <a:pt x="18532" y="33758"/>
                  <a:pt x="18532" y="33758"/>
                </a:cubicBezTo>
                <a:cubicBezTo>
                  <a:pt x="18532" y="33758"/>
                  <a:pt x="22238" y="33758"/>
                  <a:pt x="22238" y="33758"/>
                </a:cubicBezTo>
                <a:cubicBezTo>
                  <a:pt x="22238" y="33758"/>
                  <a:pt x="25944" y="30008"/>
                  <a:pt x="25944" y="30008"/>
                </a:cubicBezTo>
                <a:cubicBezTo>
                  <a:pt x="29651" y="30008"/>
                  <a:pt x="40770" y="26256"/>
                  <a:pt x="44475" y="26256"/>
                </a:cubicBezTo>
                <a:cubicBezTo>
                  <a:pt x="44475" y="26256"/>
                  <a:pt x="44475" y="26256"/>
                  <a:pt x="44475" y="26256"/>
                </a:cubicBezTo>
                <a:cubicBezTo>
                  <a:pt x="48181" y="26256"/>
                  <a:pt x="48181" y="30008"/>
                  <a:pt x="48181" y="30008"/>
                </a:cubicBezTo>
                <a:cubicBezTo>
                  <a:pt x="51888" y="30008"/>
                  <a:pt x="51888" y="30008"/>
                  <a:pt x="51888" y="30008"/>
                </a:cubicBezTo>
                <a:cubicBezTo>
                  <a:pt x="51888" y="30008"/>
                  <a:pt x="51888" y="30008"/>
                  <a:pt x="51888" y="33758"/>
                </a:cubicBezTo>
                <a:cubicBezTo>
                  <a:pt x="51888" y="33758"/>
                  <a:pt x="51888" y="33758"/>
                  <a:pt x="51888" y="37509"/>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3" name="Freeform 73"/>
          <p:cNvSpPr/>
          <p:nvPr/>
        </p:nvSpPr>
        <p:spPr>
          <a:xfrm>
            <a:off x="1003300" y="1117600"/>
            <a:ext cx="0" cy="0"/>
          </a:xfrm>
          <a:custGeom>
            <a:avLst/>
            <a:gdLst/>
            <a:ahLst/>
            <a:cxnLst/>
            <a:rect l="l" t="t" r="r" b="b"/>
            <a:pathLst>
              <a:path>
                <a:moveTo>
                  <a:pt x="0" y="0"/>
                </a:moveTo>
                <a:cubicBezTo>
                  <a:pt x="0" y="0"/>
                  <a:pt x="0" y="0"/>
                  <a:pt x="0" y="0"/>
                </a:cubicBezTo>
                <a:cubicBezTo>
                  <a:pt x="0" y="0"/>
                  <a:pt x="0" y="0"/>
                  <a:pt x="0"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4" name="Freeform 74"/>
          <p:cNvSpPr/>
          <p:nvPr/>
        </p:nvSpPr>
        <p:spPr>
          <a:xfrm>
            <a:off x="723900" y="698500"/>
            <a:ext cx="466994" cy="30008"/>
          </a:xfrm>
          <a:custGeom>
            <a:avLst/>
            <a:gdLst/>
            <a:ahLst/>
            <a:cxnLst/>
            <a:rect l="l" t="t" r="r" b="b"/>
            <a:pathLst>
              <a:path w="466994" h="30008">
                <a:moveTo>
                  <a:pt x="466994" y="30008"/>
                </a:moveTo>
                <a:lnTo>
                  <a:pt x="456367" y="15004"/>
                </a:lnTo>
                <a:lnTo>
                  <a:pt x="456367" y="11253"/>
                </a:lnTo>
                <a:lnTo>
                  <a:pt x="7502" y="0"/>
                </a:lnTo>
                <a:lnTo>
                  <a:pt x="7502" y="0"/>
                </a:lnTo>
                <a:lnTo>
                  <a:pt x="0" y="18755"/>
                </a:lnTo>
                <a:lnTo>
                  <a:pt x="0" y="18755"/>
                </a:lnTo>
                <a:lnTo>
                  <a:pt x="0" y="22506"/>
                </a:lnTo>
                <a:lnTo>
                  <a:pt x="463243" y="30008"/>
                </a:lnTo>
                <a:lnTo>
                  <a:pt x="466994" y="30008"/>
                </a:lnTo>
                <a:lnTo>
                  <a:pt x="466994" y="3000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5" name="Freeform 75"/>
          <p:cNvSpPr/>
          <p:nvPr/>
        </p:nvSpPr>
        <p:spPr>
          <a:xfrm>
            <a:off x="711200" y="736600"/>
            <a:ext cx="481998" cy="33134"/>
          </a:xfrm>
          <a:custGeom>
            <a:avLst/>
            <a:gdLst/>
            <a:ahLst/>
            <a:cxnLst/>
            <a:rect l="l" t="t" r="r" b="b"/>
            <a:pathLst>
              <a:path w="481998" h="33134">
                <a:moveTo>
                  <a:pt x="481998" y="29383"/>
                </a:moveTo>
                <a:lnTo>
                  <a:pt x="481998" y="15004"/>
                </a:lnTo>
                <a:lnTo>
                  <a:pt x="481998" y="15004"/>
                </a:lnTo>
                <a:lnTo>
                  <a:pt x="3752" y="0"/>
                </a:lnTo>
                <a:lnTo>
                  <a:pt x="3752" y="3752"/>
                </a:lnTo>
                <a:lnTo>
                  <a:pt x="0" y="18755"/>
                </a:lnTo>
                <a:lnTo>
                  <a:pt x="0" y="18755"/>
                </a:lnTo>
                <a:lnTo>
                  <a:pt x="0" y="22506"/>
                </a:lnTo>
                <a:lnTo>
                  <a:pt x="481998" y="33134"/>
                </a:lnTo>
                <a:lnTo>
                  <a:pt x="481998" y="29383"/>
                </a:lnTo>
                <a:lnTo>
                  <a:pt x="481998" y="29383"/>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6" name="Freeform 76"/>
          <p:cNvSpPr/>
          <p:nvPr/>
        </p:nvSpPr>
        <p:spPr>
          <a:xfrm>
            <a:off x="711200" y="774700"/>
            <a:ext cx="485750" cy="33759"/>
          </a:xfrm>
          <a:custGeom>
            <a:avLst/>
            <a:gdLst/>
            <a:ahLst/>
            <a:cxnLst/>
            <a:rect l="l" t="t" r="r" b="b"/>
            <a:pathLst>
              <a:path w="485750" h="33759">
                <a:moveTo>
                  <a:pt x="481998" y="15004"/>
                </a:moveTo>
                <a:lnTo>
                  <a:pt x="0" y="0"/>
                </a:lnTo>
                <a:lnTo>
                  <a:pt x="0" y="3752"/>
                </a:lnTo>
                <a:lnTo>
                  <a:pt x="0" y="3752"/>
                </a:lnTo>
                <a:lnTo>
                  <a:pt x="0" y="18755"/>
                </a:lnTo>
                <a:lnTo>
                  <a:pt x="0" y="22506"/>
                </a:lnTo>
                <a:lnTo>
                  <a:pt x="481998" y="33759"/>
                </a:lnTo>
                <a:lnTo>
                  <a:pt x="485750" y="30008"/>
                </a:lnTo>
                <a:lnTo>
                  <a:pt x="485750" y="15004"/>
                </a:lnTo>
                <a:lnTo>
                  <a:pt x="481998" y="15004"/>
                </a:lnTo>
                <a:lnTo>
                  <a:pt x="481998" y="15004"/>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7" name="Freeform 77"/>
          <p:cNvSpPr/>
          <p:nvPr/>
        </p:nvSpPr>
        <p:spPr>
          <a:xfrm>
            <a:off x="711200" y="825500"/>
            <a:ext cx="478246" cy="29383"/>
          </a:xfrm>
          <a:custGeom>
            <a:avLst/>
            <a:gdLst/>
            <a:ahLst/>
            <a:cxnLst/>
            <a:rect l="l" t="t" r="r" b="b"/>
            <a:pathLst>
              <a:path w="478246" h="29383">
                <a:moveTo>
                  <a:pt x="0" y="0"/>
                </a:moveTo>
                <a:lnTo>
                  <a:pt x="0" y="0"/>
                </a:lnTo>
                <a:lnTo>
                  <a:pt x="0" y="18131"/>
                </a:lnTo>
                <a:lnTo>
                  <a:pt x="0" y="18131"/>
                </a:lnTo>
                <a:lnTo>
                  <a:pt x="0" y="21881"/>
                </a:lnTo>
                <a:lnTo>
                  <a:pt x="474496" y="29383"/>
                </a:lnTo>
                <a:lnTo>
                  <a:pt x="474496" y="29383"/>
                </a:lnTo>
                <a:lnTo>
                  <a:pt x="478246" y="14379"/>
                </a:lnTo>
                <a:lnTo>
                  <a:pt x="478246" y="11253"/>
                </a:lnTo>
                <a:lnTo>
                  <a:pt x="0" y="0"/>
                </a:ln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8" name="Freeform 78"/>
          <p:cNvSpPr/>
          <p:nvPr/>
        </p:nvSpPr>
        <p:spPr>
          <a:xfrm>
            <a:off x="723900" y="863600"/>
            <a:ext cx="463243" cy="30008"/>
          </a:xfrm>
          <a:custGeom>
            <a:avLst/>
            <a:gdLst/>
            <a:ahLst/>
            <a:cxnLst/>
            <a:rect l="l" t="t" r="r" b="b"/>
            <a:pathLst>
              <a:path w="463243" h="30008">
                <a:moveTo>
                  <a:pt x="0" y="0"/>
                </a:moveTo>
                <a:lnTo>
                  <a:pt x="0" y="3752"/>
                </a:lnTo>
                <a:lnTo>
                  <a:pt x="0" y="3752"/>
                </a:lnTo>
                <a:lnTo>
                  <a:pt x="0" y="18755"/>
                </a:lnTo>
                <a:lnTo>
                  <a:pt x="0" y="18755"/>
                </a:lnTo>
                <a:lnTo>
                  <a:pt x="452615" y="30008"/>
                </a:lnTo>
                <a:lnTo>
                  <a:pt x="456367" y="30008"/>
                </a:lnTo>
                <a:lnTo>
                  <a:pt x="463243" y="15004"/>
                </a:lnTo>
                <a:lnTo>
                  <a:pt x="459492" y="11253"/>
                </a:lnTo>
                <a:lnTo>
                  <a:pt x="0" y="0"/>
                </a:ln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9" name="Freeform 79"/>
          <p:cNvSpPr/>
          <p:nvPr/>
        </p:nvSpPr>
        <p:spPr>
          <a:xfrm>
            <a:off x="736600" y="901700"/>
            <a:ext cx="382598" cy="21881"/>
          </a:xfrm>
          <a:custGeom>
            <a:avLst/>
            <a:gdLst/>
            <a:ahLst/>
            <a:cxnLst/>
            <a:rect l="l" t="t" r="r" b="b"/>
            <a:pathLst>
              <a:path w="382598" h="21881">
                <a:moveTo>
                  <a:pt x="0" y="0"/>
                </a:moveTo>
                <a:lnTo>
                  <a:pt x="11253" y="21881"/>
                </a:lnTo>
                <a:lnTo>
                  <a:pt x="11253" y="18131"/>
                </a:lnTo>
                <a:lnTo>
                  <a:pt x="382598" y="14379"/>
                </a:lnTo>
                <a:lnTo>
                  <a:pt x="0" y="0"/>
                </a:lnTo>
                <a:lnTo>
                  <a:pt x="0" y="0"/>
                </a:ln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0" name="Freeform 80"/>
          <p:cNvSpPr/>
          <p:nvPr/>
        </p:nvSpPr>
        <p:spPr>
          <a:xfrm>
            <a:off x="787400" y="673100"/>
            <a:ext cx="382598" cy="21881"/>
          </a:xfrm>
          <a:custGeom>
            <a:avLst/>
            <a:gdLst/>
            <a:ahLst/>
            <a:cxnLst/>
            <a:rect l="l" t="t" r="r" b="b"/>
            <a:pathLst>
              <a:path w="382598" h="21881">
                <a:moveTo>
                  <a:pt x="382598" y="21881"/>
                </a:moveTo>
                <a:lnTo>
                  <a:pt x="371345" y="0"/>
                </a:lnTo>
                <a:lnTo>
                  <a:pt x="371345" y="0"/>
                </a:lnTo>
                <a:lnTo>
                  <a:pt x="0" y="7502"/>
                </a:lnTo>
                <a:lnTo>
                  <a:pt x="382598" y="21881"/>
                </a:lnTo>
                <a:lnTo>
                  <a:pt x="382598" y="21881"/>
                </a:lnTo>
                <a:lnTo>
                  <a:pt x="382598" y="21881"/>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1" name="Freeform 81"/>
          <p:cNvSpPr/>
          <p:nvPr/>
        </p:nvSpPr>
        <p:spPr>
          <a:xfrm>
            <a:off x="749300" y="685800"/>
            <a:ext cx="404478" cy="204427"/>
          </a:xfrm>
          <a:custGeom>
            <a:avLst/>
            <a:gdLst/>
            <a:ahLst/>
            <a:cxnLst/>
            <a:rect l="l" t="t" r="r" b="b"/>
            <a:pathLst>
              <a:path w="404478" h="204427">
                <a:moveTo>
                  <a:pt x="386093" y="55753"/>
                </a:moveTo>
                <a:cubicBezTo>
                  <a:pt x="312551" y="63186"/>
                  <a:pt x="283135" y="0"/>
                  <a:pt x="209593" y="89205"/>
                </a:cubicBezTo>
                <a:cubicBezTo>
                  <a:pt x="202239" y="89205"/>
                  <a:pt x="202239" y="89205"/>
                  <a:pt x="202239" y="89205"/>
                </a:cubicBezTo>
                <a:cubicBezTo>
                  <a:pt x="194885" y="89205"/>
                  <a:pt x="194885" y="89205"/>
                  <a:pt x="194885" y="89205"/>
                </a:cubicBezTo>
                <a:cubicBezTo>
                  <a:pt x="117667" y="0"/>
                  <a:pt x="88250" y="59470"/>
                  <a:pt x="14708" y="55753"/>
                </a:cubicBezTo>
                <a:cubicBezTo>
                  <a:pt x="14708" y="55753"/>
                  <a:pt x="7355" y="137523"/>
                  <a:pt x="0" y="178410"/>
                </a:cubicBezTo>
                <a:cubicBezTo>
                  <a:pt x="91926" y="182126"/>
                  <a:pt x="113989" y="122657"/>
                  <a:pt x="183854" y="204427"/>
                </a:cubicBezTo>
                <a:cubicBezTo>
                  <a:pt x="202239" y="204427"/>
                  <a:pt x="202239" y="204427"/>
                  <a:pt x="202239" y="204427"/>
                </a:cubicBezTo>
                <a:cubicBezTo>
                  <a:pt x="220624" y="204427"/>
                  <a:pt x="220624" y="204427"/>
                  <a:pt x="220624" y="204427"/>
                </a:cubicBezTo>
                <a:cubicBezTo>
                  <a:pt x="290488" y="122657"/>
                  <a:pt x="312551" y="182126"/>
                  <a:pt x="404478" y="178410"/>
                </a:cubicBezTo>
                <a:cubicBezTo>
                  <a:pt x="393447" y="137523"/>
                  <a:pt x="386093" y="55753"/>
                  <a:pt x="386093" y="5575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2" name="Freeform 82"/>
          <p:cNvSpPr/>
          <p:nvPr/>
        </p:nvSpPr>
        <p:spPr>
          <a:xfrm>
            <a:off x="736600" y="711200"/>
            <a:ext cx="423233" cy="171294"/>
          </a:xfrm>
          <a:custGeom>
            <a:avLst/>
            <a:gdLst/>
            <a:ahLst/>
            <a:cxnLst/>
            <a:rect l="l" t="t" r="r" b="b"/>
            <a:pathLst>
              <a:path w="423233" h="171294">
                <a:moveTo>
                  <a:pt x="195055" y="160123"/>
                </a:moveTo>
                <a:cubicBezTo>
                  <a:pt x="228178" y="160123"/>
                  <a:pt x="228178" y="160123"/>
                  <a:pt x="228178" y="160123"/>
                </a:cubicBezTo>
                <a:cubicBezTo>
                  <a:pt x="253940" y="130332"/>
                  <a:pt x="276022" y="119162"/>
                  <a:pt x="298103" y="119162"/>
                </a:cubicBezTo>
                <a:cubicBezTo>
                  <a:pt x="312824" y="119162"/>
                  <a:pt x="323865" y="122885"/>
                  <a:pt x="338586" y="126609"/>
                </a:cubicBezTo>
                <a:cubicBezTo>
                  <a:pt x="356988" y="130332"/>
                  <a:pt x="375389" y="134056"/>
                  <a:pt x="401151" y="134056"/>
                </a:cubicBezTo>
                <a:cubicBezTo>
                  <a:pt x="404832" y="134056"/>
                  <a:pt x="404832" y="134056"/>
                  <a:pt x="408512" y="134056"/>
                </a:cubicBezTo>
                <a:cubicBezTo>
                  <a:pt x="401151" y="100542"/>
                  <a:pt x="393790" y="44685"/>
                  <a:pt x="393790" y="26067"/>
                </a:cubicBezTo>
                <a:cubicBezTo>
                  <a:pt x="390111" y="26067"/>
                  <a:pt x="390111" y="26067"/>
                  <a:pt x="390111" y="26067"/>
                </a:cubicBezTo>
                <a:cubicBezTo>
                  <a:pt x="368028" y="26067"/>
                  <a:pt x="349627" y="22343"/>
                  <a:pt x="334907" y="18619"/>
                </a:cubicBezTo>
                <a:cubicBezTo>
                  <a:pt x="323865" y="14895"/>
                  <a:pt x="309145" y="11171"/>
                  <a:pt x="298103" y="11171"/>
                </a:cubicBezTo>
                <a:cubicBezTo>
                  <a:pt x="283383" y="11171"/>
                  <a:pt x="257620" y="14895"/>
                  <a:pt x="224498" y="55857"/>
                </a:cubicBezTo>
                <a:cubicBezTo>
                  <a:pt x="220817" y="59581"/>
                  <a:pt x="220817" y="59581"/>
                  <a:pt x="220817" y="59581"/>
                </a:cubicBezTo>
                <a:cubicBezTo>
                  <a:pt x="213457" y="59581"/>
                  <a:pt x="213457" y="59581"/>
                  <a:pt x="213457" y="59581"/>
                </a:cubicBezTo>
                <a:cubicBezTo>
                  <a:pt x="202416" y="59581"/>
                  <a:pt x="202416" y="59581"/>
                  <a:pt x="202416" y="59581"/>
                </a:cubicBezTo>
                <a:cubicBezTo>
                  <a:pt x="198736" y="55857"/>
                  <a:pt x="198736" y="55857"/>
                  <a:pt x="198736" y="55857"/>
                </a:cubicBezTo>
                <a:cubicBezTo>
                  <a:pt x="165613" y="14895"/>
                  <a:pt x="139851" y="11171"/>
                  <a:pt x="125129" y="11171"/>
                </a:cubicBezTo>
                <a:cubicBezTo>
                  <a:pt x="114089" y="11171"/>
                  <a:pt x="99367" y="14895"/>
                  <a:pt x="88327" y="18619"/>
                </a:cubicBezTo>
                <a:cubicBezTo>
                  <a:pt x="73605" y="22343"/>
                  <a:pt x="55204" y="26067"/>
                  <a:pt x="33123" y="26067"/>
                </a:cubicBezTo>
                <a:cubicBezTo>
                  <a:pt x="33123" y="26067"/>
                  <a:pt x="33123" y="26067"/>
                  <a:pt x="29442" y="26067"/>
                </a:cubicBezTo>
                <a:cubicBezTo>
                  <a:pt x="29442" y="44685"/>
                  <a:pt x="25762" y="100542"/>
                  <a:pt x="14721" y="134056"/>
                </a:cubicBezTo>
                <a:cubicBezTo>
                  <a:pt x="18401" y="134056"/>
                  <a:pt x="18401" y="134056"/>
                  <a:pt x="22081" y="134056"/>
                </a:cubicBezTo>
                <a:cubicBezTo>
                  <a:pt x="47843" y="134056"/>
                  <a:pt x="66246" y="130332"/>
                  <a:pt x="84647" y="126609"/>
                </a:cubicBezTo>
                <a:cubicBezTo>
                  <a:pt x="99367" y="122885"/>
                  <a:pt x="110409" y="119162"/>
                  <a:pt x="125129" y="119162"/>
                </a:cubicBezTo>
                <a:cubicBezTo>
                  <a:pt x="147212" y="119162"/>
                  <a:pt x="169294" y="130332"/>
                  <a:pt x="195055" y="160123"/>
                </a:cubicBezTo>
                <a:close/>
                <a:moveTo>
                  <a:pt x="231858" y="171294"/>
                </a:moveTo>
                <a:cubicBezTo>
                  <a:pt x="191375" y="171294"/>
                  <a:pt x="191375" y="171294"/>
                  <a:pt x="191375" y="171294"/>
                </a:cubicBezTo>
                <a:cubicBezTo>
                  <a:pt x="187695" y="171294"/>
                  <a:pt x="187695" y="171294"/>
                  <a:pt x="187695" y="171294"/>
                </a:cubicBezTo>
                <a:cubicBezTo>
                  <a:pt x="158252" y="134056"/>
                  <a:pt x="139851" y="130332"/>
                  <a:pt x="125129" y="130332"/>
                </a:cubicBezTo>
                <a:cubicBezTo>
                  <a:pt x="114089" y="130332"/>
                  <a:pt x="103048" y="134056"/>
                  <a:pt x="88327" y="137780"/>
                </a:cubicBezTo>
                <a:cubicBezTo>
                  <a:pt x="69925" y="141503"/>
                  <a:pt x="47843" y="145227"/>
                  <a:pt x="22081" y="145227"/>
                </a:cubicBezTo>
                <a:cubicBezTo>
                  <a:pt x="18401" y="145227"/>
                  <a:pt x="14721" y="145227"/>
                  <a:pt x="7361" y="145227"/>
                </a:cubicBezTo>
                <a:cubicBezTo>
                  <a:pt x="0" y="145227"/>
                  <a:pt x="0" y="145227"/>
                  <a:pt x="0" y="145227"/>
                </a:cubicBezTo>
                <a:cubicBezTo>
                  <a:pt x="3680" y="137780"/>
                  <a:pt x="3680" y="137780"/>
                  <a:pt x="3680" y="137780"/>
                </a:cubicBezTo>
                <a:cubicBezTo>
                  <a:pt x="14721" y="100542"/>
                  <a:pt x="18401" y="18619"/>
                  <a:pt x="18401" y="18619"/>
                </a:cubicBezTo>
                <a:cubicBezTo>
                  <a:pt x="18401" y="14895"/>
                  <a:pt x="18401" y="14895"/>
                  <a:pt x="18401" y="14895"/>
                </a:cubicBezTo>
                <a:cubicBezTo>
                  <a:pt x="25762" y="14895"/>
                  <a:pt x="25762" y="14895"/>
                  <a:pt x="25762" y="14895"/>
                </a:cubicBezTo>
                <a:cubicBezTo>
                  <a:pt x="29442" y="14895"/>
                  <a:pt x="33123" y="14895"/>
                  <a:pt x="33123" y="14895"/>
                </a:cubicBezTo>
                <a:cubicBezTo>
                  <a:pt x="51524" y="14895"/>
                  <a:pt x="69925" y="11171"/>
                  <a:pt x="84647" y="7447"/>
                </a:cubicBezTo>
                <a:cubicBezTo>
                  <a:pt x="99367" y="3724"/>
                  <a:pt x="110409" y="0"/>
                  <a:pt x="125129" y="0"/>
                </a:cubicBezTo>
                <a:cubicBezTo>
                  <a:pt x="150891" y="0"/>
                  <a:pt x="176653" y="14895"/>
                  <a:pt x="206096" y="48409"/>
                </a:cubicBezTo>
                <a:cubicBezTo>
                  <a:pt x="213457" y="48409"/>
                  <a:pt x="213457" y="48409"/>
                  <a:pt x="213457" y="48409"/>
                </a:cubicBezTo>
                <a:cubicBezTo>
                  <a:pt x="217137" y="48409"/>
                  <a:pt x="217137" y="48409"/>
                  <a:pt x="217137" y="48409"/>
                </a:cubicBezTo>
                <a:cubicBezTo>
                  <a:pt x="246579" y="14895"/>
                  <a:pt x="272341" y="0"/>
                  <a:pt x="298103" y="0"/>
                </a:cubicBezTo>
                <a:cubicBezTo>
                  <a:pt x="312824" y="0"/>
                  <a:pt x="323865" y="3724"/>
                  <a:pt x="338586" y="7447"/>
                </a:cubicBezTo>
                <a:cubicBezTo>
                  <a:pt x="353308" y="11171"/>
                  <a:pt x="368028" y="14895"/>
                  <a:pt x="390111" y="14895"/>
                </a:cubicBezTo>
                <a:cubicBezTo>
                  <a:pt x="390111" y="14895"/>
                  <a:pt x="393790" y="14895"/>
                  <a:pt x="397471" y="14895"/>
                </a:cubicBezTo>
                <a:cubicBezTo>
                  <a:pt x="404832" y="14895"/>
                  <a:pt x="404832" y="14895"/>
                  <a:pt x="404832" y="14895"/>
                </a:cubicBezTo>
                <a:cubicBezTo>
                  <a:pt x="404832" y="18619"/>
                  <a:pt x="404832" y="18619"/>
                  <a:pt x="404832" y="18619"/>
                </a:cubicBezTo>
                <a:cubicBezTo>
                  <a:pt x="404832" y="18619"/>
                  <a:pt x="412192" y="100542"/>
                  <a:pt x="419552" y="137780"/>
                </a:cubicBezTo>
                <a:cubicBezTo>
                  <a:pt x="423233" y="145227"/>
                  <a:pt x="423233" y="145227"/>
                  <a:pt x="423233" y="145227"/>
                </a:cubicBezTo>
                <a:cubicBezTo>
                  <a:pt x="415873" y="145227"/>
                  <a:pt x="415873" y="145227"/>
                  <a:pt x="415873" y="145227"/>
                </a:cubicBezTo>
                <a:cubicBezTo>
                  <a:pt x="412192" y="145227"/>
                  <a:pt x="404832" y="145227"/>
                  <a:pt x="401151" y="145227"/>
                </a:cubicBezTo>
                <a:cubicBezTo>
                  <a:pt x="375389" y="145227"/>
                  <a:pt x="353308" y="141503"/>
                  <a:pt x="334907" y="137780"/>
                </a:cubicBezTo>
                <a:cubicBezTo>
                  <a:pt x="323865" y="134056"/>
                  <a:pt x="309145" y="130332"/>
                  <a:pt x="298103" y="130332"/>
                </a:cubicBezTo>
                <a:cubicBezTo>
                  <a:pt x="283383" y="130332"/>
                  <a:pt x="264980" y="134056"/>
                  <a:pt x="235538" y="171294"/>
                </a:cubicBezTo>
                <a:cubicBezTo>
                  <a:pt x="231858" y="171294"/>
                  <a:pt x="231858" y="171294"/>
                  <a:pt x="231858" y="171294"/>
                </a:cubicBezTo>
                <a:close/>
              </a:path>
            </a:pathLst>
          </a:custGeom>
          <a:solidFill>
            <a:srgbClr val="1C217C">
              <a:alpha val="100000"/>
            </a:srgbClr>
          </a:solidFill>
          <a:ln w="25400" cap="flat" cmpd="sng">
            <a:noFill/>
            <a:prstDash val="solid"/>
            <a:round/>
          </a:ln>
        </p:spPr>
        <p:txBody>
          <a:bodyPr vert="horz" wrap="square" lIns="63500" tIns="63500" rIns="63500" bIns="63500" rtlCol="0" anchor="ctr"/>
          <a:lstStyle/>
          <a:p>
            <a:pPr algn="ctr">
              <a:defRPr/>
            </a:pPr>
          </a:p>
        </p:txBody>
      </p:sp>
      <p:sp>
        <p:nvSpPr>
          <p:cNvPr id="83" name="Freeform 83"/>
          <p:cNvSpPr/>
          <p:nvPr/>
        </p:nvSpPr>
        <p:spPr>
          <a:xfrm rot="10800000" flipV="1">
            <a:off x="10121900" y="6362700"/>
            <a:ext cx="1598981" cy="166497"/>
          </a:xfrm>
          <a:custGeom>
            <a:avLst/>
            <a:gdLst/>
            <a:ahLst/>
            <a:cxnLst/>
            <a:rect l="l" t="t" r="r" b="b"/>
            <a:pathLst>
              <a:path w="1598981" h="166497">
                <a:moveTo>
                  <a:pt x="930678" y="125233"/>
                </a:moveTo>
                <a:cubicBezTo>
                  <a:pt x="928748" y="126682"/>
                  <a:pt x="926667" y="128311"/>
                  <a:pt x="924436" y="130120"/>
                </a:cubicBezTo>
                <a:cubicBezTo>
                  <a:pt x="922203" y="131930"/>
                  <a:pt x="920001" y="133770"/>
                  <a:pt x="917829" y="135640"/>
                </a:cubicBezTo>
                <a:cubicBezTo>
                  <a:pt x="915657" y="137511"/>
                  <a:pt x="913606" y="139320"/>
                  <a:pt x="911676" y="141070"/>
                </a:cubicBezTo>
                <a:cubicBezTo>
                  <a:pt x="909745" y="142819"/>
                  <a:pt x="908056" y="144357"/>
                  <a:pt x="906609" y="145684"/>
                </a:cubicBezTo>
                <a:lnTo>
                  <a:pt x="910228" y="149847"/>
                </a:lnTo>
                <a:cubicBezTo>
                  <a:pt x="911555" y="148640"/>
                  <a:pt x="913214" y="147132"/>
                  <a:pt x="915205" y="145322"/>
                </a:cubicBezTo>
                <a:cubicBezTo>
                  <a:pt x="917197" y="143513"/>
                  <a:pt x="919277" y="141674"/>
                  <a:pt x="921448" y="139803"/>
                </a:cubicBezTo>
                <a:cubicBezTo>
                  <a:pt x="923620" y="137933"/>
                  <a:pt x="925792" y="136063"/>
                  <a:pt x="927964" y="134193"/>
                </a:cubicBezTo>
                <a:cubicBezTo>
                  <a:pt x="930135" y="132323"/>
                  <a:pt x="932186" y="130724"/>
                  <a:pt x="934117" y="129396"/>
                </a:cubicBezTo>
                <a:close/>
                <a:moveTo>
                  <a:pt x="1286656" y="116366"/>
                </a:moveTo>
                <a:lnTo>
                  <a:pt x="1281046" y="116728"/>
                </a:lnTo>
                <a:lnTo>
                  <a:pt x="1281046" y="143694"/>
                </a:lnTo>
                <a:cubicBezTo>
                  <a:pt x="1281046" y="145383"/>
                  <a:pt x="1280925" y="146770"/>
                  <a:pt x="1280685" y="147856"/>
                </a:cubicBezTo>
                <a:cubicBezTo>
                  <a:pt x="1280443" y="148942"/>
                  <a:pt x="1279961" y="149817"/>
                  <a:pt x="1279235" y="150480"/>
                </a:cubicBezTo>
                <a:cubicBezTo>
                  <a:pt x="1278512" y="151144"/>
                  <a:pt x="1277517" y="151627"/>
                  <a:pt x="1276250" y="151928"/>
                </a:cubicBezTo>
                <a:cubicBezTo>
                  <a:pt x="1274983" y="152230"/>
                  <a:pt x="1273324" y="152441"/>
                  <a:pt x="1271273" y="152563"/>
                </a:cubicBezTo>
                <a:cubicBezTo>
                  <a:pt x="1263432" y="153044"/>
                  <a:pt x="1255530" y="153044"/>
                  <a:pt x="1247565" y="152563"/>
                </a:cubicBezTo>
                <a:cubicBezTo>
                  <a:pt x="1245514" y="152441"/>
                  <a:pt x="1243825" y="152230"/>
                  <a:pt x="1242498" y="151928"/>
                </a:cubicBezTo>
                <a:cubicBezTo>
                  <a:pt x="1241171" y="151627"/>
                  <a:pt x="1240146" y="151144"/>
                  <a:pt x="1239422" y="150480"/>
                </a:cubicBezTo>
                <a:cubicBezTo>
                  <a:pt x="1238698" y="149817"/>
                  <a:pt x="1238155" y="148972"/>
                  <a:pt x="1237793" y="147947"/>
                </a:cubicBezTo>
                <a:cubicBezTo>
                  <a:pt x="1237431" y="146921"/>
                  <a:pt x="1237129" y="145625"/>
                  <a:pt x="1236889" y="144056"/>
                </a:cubicBezTo>
                <a:cubicBezTo>
                  <a:pt x="1236767" y="143212"/>
                  <a:pt x="1236647" y="142065"/>
                  <a:pt x="1236527" y="140617"/>
                </a:cubicBezTo>
                <a:cubicBezTo>
                  <a:pt x="1236405" y="139169"/>
                  <a:pt x="1236285" y="137723"/>
                  <a:pt x="1236163" y="136274"/>
                </a:cubicBezTo>
                <a:cubicBezTo>
                  <a:pt x="1236043" y="134584"/>
                  <a:pt x="1235923" y="132834"/>
                  <a:pt x="1235801" y="131025"/>
                </a:cubicBezTo>
                <a:lnTo>
                  <a:pt x="1230735" y="133016"/>
                </a:lnTo>
                <a:cubicBezTo>
                  <a:pt x="1230856" y="134705"/>
                  <a:pt x="1230975" y="136274"/>
                  <a:pt x="1231097" y="137723"/>
                </a:cubicBezTo>
                <a:cubicBezTo>
                  <a:pt x="1231218" y="139048"/>
                  <a:pt x="1231308" y="140406"/>
                  <a:pt x="1231368" y="141793"/>
                </a:cubicBezTo>
                <a:cubicBezTo>
                  <a:pt x="1231429" y="143181"/>
                  <a:pt x="1231519" y="144357"/>
                  <a:pt x="1231640" y="145322"/>
                </a:cubicBezTo>
                <a:cubicBezTo>
                  <a:pt x="1231881" y="147615"/>
                  <a:pt x="1232273" y="149545"/>
                  <a:pt x="1232816" y="151113"/>
                </a:cubicBezTo>
                <a:cubicBezTo>
                  <a:pt x="1233359" y="152682"/>
                  <a:pt x="1234173" y="153949"/>
                  <a:pt x="1235259" y="154915"/>
                </a:cubicBezTo>
                <a:cubicBezTo>
                  <a:pt x="1236345" y="155879"/>
                  <a:pt x="1237823" y="156602"/>
                  <a:pt x="1239693" y="157086"/>
                </a:cubicBezTo>
                <a:cubicBezTo>
                  <a:pt x="1241563" y="157568"/>
                  <a:pt x="1243946" y="157870"/>
                  <a:pt x="1246842" y="157991"/>
                </a:cubicBezTo>
                <a:cubicBezTo>
                  <a:pt x="1255408" y="158594"/>
                  <a:pt x="1263914" y="158594"/>
                  <a:pt x="1272358" y="157991"/>
                </a:cubicBezTo>
                <a:cubicBezTo>
                  <a:pt x="1277426" y="157629"/>
                  <a:pt x="1281076" y="156602"/>
                  <a:pt x="1283308" y="154915"/>
                </a:cubicBezTo>
                <a:cubicBezTo>
                  <a:pt x="1285540" y="153226"/>
                  <a:pt x="1286656" y="149847"/>
                  <a:pt x="1286656" y="144780"/>
                </a:cubicBezTo>
                <a:close/>
                <a:moveTo>
                  <a:pt x="1303487" y="116006"/>
                </a:moveTo>
                <a:lnTo>
                  <a:pt x="1298420" y="117994"/>
                </a:lnTo>
                <a:cubicBezTo>
                  <a:pt x="1299505" y="120891"/>
                  <a:pt x="1300772" y="123967"/>
                  <a:pt x="1302220" y="127225"/>
                </a:cubicBezTo>
                <a:cubicBezTo>
                  <a:pt x="1303668" y="130484"/>
                  <a:pt x="1305146" y="133709"/>
                  <a:pt x="1306653" y="136907"/>
                </a:cubicBezTo>
                <a:cubicBezTo>
                  <a:pt x="1308162" y="140104"/>
                  <a:pt x="1309731" y="143212"/>
                  <a:pt x="1311359" y="146227"/>
                </a:cubicBezTo>
                <a:cubicBezTo>
                  <a:pt x="1312988" y="149244"/>
                  <a:pt x="1314587" y="151958"/>
                  <a:pt x="1316156" y="154371"/>
                </a:cubicBezTo>
                <a:lnTo>
                  <a:pt x="1320860" y="151113"/>
                </a:lnTo>
                <a:cubicBezTo>
                  <a:pt x="1319293" y="148821"/>
                  <a:pt x="1317694" y="146197"/>
                  <a:pt x="1316065" y="143241"/>
                </a:cubicBezTo>
                <a:cubicBezTo>
                  <a:pt x="1314436" y="140285"/>
                  <a:pt x="1312868" y="137269"/>
                  <a:pt x="1311359" y="134193"/>
                </a:cubicBezTo>
                <a:cubicBezTo>
                  <a:pt x="1309851" y="131116"/>
                  <a:pt x="1308433" y="128008"/>
                  <a:pt x="1307106" y="124871"/>
                </a:cubicBezTo>
                <a:cubicBezTo>
                  <a:pt x="1305778" y="121735"/>
                  <a:pt x="1304573" y="118779"/>
                  <a:pt x="1303487" y="116006"/>
                </a:cubicBezTo>
                <a:close/>
                <a:moveTo>
                  <a:pt x="1221867" y="115462"/>
                </a:moveTo>
                <a:cubicBezTo>
                  <a:pt x="1220057" y="117632"/>
                  <a:pt x="1218067" y="120258"/>
                  <a:pt x="1215895" y="123334"/>
                </a:cubicBezTo>
                <a:cubicBezTo>
                  <a:pt x="1213722" y="126411"/>
                  <a:pt x="1211583" y="129578"/>
                  <a:pt x="1209471" y="132834"/>
                </a:cubicBezTo>
                <a:cubicBezTo>
                  <a:pt x="1207359" y="136093"/>
                  <a:pt x="1205338" y="139230"/>
                  <a:pt x="1203408" y="142246"/>
                </a:cubicBezTo>
                <a:cubicBezTo>
                  <a:pt x="1201477" y="145263"/>
                  <a:pt x="1199788" y="147856"/>
                  <a:pt x="1198340" y="150028"/>
                </a:cubicBezTo>
                <a:lnTo>
                  <a:pt x="1203227" y="153285"/>
                </a:lnTo>
                <a:cubicBezTo>
                  <a:pt x="1204554" y="150993"/>
                  <a:pt x="1206182" y="148309"/>
                  <a:pt x="1208113" y="145232"/>
                </a:cubicBezTo>
                <a:cubicBezTo>
                  <a:pt x="1210043" y="142155"/>
                  <a:pt x="1212064" y="138988"/>
                  <a:pt x="1214176" y="135731"/>
                </a:cubicBezTo>
                <a:cubicBezTo>
                  <a:pt x="1216287" y="132472"/>
                  <a:pt x="1218399" y="129336"/>
                  <a:pt x="1220509" y="126321"/>
                </a:cubicBezTo>
                <a:cubicBezTo>
                  <a:pt x="1222621" y="123304"/>
                  <a:pt x="1224582" y="120710"/>
                  <a:pt x="1226392" y="118538"/>
                </a:cubicBezTo>
                <a:close/>
                <a:moveTo>
                  <a:pt x="1264034" y="107137"/>
                </a:moveTo>
                <a:cubicBezTo>
                  <a:pt x="1262948" y="108342"/>
                  <a:pt x="1261621" y="109943"/>
                  <a:pt x="1260053" y="111933"/>
                </a:cubicBezTo>
                <a:cubicBezTo>
                  <a:pt x="1258484" y="113923"/>
                  <a:pt x="1256855" y="116035"/>
                  <a:pt x="1255166" y="118267"/>
                </a:cubicBezTo>
                <a:cubicBezTo>
                  <a:pt x="1253477" y="120499"/>
                  <a:pt x="1251849" y="122701"/>
                  <a:pt x="1250279" y="124871"/>
                </a:cubicBezTo>
                <a:cubicBezTo>
                  <a:pt x="1248712" y="127044"/>
                  <a:pt x="1247385" y="128854"/>
                  <a:pt x="1246299" y="130302"/>
                </a:cubicBezTo>
                <a:lnTo>
                  <a:pt x="1250461" y="133740"/>
                </a:lnTo>
                <a:cubicBezTo>
                  <a:pt x="1251426" y="132292"/>
                  <a:pt x="1252692" y="130484"/>
                  <a:pt x="1254262" y="128311"/>
                </a:cubicBezTo>
                <a:cubicBezTo>
                  <a:pt x="1255831" y="126139"/>
                  <a:pt x="1257459" y="123937"/>
                  <a:pt x="1259148" y="121705"/>
                </a:cubicBezTo>
                <a:cubicBezTo>
                  <a:pt x="1260837" y="119473"/>
                  <a:pt x="1262496" y="117331"/>
                  <a:pt x="1264125" y="115280"/>
                </a:cubicBezTo>
                <a:cubicBezTo>
                  <a:pt x="1265754" y="113229"/>
                  <a:pt x="1267111" y="111601"/>
                  <a:pt x="1268197" y="110393"/>
                </a:cubicBezTo>
                <a:close/>
                <a:moveTo>
                  <a:pt x="870414" y="104604"/>
                </a:moveTo>
                <a:lnTo>
                  <a:pt x="864622" y="104966"/>
                </a:lnTo>
                <a:lnTo>
                  <a:pt x="864622" y="118356"/>
                </a:lnTo>
                <a:lnTo>
                  <a:pt x="835485" y="118356"/>
                </a:lnTo>
                <a:lnTo>
                  <a:pt x="835485" y="123786"/>
                </a:lnTo>
                <a:lnTo>
                  <a:pt x="864622" y="123786"/>
                </a:lnTo>
                <a:lnTo>
                  <a:pt x="864622" y="143151"/>
                </a:lnTo>
                <a:cubicBezTo>
                  <a:pt x="864622" y="146529"/>
                  <a:pt x="864954" y="149275"/>
                  <a:pt x="865618" y="151385"/>
                </a:cubicBezTo>
                <a:cubicBezTo>
                  <a:pt x="866281" y="153497"/>
                  <a:pt x="867367" y="155155"/>
                  <a:pt x="868876" y="156362"/>
                </a:cubicBezTo>
                <a:cubicBezTo>
                  <a:pt x="870383" y="157568"/>
                  <a:pt x="872435" y="158443"/>
                  <a:pt x="875029" y="158986"/>
                </a:cubicBezTo>
                <a:cubicBezTo>
                  <a:pt x="877623" y="159529"/>
                  <a:pt x="880850" y="159981"/>
                  <a:pt x="884711" y="160343"/>
                </a:cubicBezTo>
                <a:lnTo>
                  <a:pt x="895930" y="161428"/>
                </a:lnTo>
                <a:lnTo>
                  <a:pt x="897922" y="155819"/>
                </a:lnTo>
                <a:lnTo>
                  <a:pt x="885797" y="154733"/>
                </a:lnTo>
                <a:cubicBezTo>
                  <a:pt x="882540" y="154371"/>
                  <a:pt x="879885" y="153979"/>
                  <a:pt x="877834" y="153557"/>
                </a:cubicBezTo>
                <a:cubicBezTo>
                  <a:pt x="875783" y="153135"/>
                  <a:pt x="874213" y="152471"/>
                  <a:pt x="873128" y="151566"/>
                </a:cubicBezTo>
                <a:cubicBezTo>
                  <a:pt x="872042" y="150661"/>
                  <a:pt x="871319" y="149424"/>
                  <a:pt x="870957" y="147856"/>
                </a:cubicBezTo>
                <a:cubicBezTo>
                  <a:pt x="870595" y="146287"/>
                  <a:pt x="870414" y="144297"/>
                  <a:pt x="870414" y="141884"/>
                </a:cubicBezTo>
                <a:lnTo>
                  <a:pt x="870414" y="123786"/>
                </a:lnTo>
                <a:lnTo>
                  <a:pt x="956015" y="123786"/>
                </a:lnTo>
                <a:lnTo>
                  <a:pt x="956015" y="118356"/>
                </a:lnTo>
                <a:lnTo>
                  <a:pt x="870414" y="118356"/>
                </a:lnTo>
                <a:close/>
                <a:moveTo>
                  <a:pt x="1315612" y="99717"/>
                </a:moveTo>
                <a:lnTo>
                  <a:pt x="1199606" y="99717"/>
                </a:lnTo>
                <a:lnTo>
                  <a:pt x="1199606" y="105146"/>
                </a:lnTo>
                <a:lnTo>
                  <a:pt x="1315612" y="105146"/>
                </a:lnTo>
                <a:close/>
                <a:moveTo>
                  <a:pt x="1551384" y="94469"/>
                </a:moveTo>
                <a:lnTo>
                  <a:pt x="1450581" y="94469"/>
                </a:lnTo>
                <a:lnTo>
                  <a:pt x="1450581" y="99717"/>
                </a:lnTo>
                <a:lnTo>
                  <a:pt x="1495281" y="118720"/>
                </a:lnTo>
                <a:lnTo>
                  <a:pt x="1495281" y="121796"/>
                </a:lnTo>
                <a:lnTo>
                  <a:pt x="1435379" y="121796"/>
                </a:lnTo>
                <a:lnTo>
                  <a:pt x="1435379" y="127225"/>
                </a:lnTo>
                <a:lnTo>
                  <a:pt x="1495281" y="127225"/>
                </a:lnTo>
                <a:lnTo>
                  <a:pt x="1495281" y="145142"/>
                </a:lnTo>
                <a:cubicBezTo>
                  <a:pt x="1495281" y="148278"/>
                  <a:pt x="1495555" y="150812"/>
                  <a:pt x="1496097" y="152742"/>
                </a:cubicBezTo>
                <a:cubicBezTo>
                  <a:pt x="1496640" y="154673"/>
                  <a:pt x="1497606" y="156181"/>
                  <a:pt x="1498992" y="157267"/>
                </a:cubicBezTo>
                <a:cubicBezTo>
                  <a:pt x="1500381" y="158352"/>
                  <a:pt x="1502280" y="159107"/>
                  <a:pt x="1504693" y="159529"/>
                </a:cubicBezTo>
                <a:cubicBezTo>
                  <a:pt x="1507106" y="159951"/>
                  <a:pt x="1510121" y="160283"/>
                  <a:pt x="1513742" y="160524"/>
                </a:cubicBezTo>
                <a:lnTo>
                  <a:pt x="1527315" y="161428"/>
                </a:lnTo>
                <a:lnTo>
                  <a:pt x="1529124" y="155819"/>
                </a:lnTo>
                <a:lnTo>
                  <a:pt x="1515189" y="155095"/>
                </a:lnTo>
                <a:cubicBezTo>
                  <a:pt x="1512294" y="154974"/>
                  <a:pt x="1509941" y="154763"/>
                  <a:pt x="1508131" y="154462"/>
                </a:cubicBezTo>
                <a:cubicBezTo>
                  <a:pt x="1506322" y="154160"/>
                  <a:pt x="1504904" y="153647"/>
                  <a:pt x="1503879" y="152923"/>
                </a:cubicBezTo>
                <a:cubicBezTo>
                  <a:pt x="1502853" y="152201"/>
                  <a:pt x="1502189" y="151174"/>
                  <a:pt x="1501888" y="149847"/>
                </a:cubicBezTo>
                <a:cubicBezTo>
                  <a:pt x="1501586" y="148520"/>
                  <a:pt x="1501435" y="146710"/>
                  <a:pt x="1501435" y="144418"/>
                </a:cubicBezTo>
                <a:lnTo>
                  <a:pt x="1501435" y="127225"/>
                </a:lnTo>
                <a:lnTo>
                  <a:pt x="1565681" y="127225"/>
                </a:lnTo>
                <a:lnTo>
                  <a:pt x="1565681" y="121796"/>
                </a:lnTo>
                <a:lnTo>
                  <a:pt x="1501435" y="121796"/>
                </a:lnTo>
                <a:lnTo>
                  <a:pt x="1501435" y="115824"/>
                </a:lnTo>
                <a:lnTo>
                  <a:pt x="1463611" y="99717"/>
                </a:lnTo>
                <a:lnTo>
                  <a:pt x="1551384" y="99717"/>
                </a:lnTo>
                <a:close/>
                <a:moveTo>
                  <a:pt x="157267" y="91935"/>
                </a:moveTo>
                <a:lnTo>
                  <a:pt x="6153" y="91935"/>
                </a:lnTo>
                <a:lnTo>
                  <a:pt x="6153" y="97726"/>
                </a:lnTo>
                <a:lnTo>
                  <a:pt x="76553" y="97726"/>
                </a:lnTo>
                <a:lnTo>
                  <a:pt x="76553" y="121434"/>
                </a:lnTo>
                <a:lnTo>
                  <a:pt x="19365" y="121434"/>
                </a:lnTo>
                <a:lnTo>
                  <a:pt x="19365" y="126863"/>
                </a:lnTo>
                <a:lnTo>
                  <a:pt x="76553" y="126863"/>
                </a:lnTo>
                <a:lnTo>
                  <a:pt x="76553" y="152563"/>
                </a:lnTo>
                <a:cubicBezTo>
                  <a:pt x="75587" y="152682"/>
                  <a:pt x="74562" y="152742"/>
                  <a:pt x="73476" y="152742"/>
                </a:cubicBezTo>
                <a:cubicBezTo>
                  <a:pt x="72390" y="152742"/>
                  <a:pt x="71304" y="152803"/>
                  <a:pt x="70220" y="152923"/>
                </a:cubicBezTo>
                <a:cubicBezTo>
                  <a:pt x="46812" y="153888"/>
                  <a:pt x="23406" y="153888"/>
                  <a:pt x="0" y="152923"/>
                </a:cubicBezTo>
                <a:lnTo>
                  <a:pt x="906" y="158896"/>
                </a:lnTo>
                <a:cubicBezTo>
                  <a:pt x="23948" y="159861"/>
                  <a:pt x="46993" y="159861"/>
                  <a:pt x="70037" y="158896"/>
                </a:cubicBezTo>
                <a:cubicBezTo>
                  <a:pt x="76794" y="158653"/>
                  <a:pt x="82948" y="158111"/>
                  <a:pt x="88497" y="157267"/>
                </a:cubicBezTo>
                <a:cubicBezTo>
                  <a:pt x="94047" y="156422"/>
                  <a:pt x="99205" y="155064"/>
                  <a:pt x="103970" y="153195"/>
                </a:cubicBezTo>
                <a:cubicBezTo>
                  <a:pt x="108736" y="151326"/>
                  <a:pt x="113109" y="148700"/>
                  <a:pt x="117091" y="145322"/>
                </a:cubicBezTo>
                <a:cubicBezTo>
                  <a:pt x="121072" y="141944"/>
                  <a:pt x="124813" y="137601"/>
                  <a:pt x="128311" y="132292"/>
                </a:cubicBezTo>
                <a:cubicBezTo>
                  <a:pt x="131448" y="138807"/>
                  <a:pt x="135310" y="144750"/>
                  <a:pt x="139894" y="150118"/>
                </a:cubicBezTo>
                <a:cubicBezTo>
                  <a:pt x="144479" y="155487"/>
                  <a:pt x="150209" y="160947"/>
                  <a:pt x="157088" y="166497"/>
                </a:cubicBezTo>
                <a:lnTo>
                  <a:pt x="161249" y="161790"/>
                </a:lnTo>
                <a:cubicBezTo>
                  <a:pt x="156061" y="157690"/>
                  <a:pt x="151536" y="153647"/>
                  <a:pt x="147676" y="149666"/>
                </a:cubicBezTo>
                <a:cubicBezTo>
                  <a:pt x="143815" y="145684"/>
                  <a:pt x="140498" y="141461"/>
                  <a:pt x="137723" y="136997"/>
                </a:cubicBezTo>
                <a:cubicBezTo>
                  <a:pt x="134946" y="132533"/>
                  <a:pt x="132596" y="127738"/>
                  <a:pt x="130664" y="122610"/>
                </a:cubicBezTo>
                <a:cubicBezTo>
                  <a:pt x="128734" y="117483"/>
                  <a:pt x="127105" y="111721"/>
                  <a:pt x="125778" y="105327"/>
                </a:cubicBezTo>
                <a:lnTo>
                  <a:pt x="119805" y="106594"/>
                </a:lnTo>
                <a:cubicBezTo>
                  <a:pt x="121495" y="113955"/>
                  <a:pt x="123365" y="120407"/>
                  <a:pt x="125416" y="125959"/>
                </a:cubicBezTo>
                <a:cubicBezTo>
                  <a:pt x="122761" y="130543"/>
                  <a:pt x="119926" y="134374"/>
                  <a:pt x="116910" y="137450"/>
                </a:cubicBezTo>
                <a:cubicBezTo>
                  <a:pt x="113894" y="140527"/>
                  <a:pt x="110606" y="143060"/>
                  <a:pt x="107047" y="145051"/>
                </a:cubicBezTo>
                <a:cubicBezTo>
                  <a:pt x="103488" y="147042"/>
                  <a:pt x="99717" y="148580"/>
                  <a:pt x="95736" y="149666"/>
                </a:cubicBezTo>
                <a:cubicBezTo>
                  <a:pt x="91755" y="150752"/>
                  <a:pt x="87412" y="151536"/>
                  <a:pt x="82706" y="152019"/>
                </a:cubicBezTo>
                <a:lnTo>
                  <a:pt x="82706" y="97726"/>
                </a:lnTo>
                <a:lnTo>
                  <a:pt x="157267" y="97726"/>
                </a:lnTo>
                <a:close/>
                <a:moveTo>
                  <a:pt x="496481" y="80171"/>
                </a:moveTo>
                <a:cubicBezTo>
                  <a:pt x="493706" y="80171"/>
                  <a:pt x="491776" y="80623"/>
                  <a:pt x="490690" y="81529"/>
                </a:cubicBezTo>
                <a:cubicBezTo>
                  <a:pt x="489604" y="82434"/>
                  <a:pt x="489060" y="84637"/>
                  <a:pt x="489060" y="88134"/>
                </a:cubicBezTo>
                <a:cubicBezTo>
                  <a:pt x="489060" y="91633"/>
                  <a:pt x="489604" y="93805"/>
                  <a:pt x="490690" y="94649"/>
                </a:cubicBezTo>
                <a:cubicBezTo>
                  <a:pt x="491776" y="95494"/>
                  <a:pt x="493706" y="95915"/>
                  <a:pt x="496481" y="95915"/>
                </a:cubicBezTo>
                <a:cubicBezTo>
                  <a:pt x="499377" y="95915"/>
                  <a:pt x="501399" y="95494"/>
                  <a:pt x="502544" y="94649"/>
                </a:cubicBezTo>
                <a:cubicBezTo>
                  <a:pt x="503690" y="93805"/>
                  <a:pt x="504262" y="91633"/>
                  <a:pt x="504262" y="88134"/>
                </a:cubicBezTo>
                <a:cubicBezTo>
                  <a:pt x="504262" y="84637"/>
                  <a:pt x="503690" y="82434"/>
                  <a:pt x="502544" y="81529"/>
                </a:cubicBezTo>
                <a:cubicBezTo>
                  <a:pt x="501399" y="80623"/>
                  <a:pt x="499377" y="80171"/>
                  <a:pt x="496481" y="80171"/>
                </a:cubicBezTo>
                <a:close/>
                <a:moveTo>
                  <a:pt x="1096556" y="80171"/>
                </a:moveTo>
                <a:cubicBezTo>
                  <a:pt x="1093781" y="80171"/>
                  <a:pt x="1091851" y="80623"/>
                  <a:pt x="1090765" y="81529"/>
                </a:cubicBezTo>
                <a:cubicBezTo>
                  <a:pt x="1089679" y="82434"/>
                  <a:pt x="1089135" y="84637"/>
                  <a:pt x="1089135" y="88134"/>
                </a:cubicBezTo>
                <a:cubicBezTo>
                  <a:pt x="1089135" y="91633"/>
                  <a:pt x="1089679" y="93805"/>
                  <a:pt x="1090765" y="94649"/>
                </a:cubicBezTo>
                <a:cubicBezTo>
                  <a:pt x="1091851" y="95494"/>
                  <a:pt x="1093781" y="95915"/>
                  <a:pt x="1096556" y="95915"/>
                </a:cubicBezTo>
                <a:cubicBezTo>
                  <a:pt x="1099452" y="95915"/>
                  <a:pt x="1101474" y="95494"/>
                  <a:pt x="1102619" y="94649"/>
                </a:cubicBezTo>
                <a:cubicBezTo>
                  <a:pt x="1103765" y="93805"/>
                  <a:pt x="1104337" y="91633"/>
                  <a:pt x="1104337" y="88134"/>
                </a:cubicBezTo>
                <a:cubicBezTo>
                  <a:pt x="1104337" y="84637"/>
                  <a:pt x="1103765" y="82434"/>
                  <a:pt x="1102619" y="81529"/>
                </a:cubicBezTo>
                <a:cubicBezTo>
                  <a:pt x="1101474" y="80623"/>
                  <a:pt x="1099452" y="80171"/>
                  <a:pt x="1096556" y="80171"/>
                </a:cubicBezTo>
                <a:close/>
                <a:moveTo>
                  <a:pt x="893580" y="74380"/>
                </a:moveTo>
                <a:lnTo>
                  <a:pt x="893580" y="91935"/>
                </a:lnTo>
                <a:lnTo>
                  <a:pt x="857926" y="91935"/>
                </a:lnTo>
                <a:lnTo>
                  <a:pt x="857926" y="74380"/>
                </a:lnTo>
                <a:close/>
                <a:moveTo>
                  <a:pt x="935203" y="74380"/>
                </a:moveTo>
                <a:lnTo>
                  <a:pt x="935203" y="91935"/>
                </a:lnTo>
                <a:lnTo>
                  <a:pt x="899189" y="91935"/>
                </a:lnTo>
                <a:lnTo>
                  <a:pt x="899189" y="74380"/>
                </a:lnTo>
                <a:close/>
                <a:moveTo>
                  <a:pt x="727119" y="69132"/>
                </a:moveTo>
                <a:lnTo>
                  <a:pt x="631384" y="69132"/>
                </a:lnTo>
                <a:lnTo>
                  <a:pt x="631384" y="75104"/>
                </a:lnTo>
                <a:lnTo>
                  <a:pt x="673371" y="101528"/>
                </a:lnTo>
                <a:lnTo>
                  <a:pt x="673371" y="109308"/>
                </a:lnTo>
                <a:lnTo>
                  <a:pt x="601161" y="109308"/>
                </a:lnTo>
                <a:lnTo>
                  <a:pt x="601161" y="115462"/>
                </a:lnTo>
                <a:lnTo>
                  <a:pt x="673371" y="115462"/>
                </a:lnTo>
                <a:lnTo>
                  <a:pt x="673371" y="141341"/>
                </a:lnTo>
                <a:cubicBezTo>
                  <a:pt x="673371" y="145202"/>
                  <a:pt x="673702" y="148278"/>
                  <a:pt x="674365" y="150571"/>
                </a:cubicBezTo>
                <a:cubicBezTo>
                  <a:pt x="675029" y="152864"/>
                  <a:pt x="676145" y="154673"/>
                  <a:pt x="677713" y="156000"/>
                </a:cubicBezTo>
                <a:cubicBezTo>
                  <a:pt x="679282" y="157328"/>
                  <a:pt x="681454" y="158262"/>
                  <a:pt x="684229" y="158805"/>
                </a:cubicBezTo>
                <a:cubicBezTo>
                  <a:pt x="687003" y="159348"/>
                  <a:pt x="690442" y="159741"/>
                  <a:pt x="694544" y="159981"/>
                </a:cubicBezTo>
                <a:lnTo>
                  <a:pt x="710470" y="161066"/>
                </a:lnTo>
                <a:lnTo>
                  <a:pt x="712279" y="154915"/>
                </a:lnTo>
                <a:lnTo>
                  <a:pt x="695630" y="154009"/>
                </a:lnTo>
                <a:cubicBezTo>
                  <a:pt x="692372" y="153888"/>
                  <a:pt x="689718" y="153617"/>
                  <a:pt x="687667" y="153195"/>
                </a:cubicBezTo>
                <a:cubicBezTo>
                  <a:pt x="685616" y="152773"/>
                  <a:pt x="684017" y="152079"/>
                  <a:pt x="682871" y="151113"/>
                </a:cubicBezTo>
                <a:cubicBezTo>
                  <a:pt x="681725" y="150148"/>
                  <a:pt x="680941" y="148791"/>
                  <a:pt x="680519" y="147042"/>
                </a:cubicBezTo>
                <a:cubicBezTo>
                  <a:pt x="680096" y="145292"/>
                  <a:pt x="679886" y="142970"/>
                  <a:pt x="679886" y="140073"/>
                </a:cubicBezTo>
                <a:lnTo>
                  <a:pt x="679886" y="115462"/>
                </a:lnTo>
                <a:lnTo>
                  <a:pt x="756075" y="115462"/>
                </a:lnTo>
                <a:lnTo>
                  <a:pt x="756075" y="109308"/>
                </a:lnTo>
                <a:lnTo>
                  <a:pt x="679886" y="109308"/>
                </a:lnTo>
                <a:lnTo>
                  <a:pt x="679886" y="98812"/>
                </a:lnTo>
                <a:lnTo>
                  <a:pt x="642061" y="75286"/>
                </a:lnTo>
                <a:lnTo>
                  <a:pt x="727119" y="75286"/>
                </a:lnTo>
                <a:close/>
                <a:moveTo>
                  <a:pt x="1541793" y="58454"/>
                </a:moveTo>
                <a:lnTo>
                  <a:pt x="1541793" y="74018"/>
                </a:lnTo>
                <a:lnTo>
                  <a:pt x="1459630" y="74018"/>
                </a:lnTo>
                <a:lnTo>
                  <a:pt x="1459630" y="58454"/>
                </a:lnTo>
                <a:close/>
                <a:moveTo>
                  <a:pt x="893580" y="51758"/>
                </a:moveTo>
                <a:lnTo>
                  <a:pt x="893580" y="69313"/>
                </a:lnTo>
                <a:lnTo>
                  <a:pt x="857926" y="69313"/>
                </a:lnTo>
                <a:lnTo>
                  <a:pt x="857926" y="51758"/>
                </a:lnTo>
                <a:close/>
                <a:moveTo>
                  <a:pt x="935203" y="51758"/>
                </a:moveTo>
                <a:lnTo>
                  <a:pt x="935203" y="69313"/>
                </a:lnTo>
                <a:lnTo>
                  <a:pt x="899189" y="69313"/>
                </a:lnTo>
                <a:lnTo>
                  <a:pt x="899189" y="51758"/>
                </a:lnTo>
                <a:close/>
                <a:moveTo>
                  <a:pt x="373132" y="51577"/>
                </a:moveTo>
                <a:cubicBezTo>
                  <a:pt x="371564" y="53268"/>
                  <a:pt x="369423" y="55681"/>
                  <a:pt x="366707" y="58816"/>
                </a:cubicBezTo>
                <a:cubicBezTo>
                  <a:pt x="363993" y="61953"/>
                  <a:pt x="361158" y="65270"/>
                  <a:pt x="358202" y="68770"/>
                </a:cubicBezTo>
                <a:cubicBezTo>
                  <a:pt x="355246" y="72269"/>
                  <a:pt x="352381" y="75738"/>
                  <a:pt x="349606" y="79176"/>
                </a:cubicBezTo>
                <a:cubicBezTo>
                  <a:pt x="346831" y="82615"/>
                  <a:pt x="344538" y="85480"/>
                  <a:pt x="342729" y="87772"/>
                </a:cubicBezTo>
                <a:lnTo>
                  <a:pt x="347254" y="91935"/>
                </a:lnTo>
                <a:cubicBezTo>
                  <a:pt x="348941" y="89764"/>
                  <a:pt x="351144" y="86958"/>
                  <a:pt x="353859" y="83520"/>
                </a:cubicBezTo>
                <a:cubicBezTo>
                  <a:pt x="356573" y="80081"/>
                  <a:pt x="359409" y="76582"/>
                  <a:pt x="362365" y="73022"/>
                </a:cubicBezTo>
                <a:cubicBezTo>
                  <a:pt x="365321" y="69464"/>
                  <a:pt x="368186" y="66116"/>
                  <a:pt x="370961" y="62979"/>
                </a:cubicBezTo>
                <a:cubicBezTo>
                  <a:pt x="373736" y="59842"/>
                  <a:pt x="375968" y="57429"/>
                  <a:pt x="377657" y="55740"/>
                </a:cubicBezTo>
                <a:close/>
                <a:moveTo>
                  <a:pt x="1241955" y="49044"/>
                </a:moveTo>
                <a:lnTo>
                  <a:pt x="1241955" y="77276"/>
                </a:lnTo>
                <a:lnTo>
                  <a:pt x="1217524" y="77276"/>
                </a:lnTo>
                <a:lnTo>
                  <a:pt x="1217524" y="49044"/>
                </a:lnTo>
                <a:close/>
                <a:moveTo>
                  <a:pt x="1271273" y="49044"/>
                </a:moveTo>
                <a:lnTo>
                  <a:pt x="1271454" y="77276"/>
                </a:lnTo>
                <a:lnTo>
                  <a:pt x="1247385" y="77276"/>
                </a:lnTo>
                <a:lnTo>
                  <a:pt x="1247385" y="49044"/>
                </a:lnTo>
                <a:close/>
                <a:moveTo>
                  <a:pt x="1300952" y="49044"/>
                </a:moveTo>
                <a:lnTo>
                  <a:pt x="1300952" y="77276"/>
                </a:lnTo>
                <a:lnTo>
                  <a:pt x="1276703" y="77276"/>
                </a:lnTo>
                <a:lnTo>
                  <a:pt x="1276703" y="49044"/>
                </a:lnTo>
                <a:close/>
                <a:moveTo>
                  <a:pt x="1321222" y="46510"/>
                </a:moveTo>
                <a:lnTo>
                  <a:pt x="1316336" y="49406"/>
                </a:lnTo>
                <a:cubicBezTo>
                  <a:pt x="1318025" y="53268"/>
                  <a:pt x="1319986" y="57248"/>
                  <a:pt x="1322219" y="61350"/>
                </a:cubicBezTo>
                <a:cubicBezTo>
                  <a:pt x="1324450" y="65452"/>
                  <a:pt x="1326953" y="69615"/>
                  <a:pt x="1329728" y="73837"/>
                </a:cubicBezTo>
                <a:lnTo>
                  <a:pt x="1329728" y="163601"/>
                </a:lnTo>
                <a:lnTo>
                  <a:pt x="1335338" y="163601"/>
                </a:lnTo>
                <a:lnTo>
                  <a:pt x="1335338" y="82343"/>
                </a:lnTo>
                <a:cubicBezTo>
                  <a:pt x="1338958" y="87531"/>
                  <a:pt x="1342699" y="92539"/>
                  <a:pt x="1346559" y="97365"/>
                </a:cubicBezTo>
                <a:cubicBezTo>
                  <a:pt x="1350420" y="102191"/>
                  <a:pt x="1354220" y="106655"/>
                  <a:pt x="1357960" y="110755"/>
                </a:cubicBezTo>
                <a:lnTo>
                  <a:pt x="1361580" y="105870"/>
                </a:lnTo>
                <a:cubicBezTo>
                  <a:pt x="1358081" y="102130"/>
                  <a:pt x="1354371" y="97817"/>
                  <a:pt x="1350449" y="92930"/>
                </a:cubicBezTo>
                <a:cubicBezTo>
                  <a:pt x="1346529" y="88044"/>
                  <a:pt x="1342758" y="82977"/>
                  <a:pt x="1339139" y="77728"/>
                </a:cubicBezTo>
                <a:cubicBezTo>
                  <a:pt x="1335519" y="72480"/>
                  <a:pt x="1332141" y="67172"/>
                  <a:pt x="1329004" y="61803"/>
                </a:cubicBezTo>
                <a:cubicBezTo>
                  <a:pt x="1325867" y="56434"/>
                  <a:pt x="1323273" y="51336"/>
                  <a:pt x="1321222" y="46510"/>
                </a:cubicBezTo>
                <a:close/>
                <a:moveTo>
                  <a:pt x="125597" y="44881"/>
                </a:moveTo>
                <a:lnTo>
                  <a:pt x="125597" y="66779"/>
                </a:lnTo>
                <a:lnTo>
                  <a:pt x="37462" y="66779"/>
                </a:lnTo>
                <a:lnTo>
                  <a:pt x="37462" y="44881"/>
                </a:lnTo>
                <a:close/>
                <a:moveTo>
                  <a:pt x="1541793" y="38185"/>
                </a:moveTo>
                <a:lnTo>
                  <a:pt x="1541793" y="53569"/>
                </a:lnTo>
                <a:lnTo>
                  <a:pt x="1459630" y="53569"/>
                </a:lnTo>
                <a:lnTo>
                  <a:pt x="1459630" y="38185"/>
                </a:lnTo>
                <a:close/>
                <a:moveTo>
                  <a:pt x="1548127" y="32937"/>
                </a:moveTo>
                <a:lnTo>
                  <a:pt x="1453297" y="32937"/>
                </a:lnTo>
                <a:lnTo>
                  <a:pt x="1453297" y="79085"/>
                </a:lnTo>
                <a:lnTo>
                  <a:pt x="1548127" y="79085"/>
                </a:lnTo>
                <a:close/>
                <a:moveTo>
                  <a:pt x="125597" y="17374"/>
                </a:moveTo>
                <a:lnTo>
                  <a:pt x="125597" y="39453"/>
                </a:lnTo>
                <a:lnTo>
                  <a:pt x="37462" y="39453"/>
                </a:lnTo>
                <a:lnTo>
                  <a:pt x="37462" y="17374"/>
                </a:lnTo>
                <a:close/>
                <a:moveTo>
                  <a:pt x="1575634" y="12668"/>
                </a:moveTo>
                <a:lnTo>
                  <a:pt x="1438637" y="12668"/>
                </a:lnTo>
                <a:lnTo>
                  <a:pt x="1438637" y="18459"/>
                </a:lnTo>
                <a:lnTo>
                  <a:pt x="1569301" y="18459"/>
                </a:lnTo>
                <a:lnTo>
                  <a:pt x="1569301" y="52843"/>
                </a:lnTo>
                <a:cubicBezTo>
                  <a:pt x="1569301" y="64065"/>
                  <a:pt x="1569452" y="73897"/>
                  <a:pt x="1569753" y="82343"/>
                </a:cubicBezTo>
                <a:cubicBezTo>
                  <a:pt x="1570055" y="90788"/>
                  <a:pt x="1570568" y="98269"/>
                  <a:pt x="1571292" y="104784"/>
                </a:cubicBezTo>
                <a:cubicBezTo>
                  <a:pt x="1572016" y="111299"/>
                  <a:pt x="1572981" y="117090"/>
                  <a:pt x="1574187" y="122157"/>
                </a:cubicBezTo>
                <a:cubicBezTo>
                  <a:pt x="1575394" y="127225"/>
                  <a:pt x="1576902" y="131961"/>
                  <a:pt x="1578712" y="136364"/>
                </a:cubicBezTo>
                <a:cubicBezTo>
                  <a:pt x="1580521" y="140768"/>
                  <a:pt x="1582633" y="145081"/>
                  <a:pt x="1585046" y="149304"/>
                </a:cubicBezTo>
                <a:cubicBezTo>
                  <a:pt x="1587459" y="153526"/>
                  <a:pt x="1590294" y="158111"/>
                  <a:pt x="1593552" y="163058"/>
                </a:cubicBezTo>
                <a:lnTo>
                  <a:pt x="1598981" y="159620"/>
                </a:lnTo>
                <a:cubicBezTo>
                  <a:pt x="1595723" y="154794"/>
                  <a:pt x="1592889" y="150329"/>
                  <a:pt x="1590476" y="146227"/>
                </a:cubicBezTo>
                <a:cubicBezTo>
                  <a:pt x="1588063" y="142124"/>
                  <a:pt x="1586012" y="137963"/>
                  <a:pt x="1584322" y="133740"/>
                </a:cubicBezTo>
                <a:cubicBezTo>
                  <a:pt x="1582633" y="129517"/>
                  <a:pt x="1581215" y="124963"/>
                  <a:pt x="1580069" y="120076"/>
                </a:cubicBezTo>
                <a:cubicBezTo>
                  <a:pt x="1578922" y="115190"/>
                  <a:pt x="1578018" y="109610"/>
                  <a:pt x="1577354" y="103336"/>
                </a:cubicBezTo>
                <a:cubicBezTo>
                  <a:pt x="1576691" y="97062"/>
                  <a:pt x="1576238" y="89854"/>
                  <a:pt x="1575998" y="81711"/>
                </a:cubicBezTo>
                <a:cubicBezTo>
                  <a:pt x="1575756" y="73566"/>
                  <a:pt x="1575634" y="64065"/>
                  <a:pt x="1575634" y="53205"/>
                </a:cubicBezTo>
                <a:close/>
                <a:moveTo>
                  <a:pt x="132112" y="11944"/>
                </a:moveTo>
                <a:lnTo>
                  <a:pt x="31309" y="11944"/>
                </a:lnTo>
                <a:lnTo>
                  <a:pt x="31309" y="72390"/>
                </a:lnTo>
                <a:lnTo>
                  <a:pt x="132112" y="72390"/>
                </a:lnTo>
                <a:close/>
                <a:moveTo>
                  <a:pt x="291875" y="3800"/>
                </a:moveTo>
                <a:cubicBezTo>
                  <a:pt x="289944" y="5127"/>
                  <a:pt x="287712" y="6665"/>
                  <a:pt x="285178" y="8415"/>
                </a:cubicBezTo>
                <a:cubicBezTo>
                  <a:pt x="282645" y="10164"/>
                  <a:pt x="280081" y="11974"/>
                  <a:pt x="277487" y="13844"/>
                </a:cubicBezTo>
                <a:cubicBezTo>
                  <a:pt x="274893" y="15714"/>
                  <a:pt x="272420" y="17584"/>
                  <a:pt x="270067" y="19454"/>
                </a:cubicBezTo>
                <a:cubicBezTo>
                  <a:pt x="267715" y="21325"/>
                  <a:pt x="265694" y="22983"/>
                  <a:pt x="264005" y="24431"/>
                </a:cubicBezTo>
                <a:lnTo>
                  <a:pt x="267625" y="28956"/>
                </a:lnTo>
                <a:cubicBezTo>
                  <a:pt x="269193" y="27628"/>
                  <a:pt x="271153" y="26030"/>
                  <a:pt x="273506" y="24160"/>
                </a:cubicBezTo>
                <a:cubicBezTo>
                  <a:pt x="275858" y="22290"/>
                  <a:pt x="278332" y="20389"/>
                  <a:pt x="280927" y="18459"/>
                </a:cubicBezTo>
                <a:cubicBezTo>
                  <a:pt x="283520" y="16529"/>
                  <a:pt x="286083" y="14660"/>
                  <a:pt x="288616" y="12849"/>
                </a:cubicBezTo>
                <a:cubicBezTo>
                  <a:pt x="291151" y="11039"/>
                  <a:pt x="293383" y="9531"/>
                  <a:pt x="295313" y="8324"/>
                </a:cubicBezTo>
                <a:close/>
                <a:moveTo>
                  <a:pt x="730559" y="3076"/>
                </a:moveTo>
                <a:cubicBezTo>
                  <a:pt x="729231" y="5127"/>
                  <a:pt x="727723" y="7450"/>
                  <a:pt x="726034" y="10044"/>
                </a:cubicBezTo>
                <a:cubicBezTo>
                  <a:pt x="724344" y="12638"/>
                  <a:pt x="722655" y="15232"/>
                  <a:pt x="720966" y="17826"/>
                </a:cubicBezTo>
                <a:cubicBezTo>
                  <a:pt x="719277" y="20420"/>
                  <a:pt x="717619" y="23014"/>
                  <a:pt x="715990" y="25608"/>
                </a:cubicBezTo>
                <a:cubicBezTo>
                  <a:pt x="714361" y="28202"/>
                  <a:pt x="712883" y="30524"/>
                  <a:pt x="711556" y="32576"/>
                </a:cubicBezTo>
                <a:lnTo>
                  <a:pt x="716805" y="35833"/>
                </a:lnTo>
                <a:cubicBezTo>
                  <a:pt x="718011" y="33782"/>
                  <a:pt x="719367" y="31519"/>
                  <a:pt x="720876" y="29046"/>
                </a:cubicBezTo>
                <a:cubicBezTo>
                  <a:pt x="722384" y="26573"/>
                  <a:pt x="723983" y="24009"/>
                  <a:pt x="725672" y="21355"/>
                </a:cubicBezTo>
                <a:cubicBezTo>
                  <a:pt x="727361" y="18699"/>
                  <a:pt x="729080" y="16076"/>
                  <a:pt x="730830" y="13482"/>
                </a:cubicBezTo>
                <a:cubicBezTo>
                  <a:pt x="732579" y="10888"/>
                  <a:pt x="734238" y="8446"/>
                  <a:pt x="735806" y="6153"/>
                </a:cubicBezTo>
                <a:close/>
                <a:moveTo>
                  <a:pt x="626859" y="2896"/>
                </a:moveTo>
                <a:lnTo>
                  <a:pt x="621248" y="5972"/>
                </a:lnTo>
                <a:cubicBezTo>
                  <a:pt x="622576" y="8143"/>
                  <a:pt x="624145" y="10617"/>
                  <a:pt x="625955" y="13392"/>
                </a:cubicBezTo>
                <a:cubicBezTo>
                  <a:pt x="627764" y="16167"/>
                  <a:pt x="629695" y="19002"/>
                  <a:pt x="631746" y="21899"/>
                </a:cubicBezTo>
                <a:cubicBezTo>
                  <a:pt x="633797" y="24793"/>
                  <a:pt x="635878" y="27659"/>
                  <a:pt x="637990" y="30494"/>
                </a:cubicBezTo>
                <a:cubicBezTo>
                  <a:pt x="640102" y="33329"/>
                  <a:pt x="642061" y="35952"/>
                  <a:pt x="643871" y="38365"/>
                </a:cubicBezTo>
                <a:lnTo>
                  <a:pt x="609848" y="38365"/>
                </a:lnTo>
                <a:lnTo>
                  <a:pt x="609848" y="68951"/>
                </a:lnTo>
                <a:lnTo>
                  <a:pt x="616001" y="68951"/>
                </a:lnTo>
                <a:lnTo>
                  <a:pt x="616001" y="44519"/>
                </a:lnTo>
                <a:lnTo>
                  <a:pt x="741417" y="44519"/>
                </a:lnTo>
                <a:lnTo>
                  <a:pt x="741417" y="68770"/>
                </a:lnTo>
                <a:lnTo>
                  <a:pt x="747570" y="68770"/>
                </a:lnTo>
                <a:lnTo>
                  <a:pt x="747570" y="38365"/>
                </a:lnTo>
                <a:lnTo>
                  <a:pt x="651472" y="38365"/>
                </a:lnTo>
                <a:cubicBezTo>
                  <a:pt x="649421" y="35833"/>
                  <a:pt x="647219" y="32997"/>
                  <a:pt x="644867" y="29860"/>
                </a:cubicBezTo>
                <a:cubicBezTo>
                  <a:pt x="642515" y="26725"/>
                  <a:pt x="640190" y="23525"/>
                  <a:pt x="637899" y="20269"/>
                </a:cubicBezTo>
                <a:cubicBezTo>
                  <a:pt x="635607" y="17010"/>
                  <a:pt x="633495" y="13873"/>
                  <a:pt x="631565" y="10858"/>
                </a:cubicBezTo>
                <a:cubicBezTo>
                  <a:pt x="629634" y="7842"/>
                  <a:pt x="628066" y="5188"/>
                  <a:pt x="626859" y="2896"/>
                </a:cubicBezTo>
                <a:close/>
                <a:moveTo>
                  <a:pt x="875843" y="2714"/>
                </a:moveTo>
                <a:cubicBezTo>
                  <a:pt x="874636" y="3679"/>
                  <a:pt x="873188" y="4826"/>
                  <a:pt x="871499" y="6153"/>
                </a:cubicBezTo>
                <a:cubicBezTo>
                  <a:pt x="869810" y="7480"/>
                  <a:pt x="868091" y="8867"/>
                  <a:pt x="866342" y="10315"/>
                </a:cubicBezTo>
                <a:cubicBezTo>
                  <a:pt x="864592" y="11763"/>
                  <a:pt x="862903" y="13211"/>
                  <a:pt x="861275" y="14660"/>
                </a:cubicBezTo>
                <a:cubicBezTo>
                  <a:pt x="859646" y="16106"/>
                  <a:pt x="858288" y="17374"/>
                  <a:pt x="857203" y="18459"/>
                </a:cubicBezTo>
                <a:lnTo>
                  <a:pt x="860461" y="22621"/>
                </a:lnTo>
                <a:cubicBezTo>
                  <a:pt x="861546" y="21535"/>
                  <a:pt x="862874" y="20269"/>
                  <a:pt x="864441" y="18821"/>
                </a:cubicBezTo>
                <a:cubicBezTo>
                  <a:pt x="866010" y="17374"/>
                  <a:pt x="867700" y="15895"/>
                  <a:pt x="869509" y="14387"/>
                </a:cubicBezTo>
                <a:cubicBezTo>
                  <a:pt x="871319" y="12879"/>
                  <a:pt x="873068" y="11431"/>
                  <a:pt x="874757" y="10044"/>
                </a:cubicBezTo>
                <a:cubicBezTo>
                  <a:pt x="876446" y="8656"/>
                  <a:pt x="877894" y="7540"/>
                  <a:pt x="879100" y="6695"/>
                </a:cubicBezTo>
                <a:close/>
                <a:moveTo>
                  <a:pt x="974112" y="2714"/>
                </a:moveTo>
                <a:lnTo>
                  <a:pt x="968502" y="3076"/>
                </a:lnTo>
                <a:lnTo>
                  <a:pt x="968502" y="50129"/>
                </a:lnTo>
                <a:lnTo>
                  <a:pt x="947871" y="50129"/>
                </a:lnTo>
                <a:lnTo>
                  <a:pt x="947871" y="56464"/>
                </a:lnTo>
                <a:lnTo>
                  <a:pt x="968502" y="56464"/>
                </a:lnTo>
                <a:lnTo>
                  <a:pt x="968502" y="163420"/>
                </a:lnTo>
                <a:lnTo>
                  <a:pt x="974112" y="163420"/>
                </a:lnTo>
                <a:lnTo>
                  <a:pt x="974112" y="56464"/>
                </a:lnTo>
                <a:lnTo>
                  <a:pt x="997096" y="56464"/>
                </a:lnTo>
                <a:lnTo>
                  <a:pt x="997096" y="50129"/>
                </a:lnTo>
                <a:lnTo>
                  <a:pt x="974112" y="50129"/>
                </a:lnTo>
                <a:close/>
                <a:moveTo>
                  <a:pt x="899189" y="1990"/>
                </a:moveTo>
                <a:lnTo>
                  <a:pt x="893580" y="2352"/>
                </a:lnTo>
                <a:lnTo>
                  <a:pt x="893580" y="23707"/>
                </a:lnTo>
                <a:lnTo>
                  <a:pt x="840191" y="23707"/>
                </a:lnTo>
                <a:lnTo>
                  <a:pt x="840191" y="29318"/>
                </a:lnTo>
                <a:lnTo>
                  <a:pt x="893580" y="29318"/>
                </a:lnTo>
                <a:lnTo>
                  <a:pt x="893580" y="46692"/>
                </a:lnTo>
                <a:lnTo>
                  <a:pt x="851954" y="46692"/>
                </a:lnTo>
                <a:lnTo>
                  <a:pt x="851954" y="109308"/>
                </a:lnTo>
                <a:lnTo>
                  <a:pt x="857926" y="109308"/>
                </a:lnTo>
                <a:lnTo>
                  <a:pt x="857926" y="97183"/>
                </a:lnTo>
                <a:lnTo>
                  <a:pt x="893580" y="97183"/>
                </a:lnTo>
                <a:lnTo>
                  <a:pt x="893580" y="107861"/>
                </a:lnTo>
                <a:lnTo>
                  <a:pt x="899189" y="107861"/>
                </a:lnTo>
                <a:lnTo>
                  <a:pt x="899189" y="97183"/>
                </a:lnTo>
                <a:lnTo>
                  <a:pt x="935203" y="97183"/>
                </a:lnTo>
                <a:lnTo>
                  <a:pt x="935203" y="109308"/>
                </a:lnTo>
                <a:lnTo>
                  <a:pt x="940994" y="109308"/>
                </a:lnTo>
                <a:lnTo>
                  <a:pt x="940994" y="46692"/>
                </a:lnTo>
                <a:lnTo>
                  <a:pt x="899189" y="46692"/>
                </a:lnTo>
                <a:lnTo>
                  <a:pt x="899189" y="29318"/>
                </a:lnTo>
                <a:lnTo>
                  <a:pt x="946967" y="29318"/>
                </a:lnTo>
                <a:lnTo>
                  <a:pt x="946967" y="23707"/>
                </a:lnTo>
                <a:lnTo>
                  <a:pt x="899189" y="23707"/>
                </a:lnTo>
                <a:close/>
                <a:moveTo>
                  <a:pt x="1319593" y="1990"/>
                </a:moveTo>
                <a:lnTo>
                  <a:pt x="1314526" y="5067"/>
                </a:lnTo>
                <a:cubicBezTo>
                  <a:pt x="1316819" y="9290"/>
                  <a:pt x="1319413" y="13693"/>
                  <a:pt x="1322307" y="18278"/>
                </a:cubicBezTo>
                <a:cubicBezTo>
                  <a:pt x="1325204" y="22863"/>
                  <a:pt x="1328341" y="27417"/>
                  <a:pt x="1331719" y="31942"/>
                </a:cubicBezTo>
                <a:cubicBezTo>
                  <a:pt x="1335096" y="36466"/>
                  <a:pt x="1338566" y="40900"/>
                  <a:pt x="1342125" y="45242"/>
                </a:cubicBezTo>
                <a:cubicBezTo>
                  <a:pt x="1345684" y="49587"/>
                  <a:pt x="1349273" y="53628"/>
                  <a:pt x="1352893" y="57368"/>
                </a:cubicBezTo>
                <a:lnTo>
                  <a:pt x="1356694" y="52663"/>
                </a:lnTo>
                <a:cubicBezTo>
                  <a:pt x="1353315" y="49044"/>
                  <a:pt x="1349877" y="45154"/>
                  <a:pt x="1346378" y="40991"/>
                </a:cubicBezTo>
                <a:cubicBezTo>
                  <a:pt x="1342879" y="36827"/>
                  <a:pt x="1339501" y="32515"/>
                  <a:pt x="1336243" y="28050"/>
                </a:cubicBezTo>
                <a:cubicBezTo>
                  <a:pt x="1332986" y="23586"/>
                  <a:pt x="1329939" y="19153"/>
                  <a:pt x="1327104" y="14749"/>
                </a:cubicBezTo>
                <a:cubicBezTo>
                  <a:pt x="1324268" y="10345"/>
                  <a:pt x="1321765" y="6092"/>
                  <a:pt x="1319593" y="1990"/>
                </a:cubicBezTo>
                <a:close/>
                <a:moveTo>
                  <a:pt x="319021" y="1628"/>
                </a:moveTo>
                <a:lnTo>
                  <a:pt x="312868" y="1990"/>
                </a:lnTo>
                <a:lnTo>
                  <a:pt x="312868" y="33299"/>
                </a:lnTo>
                <a:lnTo>
                  <a:pt x="241744" y="33299"/>
                </a:lnTo>
                <a:lnTo>
                  <a:pt x="241744" y="39633"/>
                </a:lnTo>
                <a:lnTo>
                  <a:pt x="312868" y="39633"/>
                </a:lnTo>
                <a:lnTo>
                  <a:pt x="312868" y="46510"/>
                </a:lnTo>
                <a:cubicBezTo>
                  <a:pt x="307196" y="63280"/>
                  <a:pt x="299898" y="77939"/>
                  <a:pt x="290970" y="90488"/>
                </a:cubicBezTo>
                <a:cubicBezTo>
                  <a:pt x="287833" y="87833"/>
                  <a:pt x="284604" y="84938"/>
                  <a:pt x="281288" y="81799"/>
                </a:cubicBezTo>
                <a:cubicBezTo>
                  <a:pt x="277970" y="78663"/>
                  <a:pt x="274712" y="75406"/>
                  <a:pt x="271515" y="72028"/>
                </a:cubicBezTo>
                <a:cubicBezTo>
                  <a:pt x="268318" y="68649"/>
                  <a:pt x="265271" y="65301"/>
                  <a:pt x="262376" y="61984"/>
                </a:cubicBezTo>
                <a:cubicBezTo>
                  <a:pt x="259480" y="58666"/>
                  <a:pt x="256885" y="55438"/>
                  <a:pt x="254594" y="52301"/>
                </a:cubicBezTo>
                <a:lnTo>
                  <a:pt x="249889" y="56645"/>
                </a:lnTo>
                <a:cubicBezTo>
                  <a:pt x="252301" y="59661"/>
                  <a:pt x="255016" y="62888"/>
                  <a:pt x="258032" y="66327"/>
                </a:cubicBezTo>
                <a:cubicBezTo>
                  <a:pt x="261048" y="69765"/>
                  <a:pt x="264216" y="73204"/>
                  <a:pt x="267534" y="76642"/>
                </a:cubicBezTo>
                <a:cubicBezTo>
                  <a:pt x="270852" y="80081"/>
                  <a:pt x="274230" y="83400"/>
                  <a:pt x="277668" y="86596"/>
                </a:cubicBezTo>
                <a:cubicBezTo>
                  <a:pt x="281107" y="89793"/>
                  <a:pt x="284334" y="92719"/>
                  <a:pt x="287350" y="95373"/>
                </a:cubicBezTo>
                <a:cubicBezTo>
                  <a:pt x="280352" y="104422"/>
                  <a:pt x="272451" y="112536"/>
                  <a:pt x="263643" y="119715"/>
                </a:cubicBezTo>
                <a:cubicBezTo>
                  <a:pt x="254834" y="126893"/>
                  <a:pt x="244881" y="133499"/>
                  <a:pt x="233782" y="139531"/>
                </a:cubicBezTo>
                <a:lnTo>
                  <a:pt x="237581" y="145684"/>
                </a:lnTo>
                <a:cubicBezTo>
                  <a:pt x="246510" y="140617"/>
                  <a:pt x="254715" y="135188"/>
                  <a:pt x="262195" y="129396"/>
                </a:cubicBezTo>
                <a:cubicBezTo>
                  <a:pt x="269676" y="123605"/>
                  <a:pt x="276492" y="117331"/>
                  <a:pt x="282645" y="110575"/>
                </a:cubicBezTo>
                <a:cubicBezTo>
                  <a:pt x="288798" y="103819"/>
                  <a:pt x="294378" y="96459"/>
                  <a:pt x="299385" y="88496"/>
                </a:cubicBezTo>
                <a:cubicBezTo>
                  <a:pt x="304392" y="80533"/>
                  <a:pt x="308886" y="71846"/>
                  <a:pt x="312868" y="62436"/>
                </a:cubicBezTo>
                <a:lnTo>
                  <a:pt x="312868" y="142970"/>
                </a:lnTo>
                <a:cubicBezTo>
                  <a:pt x="312868" y="146227"/>
                  <a:pt x="313230" y="148913"/>
                  <a:pt x="313954" y="151023"/>
                </a:cubicBezTo>
                <a:cubicBezTo>
                  <a:pt x="314677" y="153135"/>
                  <a:pt x="315854" y="154824"/>
                  <a:pt x="317483" y="156091"/>
                </a:cubicBezTo>
                <a:cubicBezTo>
                  <a:pt x="319112" y="157357"/>
                  <a:pt x="321253" y="158323"/>
                  <a:pt x="323907" y="158986"/>
                </a:cubicBezTo>
                <a:cubicBezTo>
                  <a:pt x="326561" y="159650"/>
                  <a:pt x="329879" y="160103"/>
                  <a:pt x="333861" y="160343"/>
                </a:cubicBezTo>
                <a:lnTo>
                  <a:pt x="346348" y="161248"/>
                </a:lnTo>
                <a:lnTo>
                  <a:pt x="348158" y="155095"/>
                </a:lnTo>
                <a:lnTo>
                  <a:pt x="334766" y="154009"/>
                </a:lnTo>
                <a:cubicBezTo>
                  <a:pt x="331508" y="153768"/>
                  <a:pt x="328884" y="153406"/>
                  <a:pt x="326893" y="152923"/>
                </a:cubicBezTo>
                <a:cubicBezTo>
                  <a:pt x="324903" y="152441"/>
                  <a:pt x="323304" y="151747"/>
                  <a:pt x="322097" y="150842"/>
                </a:cubicBezTo>
                <a:cubicBezTo>
                  <a:pt x="320891" y="149937"/>
                  <a:pt x="320077" y="148761"/>
                  <a:pt x="319654" y="147312"/>
                </a:cubicBezTo>
                <a:cubicBezTo>
                  <a:pt x="319232" y="145865"/>
                  <a:pt x="319021" y="143935"/>
                  <a:pt x="319021" y="141522"/>
                </a:cubicBezTo>
                <a:lnTo>
                  <a:pt x="319021" y="94469"/>
                </a:lnTo>
                <a:cubicBezTo>
                  <a:pt x="324087" y="98328"/>
                  <a:pt x="329759" y="102431"/>
                  <a:pt x="336033" y="106775"/>
                </a:cubicBezTo>
                <a:cubicBezTo>
                  <a:pt x="342306" y="111117"/>
                  <a:pt x="348671" y="115462"/>
                  <a:pt x="355125" y="119805"/>
                </a:cubicBezTo>
                <a:cubicBezTo>
                  <a:pt x="361580" y="124148"/>
                  <a:pt x="367914" y="128251"/>
                  <a:pt x="374128" y="132110"/>
                </a:cubicBezTo>
                <a:cubicBezTo>
                  <a:pt x="380341" y="135973"/>
                  <a:pt x="385982" y="139349"/>
                  <a:pt x="391050" y="142246"/>
                </a:cubicBezTo>
                <a:lnTo>
                  <a:pt x="394307" y="136274"/>
                </a:lnTo>
                <a:cubicBezTo>
                  <a:pt x="388998" y="133259"/>
                  <a:pt x="383026" y="129697"/>
                  <a:pt x="376390" y="125595"/>
                </a:cubicBezTo>
                <a:cubicBezTo>
                  <a:pt x="369754" y="121495"/>
                  <a:pt x="363028" y="117182"/>
                  <a:pt x="356211" y="112657"/>
                </a:cubicBezTo>
                <a:cubicBezTo>
                  <a:pt x="349395" y="108132"/>
                  <a:pt x="342759" y="103638"/>
                  <a:pt x="336304" y="99174"/>
                </a:cubicBezTo>
                <a:cubicBezTo>
                  <a:pt x="329849" y="94710"/>
                  <a:pt x="324087" y="90547"/>
                  <a:pt x="319021" y="86686"/>
                </a:cubicBezTo>
                <a:lnTo>
                  <a:pt x="319021" y="39633"/>
                </a:lnTo>
                <a:lnTo>
                  <a:pt x="389058" y="39633"/>
                </a:lnTo>
                <a:lnTo>
                  <a:pt x="389058" y="33299"/>
                </a:lnTo>
                <a:lnTo>
                  <a:pt x="319021" y="33299"/>
                </a:lnTo>
                <a:close/>
                <a:moveTo>
                  <a:pt x="1262405" y="1447"/>
                </a:moveTo>
                <a:lnTo>
                  <a:pt x="1256252" y="1808"/>
                </a:lnTo>
                <a:lnTo>
                  <a:pt x="1256252" y="20269"/>
                </a:lnTo>
                <a:lnTo>
                  <a:pt x="1203951" y="20269"/>
                </a:lnTo>
                <a:lnTo>
                  <a:pt x="1203951" y="25698"/>
                </a:lnTo>
                <a:lnTo>
                  <a:pt x="1256252" y="25698"/>
                </a:lnTo>
                <a:lnTo>
                  <a:pt x="1256252" y="44157"/>
                </a:lnTo>
                <a:lnTo>
                  <a:pt x="1211913" y="44157"/>
                </a:lnTo>
                <a:lnTo>
                  <a:pt x="1211913" y="82161"/>
                </a:lnTo>
                <a:lnTo>
                  <a:pt x="1306563" y="82161"/>
                </a:lnTo>
                <a:lnTo>
                  <a:pt x="1306563" y="44157"/>
                </a:lnTo>
                <a:lnTo>
                  <a:pt x="1262405" y="44157"/>
                </a:lnTo>
                <a:lnTo>
                  <a:pt x="1262405" y="25698"/>
                </a:lnTo>
                <a:lnTo>
                  <a:pt x="1311088" y="25698"/>
                </a:lnTo>
                <a:lnTo>
                  <a:pt x="1311088" y="20269"/>
                </a:lnTo>
                <a:lnTo>
                  <a:pt x="1262405" y="20269"/>
                </a:lnTo>
                <a:close/>
                <a:moveTo>
                  <a:pt x="686399" y="0"/>
                </a:moveTo>
                <a:cubicBezTo>
                  <a:pt x="685074" y="2292"/>
                  <a:pt x="683655" y="4796"/>
                  <a:pt x="682147" y="7510"/>
                </a:cubicBezTo>
                <a:cubicBezTo>
                  <a:pt x="680639" y="10225"/>
                  <a:pt x="679101" y="13000"/>
                  <a:pt x="677532" y="15836"/>
                </a:cubicBezTo>
                <a:cubicBezTo>
                  <a:pt x="675964" y="18670"/>
                  <a:pt x="674486" y="21415"/>
                  <a:pt x="673099" y="24069"/>
                </a:cubicBezTo>
                <a:cubicBezTo>
                  <a:pt x="671711" y="26725"/>
                  <a:pt x="670474" y="29138"/>
                  <a:pt x="669389" y="31308"/>
                </a:cubicBezTo>
                <a:lnTo>
                  <a:pt x="674999" y="34204"/>
                </a:lnTo>
                <a:cubicBezTo>
                  <a:pt x="675964" y="32153"/>
                  <a:pt x="677109" y="29801"/>
                  <a:pt x="678437" y="27146"/>
                </a:cubicBezTo>
                <a:cubicBezTo>
                  <a:pt x="679764" y="24492"/>
                  <a:pt x="681152" y="21777"/>
                  <a:pt x="682600" y="19002"/>
                </a:cubicBezTo>
                <a:cubicBezTo>
                  <a:pt x="684047" y="16227"/>
                  <a:pt x="685556" y="13423"/>
                  <a:pt x="687125" y="10587"/>
                </a:cubicBezTo>
                <a:cubicBezTo>
                  <a:pt x="688693" y="7751"/>
                  <a:pt x="690262" y="5127"/>
                  <a:pt x="691829" y="2714"/>
                </a:cubicBezTo>
                <a:close/>
              </a:path>
            </a:pathLst>
          </a:cu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4" name="AutoShape 84"/>
          <p:cNvSpPr/>
          <p:nvPr/>
        </p:nvSpPr>
        <p:spPr>
          <a:xfrm>
            <a:off x="9702800" y="6388100"/>
            <a:ext cx="12700" cy="139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5" name="AutoShape 85"/>
          <p:cNvSpPr/>
          <p:nvPr/>
        </p:nvSpPr>
        <p:spPr>
          <a:xfrm>
            <a:off x="9702800" y="6388100"/>
            <a:ext cx="12700" cy="1397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86" name="AutoShape 86"/>
          <p:cNvSpPr/>
          <p:nvPr/>
        </p:nvSpPr>
        <p:spPr>
          <a:xfrm>
            <a:off x="9956800" y="6388100"/>
            <a:ext cx="12700" cy="139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7" name="AutoShape 87"/>
          <p:cNvSpPr/>
          <p:nvPr/>
        </p:nvSpPr>
        <p:spPr>
          <a:xfrm>
            <a:off x="9956800" y="6388100"/>
            <a:ext cx="12700" cy="1397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88" name="AutoShape 88"/>
          <p:cNvSpPr/>
          <p:nvPr/>
        </p:nvSpPr>
        <p:spPr>
          <a:xfrm>
            <a:off x="9753600" y="6350000"/>
            <a:ext cx="12700" cy="177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9" name="AutoShape 89"/>
          <p:cNvSpPr/>
          <p:nvPr/>
        </p:nvSpPr>
        <p:spPr>
          <a:xfrm>
            <a:off x="9753600" y="6350000"/>
            <a:ext cx="12700" cy="1778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90" name="AutoShape 90"/>
          <p:cNvSpPr/>
          <p:nvPr/>
        </p:nvSpPr>
        <p:spPr>
          <a:xfrm>
            <a:off x="97917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1" name="AutoShape 91"/>
          <p:cNvSpPr/>
          <p:nvPr/>
        </p:nvSpPr>
        <p:spPr>
          <a:xfrm>
            <a:off x="98171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2" name="AutoShape 92"/>
          <p:cNvSpPr/>
          <p:nvPr/>
        </p:nvSpPr>
        <p:spPr>
          <a:xfrm>
            <a:off x="98806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3" name="AutoShape 93"/>
          <p:cNvSpPr/>
          <p:nvPr/>
        </p:nvSpPr>
        <p:spPr>
          <a:xfrm>
            <a:off x="98933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4" name="AutoShape 94"/>
          <p:cNvSpPr/>
          <p:nvPr/>
        </p:nvSpPr>
        <p:spPr>
          <a:xfrm>
            <a:off x="98044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5" name="AutoShape 95"/>
          <p:cNvSpPr/>
          <p:nvPr/>
        </p:nvSpPr>
        <p:spPr>
          <a:xfrm>
            <a:off x="98298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6" name="AutoShape 96"/>
          <p:cNvSpPr/>
          <p:nvPr/>
        </p:nvSpPr>
        <p:spPr>
          <a:xfrm>
            <a:off x="98552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7" name="AutoShape 97"/>
          <p:cNvSpPr/>
          <p:nvPr/>
        </p:nvSpPr>
        <p:spPr>
          <a:xfrm>
            <a:off x="97790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8" name="AutoShape 98"/>
          <p:cNvSpPr/>
          <p:nvPr/>
        </p:nvSpPr>
        <p:spPr>
          <a:xfrm>
            <a:off x="97790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9" name="AutoShape 99"/>
          <p:cNvSpPr/>
          <p:nvPr/>
        </p:nvSpPr>
        <p:spPr>
          <a:xfrm>
            <a:off x="9740900" y="64008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0" name="AutoShape 100"/>
          <p:cNvSpPr/>
          <p:nvPr/>
        </p:nvSpPr>
        <p:spPr>
          <a:xfrm>
            <a:off x="9740900" y="64008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1" name="AutoShape 101"/>
          <p:cNvSpPr/>
          <p:nvPr/>
        </p:nvSpPr>
        <p:spPr>
          <a:xfrm>
            <a:off x="9728200" y="64008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2" name="AutoShape 102"/>
          <p:cNvSpPr/>
          <p:nvPr/>
        </p:nvSpPr>
        <p:spPr>
          <a:xfrm>
            <a:off x="9944100" y="6413500"/>
            <a:ext cx="12700" cy="381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3" name="AutoShape 103"/>
          <p:cNvSpPr/>
          <p:nvPr/>
        </p:nvSpPr>
        <p:spPr>
          <a:xfrm>
            <a:off x="9931400" y="64008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4" name="AutoShape 104"/>
          <p:cNvSpPr/>
          <p:nvPr/>
        </p:nvSpPr>
        <p:spPr>
          <a:xfrm>
            <a:off x="9931400" y="64008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5" name="AutoShape 105"/>
          <p:cNvSpPr/>
          <p:nvPr/>
        </p:nvSpPr>
        <p:spPr>
          <a:xfrm>
            <a:off x="9766300" y="6388100"/>
            <a:ext cx="1270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6" name="AutoShape 106"/>
          <p:cNvSpPr/>
          <p:nvPr/>
        </p:nvSpPr>
        <p:spPr>
          <a:xfrm>
            <a:off x="9918700" y="6426200"/>
            <a:ext cx="381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7" name="AutoShape 107"/>
          <p:cNvSpPr/>
          <p:nvPr/>
        </p:nvSpPr>
        <p:spPr>
          <a:xfrm>
            <a:off x="9715500" y="6426200"/>
            <a:ext cx="381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8" name="AutoShape 108"/>
          <p:cNvSpPr/>
          <p:nvPr/>
        </p:nvSpPr>
        <p:spPr>
          <a:xfrm>
            <a:off x="98425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9" name="AutoShape 109"/>
          <p:cNvSpPr/>
          <p:nvPr/>
        </p:nvSpPr>
        <p:spPr>
          <a:xfrm>
            <a:off x="9867900" y="6375400"/>
            <a:ext cx="127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0" name="AutoShape 110"/>
          <p:cNvSpPr/>
          <p:nvPr/>
        </p:nvSpPr>
        <p:spPr>
          <a:xfrm>
            <a:off x="9677400" y="6438900"/>
            <a:ext cx="3048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1" name="AutoShape 111"/>
          <p:cNvSpPr/>
          <p:nvPr/>
        </p:nvSpPr>
        <p:spPr>
          <a:xfrm>
            <a:off x="9702800" y="6400800"/>
            <a:ext cx="2667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2" name="AutoShape 112"/>
          <p:cNvSpPr/>
          <p:nvPr/>
        </p:nvSpPr>
        <p:spPr>
          <a:xfrm>
            <a:off x="9753600" y="6375400"/>
            <a:ext cx="165100" cy="127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3" name="Picture 113"/>
          <p:cNvPicPr>
            <a:picLocks noChangeAspect="1"/>
          </p:cNvPicPr>
          <p:nvPr/>
        </p:nvPicPr>
        <p:blipFill>
          <a:blip r:embed="rId2"/>
          <a:srcRect/>
          <a:stretch>
            <a:fillRect/>
          </a:stretch>
        </p:blipFill>
        <p:spPr>
          <a:xfrm>
            <a:off x="9702800" y="6527800"/>
            <a:ext cx="12700" cy="12700"/>
          </a:xfrm>
          <a:prstGeom prst="rect">
            <a:avLst/>
          </a:prstGeom>
          <a:noFill/>
          <a:ln w="25400" cap="flat" cmpd="sng">
            <a:noFill/>
            <a:prstDash val="solid"/>
            <a:round/>
          </a:ln>
        </p:spPr>
      </p:pic>
      <p:pic>
        <p:nvPicPr>
          <p:cNvPr id="114" name="Picture 114"/>
          <p:cNvPicPr>
            <a:picLocks noChangeAspect="1"/>
          </p:cNvPicPr>
          <p:nvPr/>
        </p:nvPicPr>
        <p:blipFill>
          <a:blip r:embed="rId3"/>
          <a:srcRect/>
          <a:stretch>
            <a:fillRect/>
          </a:stretch>
        </p:blipFill>
        <p:spPr>
          <a:xfrm>
            <a:off x="9956800" y="6527800"/>
            <a:ext cx="25400" cy="12700"/>
          </a:xfrm>
          <a:prstGeom prst="rect">
            <a:avLst/>
          </a:prstGeom>
          <a:noFill/>
          <a:ln w="25400" cap="flat" cmpd="sng">
            <a:noFill/>
            <a:prstDash val="solid"/>
            <a:round/>
          </a:ln>
        </p:spPr>
      </p:pic>
      <p:pic>
        <p:nvPicPr>
          <p:cNvPr id="115" name="Picture 115"/>
          <p:cNvPicPr>
            <a:picLocks noChangeAspect="1"/>
          </p:cNvPicPr>
          <p:nvPr/>
        </p:nvPicPr>
        <p:blipFill>
          <a:blip r:embed="rId4"/>
          <a:srcRect/>
          <a:stretch>
            <a:fillRect/>
          </a:stretch>
        </p:blipFill>
        <p:spPr>
          <a:xfrm>
            <a:off x="9753600" y="6527800"/>
            <a:ext cx="12700" cy="12700"/>
          </a:xfrm>
          <a:prstGeom prst="rect">
            <a:avLst/>
          </a:prstGeom>
          <a:noFill/>
          <a:ln w="25400" cap="flat" cmpd="sng">
            <a:noFill/>
            <a:prstDash val="solid"/>
            <a:round/>
          </a:ln>
        </p:spPr>
      </p:pic>
      <p:sp>
        <p:nvSpPr>
          <p:cNvPr id="116" name="AutoShape 116"/>
          <p:cNvSpPr/>
          <p:nvPr/>
        </p:nvSpPr>
        <p:spPr>
          <a:xfrm>
            <a:off x="9906000" y="6350000"/>
            <a:ext cx="12700" cy="177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7" name="AutoShape 117"/>
          <p:cNvSpPr/>
          <p:nvPr/>
        </p:nvSpPr>
        <p:spPr>
          <a:xfrm rot="-5400000">
            <a:off x="9829800" y="6311900"/>
            <a:ext cx="12700" cy="444500"/>
          </a:xfrm>
          <a:prstGeom prst="roundRect">
            <a:avLst>
              <a:gd name="adj" fmla="val 0"/>
            </a:avLst>
          </a:prstGeom>
          <a:gradFill rotWithShape="0">
            <a:gsLst>
              <a:gs pos="1000">
                <a:srgbClr val="000000">
                  <a:alpha val="0"/>
                </a:srgbClr>
              </a:gs>
              <a:gs pos="20000">
                <a:srgbClr val="000000">
                  <a:alpha val="100000"/>
                </a:srgbClr>
              </a:gs>
              <a:gs pos="50000">
                <a:srgbClr val="000000">
                  <a:alpha val="100000"/>
                </a:srgbClr>
              </a:gs>
              <a:gs pos="80000">
                <a:srgbClr val="000000">
                  <a:alpha val="100000"/>
                </a:srgbClr>
              </a:gs>
              <a:gs pos="100000">
                <a:srgbClr val="000000">
                  <a:alpha val="0"/>
                </a:srgbClr>
              </a:gs>
            </a:gsLst>
            <a:lin ang="5400000"/>
          </a:gradFill>
          <a:ln w="25400" cap="flat" cmpd="sng">
            <a:noFill/>
            <a:prstDash val="solid"/>
            <a:round/>
          </a:ln>
        </p:spPr>
        <p:txBody>
          <a:bodyPr vert="horz" wrap="square" lIns="63500" tIns="63500" rIns="63500" bIns="63500" rtlCol="0" anchor="ctr"/>
          <a:lstStyle/>
          <a:p>
            <a:pPr algn="ctr">
              <a:defRPr/>
            </a:pPr>
          </a:p>
        </p:txBody>
      </p:sp>
      <p:pic>
        <p:nvPicPr>
          <p:cNvPr id="118" name="图片 117"/>
          <p:cNvPicPr>
            <a:picLocks noChangeAspect="1"/>
          </p:cNvPicPr>
          <p:nvPr/>
        </p:nvPicPr>
        <p:blipFill>
          <a:blip r:embed="rId5"/>
          <a:stretch>
            <a:fillRect/>
          </a:stretch>
        </p:blipFill>
        <p:spPr>
          <a:xfrm>
            <a:off x="1170305" y="1119505"/>
            <a:ext cx="8100060" cy="55765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C217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905000"/>
            <a:ext cx="12192000" cy="190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谢谢</a:t>
            </a:r>
            <a:endParaRPr lang="en-US" sz="1100"/>
          </a:p>
        </p:txBody>
      </p:sp>
      <p:sp>
        <p:nvSpPr>
          <p:cNvPr id="4" name="AutoShape 4"/>
          <p:cNvSpPr/>
          <p:nvPr/>
        </p:nvSpPr>
        <p:spPr>
          <a:xfrm>
            <a:off x="381000" y="3937000"/>
            <a:ext cx="11430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PipelineWelding · 管道焊接标准生成多智能体系统</a:t>
            </a:r>
            <a:endParaRPr lang="en-US" sz="1100"/>
          </a:p>
        </p:txBody>
      </p:sp>
      <p:sp>
        <p:nvSpPr>
          <p:cNvPr id="5" name="AutoShape 5"/>
          <p:cNvSpPr/>
          <p:nvPr/>
        </p:nvSpPr>
        <p:spPr>
          <a:xfrm>
            <a:off x="0" y="5334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spc="400">
                <a:solidFill>
                  <a:srgbClr val="B4BED2"/>
                </a:solidFill>
                <a:latin typeface="Noto Sans SC" panose="020B0200000000000000" charset="-122"/>
                <a:ea typeface="Noto Sans SC" panose="020B0200000000000000" charset="-122"/>
                <a:cs typeface="Noto Sans SC" panose="020B0200000000000000" charset="-122"/>
                <a:sym typeface="Noto Sans SC" panose="020B0200000000000000" charset="-122"/>
              </a:rPr>
              <a:t>厚德 · 博学 · 求是</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4614</Words>
  <Application>WPS 演示</Application>
  <PresentationFormat/>
  <Paragraphs>234</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13</vt:i4>
      </vt:variant>
    </vt:vector>
  </HeadingPairs>
  <TitlesOfParts>
    <vt:vector size="23" baseType="lpstr">
      <vt:lpstr>Arial</vt:lpstr>
      <vt:lpstr>宋体</vt:lpstr>
      <vt:lpstr>Wingdings</vt:lpstr>
      <vt:lpstr>Arial</vt:lpstr>
      <vt:lpstr>微软雅黑</vt:lpstr>
      <vt:lpstr>微软雅黑 Light</vt:lpstr>
      <vt:lpstr>Noto Sans SC</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啦啦啦</cp:lastModifiedBy>
  <cp:revision>2</cp:revision>
  <dcterms:created xsi:type="dcterms:W3CDTF">2026-05-27T10:09:37Z</dcterms:created>
  <dcterms:modified xsi:type="dcterms:W3CDTF">2026-05-27T10:10:02Z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{"Label":"1","ContentProducer":"001191110102MACQD9K64010000","ProduceID":"7644511261769944265","ReservedCode1":"","ContentPropagator":"","PropagateID":"","ReservedCode2":""}</vt:lpwstr>
  </property>
  <property fmtid="{D5CDD505-2E9C-101B-9397-08002B2CF9AE}" pid="3" name="ICV">
    <vt:lpwstr>2DD1057D854346F99D2C0AA7E8C85140_12</vt:lpwstr>
  </property>
  <property fmtid="{D5CDD505-2E9C-101B-9397-08002B2CF9AE}" pid="4" name="KSOProductBuildVer">
    <vt:lpwstr>2052-12.1.0.26375</vt:lpwstr>
  </property>
</Properties>
</file>